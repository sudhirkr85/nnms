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 एवं योग्यता आधारित छात्रवृत्ति परीक्षा (UP NMMS 2024-25) • महामंथन अभ्यास सेट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47088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423160"/>
            <a:ext cx="6339535" cy="4572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🔥 UP NMMS 2024-25 महामंथन • सेट 02 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परीक्षण (MAT) — अभ्यास सेट #02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परीक्षा में 100% सफलता हेतु 50 अति-संभावित प्रश्नों का महाभ्यास (प्र. 1 से 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9448495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अभ्यास सेट की मुख्य विशेषताएं (Live Class Features):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श्रृंखला परीक्षण (Number, Letter &amp; Mixed Series)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सादृश्यता एवं वर्गीकरण (Analogy &amp; Classification)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कोडिंग-डिकोडिंग, गणितीय संक्रियाएं एवं लुप्त पद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रक्त संबंध, दिशा-दूरी, वेन आरेख एवं दर्पण प्रतिबिम्ब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प्रत्येक प्रश्न के साथ सटीक ट्रिक एवं 2-स्लाइड इंटरैक्टिव व्याख्या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Expert)  |  WhatsApp: +91 91101 13671  |  YouTube: Sagar Coaching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MAT अभ्यास सेट #02 — परीक्षा पैटर्न एवं अभ्यास निर्देश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उत्तर प्रदेश NMMS मानसिक योग्यता परीक्षण (MAT) परीक्षा योजना (Official Guidelines):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परीक्षा संरचना: मानसिक योग्यता परीक्षण (MAT) में कुल 90 बहुविकल्पीय प्रश्न (90 अंक) पूछे जाते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इस अभ्यास सेट में UP NMMS के 10 वर्षों के ट्रेंड के आधार पर 50 अति-संभावित प्रश्न शामिल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कवर किए गए प्रमुख विषय: श्रृंखला, सादृश्यता, वर्गीकरण, कोडिंग, लुप्त पद, गणितीय संक्रियाएं, रक्त संबंध, दिशा, वेन आरेख आदि।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है ताकि विद्यार्थी पहले स्वयं विचार व अभ्यास करें।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चमकेगा और नीचे आसान ट्रिक व व्याख्या प्रस्तुत होगी।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लक्ष्य: MAT में 90 में से 85+ अंक प्राप्त करके मेरिट सूची में शीर्ष स्थान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प्रत्यक्ष कूट / Direct Coding • प्र. #1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यदि 'DELHI' = 73541 और 'CALCUTTA' = 82589662 हो, तो 'CALICUT' का कोड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If 'DELHI' = 73541 and 'CALCUTTA' = 82589662, then code for 'CALICUT' is: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8251896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8251696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8251596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8251869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प्रत्यक्ष कूट / Direct Coding • प्र. #1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यदि 'DELHI' = 73541 और 'CALCUTTA' = 82589662 हो, तो 'CALICUT' का कोड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If 'DELHI' = 73541 and 'CALCUTTA' = 82589662, then code for 'CALICUT' is: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8251896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8251696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8251596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8251869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प्रत्यक्ष मिलान: C=8, A=2, L=5, I=1, C=8, U=9, T=6 =&gt; 8251896।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शब्द प्रतिस्थापन / Word Substitution • प्र. #2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यदि 'हवा' को 'पानी', 'पानी' को 'आग', और 'आग' को 'मिट्टी' कहा जाए, तो मछली कहाँ रहेगी?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If 'Air' is called 'Water', 'Water' is called 'Fire', where does a fish live?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हवा / 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पानी / Water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आग / 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मिट्टी / Soil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शब्द प्रतिस्थापन / Word Substitution • प्र. #2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यदि 'हवा' को 'पानी', 'पानी' को 'आग', और 'आग' को 'मिट्टी' कहा जाए, तो मछली कहाँ रहेगी?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If 'Air' is called 'Water', 'Water' is called 'Fire', where does a fish live?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हवा / 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पानी / Water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आग / Fire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मिट्टी / Soil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मछली 'पानी' में रहती है, परंतु प्रश्न में 'पानी' को 'आग' कहा गया है। अतः उत्तर 'आग' (Fire) होगा।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 (+2 नियम) / Coding Rule • प्र. #3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यदि 'PEN' को 'RGP' लिखा जाता है, तो 'BOOK'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If 'PEN' is written as 'RGP', how is 'BOOK' written in that code?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DQQM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CPPL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DPPN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EQQM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 (+2 नियम) / Coding Rule • प्र. #3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यदि 'PEN' को 'RGP' लिखा जाता है, तो 'BOOK'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If 'PEN' is written as 'RGP', how is 'BOOK' written in that code?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DQQM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CPPL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DPPN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EQQM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अक्षर में +2: B(+2)=D, O(+2)=Q, O(+2)=Q, K(+2)=M =&gt; 'DQQM'।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विपरीत कूट / Opposite Letter Code • प्र. #4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यदि 'KING' को 'PRMT' लिखा जाता है, तो उसी कूट में 'ROSE'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If 'KING' is coded as 'PRMT', then 'ROSE' is coded 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ILHV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ILHW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ILGV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IKHV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विपरीत कूट / Opposite Letter Code • प्र. #4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यदि 'KING' को 'PRMT' लिखा जाता है, तो उसी कूट में 'ROSE'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If 'KING' is coded as 'PRMT', then 'ROSE' is coded 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ILHV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ILHW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ILGV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IKHV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विपरीत अक्षर (Opposite letters): R-&gt;I, O-&gt;L, S-&gt;H, E-&gt;V =&gt; 'ILHV'।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विपरीत क्रमांक योग / Reverse Position Sum • प्र. #5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यदि 'GO' = 32 और 'SHE' = 49 हो, तो 'SOME'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If 'GO' = 32 and 'SHE' = 49, what is the value of 'SOME'?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विपरीत क्रमांक योग / Reverse Position Sum • प्र. #5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यदि 'GO' = 32 और 'SHE' = 49 हो, तो 'SOME'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If 'GO' = 32 and 'SHE' = 49, what is the value of 'SOME'?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विपरीत अक्षरों के क्रमांक का योग: S(8) + O(12) + M(14) + E(22) = 56।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वर्णमाला क्रमांक कूट / Alphabet Code • प्र. #6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यदि 'INDIA' को '9-14-4-9-1' लिखा जाता है, तो 'DELHI'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If 'INDIA' is coded as '9-14-4-9-1', then 'DELHI' is coded 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4-5-12-8-9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4-5-11-8-9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3-5-12-8-9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4-6-12-8-9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वर्णमाला क्रमांक कूट / Alphabet Code • प्र. #6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यदि 'INDIA' को '9-14-4-9-1' लिखा जाता है, तो 'DELHI'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If 'INDIA' is coded as '9-14-4-9-1', then 'DELHI' is coded 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4-5-12-8-9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4-5-11-8-9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3-5-12-8-9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4-6-12-8-9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वास्तविक वर्णमाला क्रमांक: D=4, E=5, L=12, H=8, I=9 =&gt; '4-5-12-8-9'।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(मैट्रिक्स) / Missing Matrix Number • प्र. #7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दिए गए मैट्रिक्स में (?) के स्थान पर संख्या ज्ञात कीजिए: [3, 4, 5], [4, 5, 6], [5, 6, ?] जहां योग 12, 15, 18 है।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Find the missing number (?) in the matrix: [3, 4, 5], [4, 5, 6], [5, 6, ?] where sums are 12, 15, 18.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(मैट्रिक्स) / Missing Matrix Number • प्र. #7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दिए गए मैट्रिक्स में (?) के स्थान पर संख्या ज्ञात कीजिए: [3, 4, 5], [4, 5, 6], [5, 6, ?] जहां योग 12, 15, 18 है।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Find the missing number (?) in the matrix: [3, 4, 5], [4, 5, 6], [5, 6, ?] where sums are 12, 15, 18.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तीसरी पंक्ति में 5, 6 के बाद 7 आएगा (5 + 6 + 7 = 18)।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(वृत्त) / Circle Quadrants • प्र. #8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एक वृत्त के चार भागों में 4, 9, 16 और (?) लिखे हैं। लुप्त संख्या क्या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Four quadrants of a circle contain 4, 9, 16 and (?). What is the missing number?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(वृत्त) / Circle Quadrants • प्र. #8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एक वृत्त के चार भागों में 4, 9, 16 और (?) लिखे हैं। लुप्त संख्या क्या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Four quadrants of a circle contain 4, 9, 16 and (?). What is the missing number?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क्रमशः प्राकृत संख्याओं के वर्ग: 2²=4, 3²=9, 4²=16, अतः 5² = 25।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(त्रिभुज) / Triangle Pattern • प्र. #9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त्रिभुज शीर्षों 2, 3, 4 का केंद्र 24 है (गुणनफल)। शीर्ष 2, 5, 6 होने पर केंद्र में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Triangle with vertices 2, 3, 4 has center 24 (product). What is the center for vertices 2, 5, 6?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70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(त्रिभुज) / Triangle Pattern • प्र. #9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त्रिभुज शीर्षों 2, 3, 4 का केंद्र 24 है (गुणनफल)। शीर्ष 2, 5, 6 होने पर केंद्र में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Triangle with vertices 2, 3, 4 has center 24 (product). What is the center for vertices 2, 5, 6?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केंद्र = तीनों शीर्षों का गुणनफल: 2 × 5 × 6 = 60।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(वर्ग योग) / Sum of Squares • प्र. #10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यदि 2² + 3² = 13, 4² + 5² = 41 हो, तो 3 और 4 के लिए लुप्त संख्या क्या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If 2² + 3² = 13, 4² + 5² = 41, then find the missing number for 3 and 4: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(वर्ग योग) / Sum of Squares • प्र. #10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यदि 2² + 3² = 13, 4² + 5² = 41 हो, तो 3 और 4 के लिए लुप्त संख्या क्या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If 2² + 3² = 13, 4² + 5² = 41, then find the missing number for 3 and 4: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a² + b² = 3² + 4² = 9 + 16 = 25।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(घन सम्मुख) / Opposite Cubes • प्र. #11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वृत्त में 3 के सामने 27 (3³), 4 के सामने 64 (4³) है, तो 5 के सामने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In a circle opposite to 3 is 27, opposite to 4 is 64. What is opposite to 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(घन सम्मुख) / Opposite Cubes • प्र. #11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वृत्त में 3 के सामने 27 (3³), 4 के सामने 64 (4³) है, तो 5 के सामने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In a circle opposite to 3 is 27, opposite to 4 is 64. What is opposite to 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सम्मुख संख्या घन है: 5³ = 125।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(2x + 1) / Pattern • प्र. #12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निम्न क्रम में (?) का मान ज्ञात कीजिए: 7 -&gt; 15 -&gt; 31 -&gt;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Find the value of (?) in the sequence: 7 -&gt; 15 -&gt; 31 -&gt;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(2x + 1) / Pattern • प्र. #12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निम्न क्रम में (?) का मान ज्ञात कीजिए: 7 -&gt; 15 -&gt; 31 -&gt;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Find the value of (?) in the sequence: 7 -&gt; 15 -&gt; 31 -&gt;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(संख्या × 2) + 1। 31 × 2 + 1 = 63।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(योग नियम) / Sum Rule • प्र. #13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स्तंभ 1: 5+8=13; स्तंभ 2: 6+9=15; तो स्तंभ 3 में 7 + 10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Col 1: 5+8=13; Col 2: 6+9=15; then in Col 3 what is 7 + 10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(योग नियम) / Sum Rule • प्र. #13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स्तंभ 1: 5+8=13; स्तंभ 2: 6+9=15; तो स्तंभ 3 में 7 + 10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Col 1: 5+8=13; Col 2: 6+9=15; then in Col 3 what is 7 + 10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पहली दो संख्याओं का योग: 7 + 10 = 17।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(क्रॉस औसत) / Cross Pattern • प्र. #14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चारों ओर संख्याएं 10, 6, 8, 4 होने पर मध्य संख्या क्या होगी यदि नियम (योग ÷ 2) हो?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If outer numbers are 10, 6, 8, 4 and rule is (Sum ÷ 2), what is the center?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(क्रॉस औसत) / Cross Pattern • प्र. #14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चारों ओर संख्याएं 10, 6, 8, 4 होने पर मध्य संख्या क्या होगी यदि नियम (योग ÷ 2) हो?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If outer numbers are 10, 6, 8, 4 and rule is (Sum ÷ 2), what is the center?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(10 + 6 + 8 + 4) ÷ 2 = 28 ÷ 2 = 14।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(दोगुना) / Doubling Pattern • प्र. #15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चक्रव्यूह में लुप्त पद बताइए: 5, 10, 20, 40,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State the missing term: 5, 10, 20, 40,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80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(दोगुना) / Doubling Pattern • प्र. #15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चक्रव्यूह में लुप्त पद बताइए: 5, 10, 20, 40,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State the missing term: 5, 10, 20, 40,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पद दोगुना: 40 × 2 = 80।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(संक्रिया) / Operation Pattern • प्र. #16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यदि 3 * 4 = 14 (3×4+2), 5 * 6 = 32 हो, तो 7 * 8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If 3 * 4 = 14, 5 * 6 = 32, then what is 7 * 8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(संक्रिया) / Operation Pattern • प्र. #16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यदि 3 * 4 = 14 (3×4+2), 5 * 6 = 32 हो, तो 7 * 8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If 3 * 4 = 14, 5 * 6 = 32, then what is 7 * 8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a×b + 2। 7 × 8 + 2 = 56 + 2 = 58।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Mathematical Operations • प्र. #17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यदि '+' का अर्थ '×', '-' का अर्थ '÷', '×' का अर्थ '-' और '÷' का अर्थ '+' हो, तो 12 + 4 ÷ 8 - 2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If '+' means '×', '-' means '÷', '×' means '-' and '÷' means '+', then 12 + 4 ÷ 8 - 2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54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Mathematical Operations • प्र. #17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यदि '+' का अर्थ '×', '-' का अर्थ '÷', '×' का अर्थ '-' और '÷' का अर्थ '+' हो, तो 12 + 4 ÷ 8 - 2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If '+' means '×', '-' means '÷', '×' means '-' and '÷' means '+', then 12 + 4 ÷ 8 - 2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समीकरण: 12 × 4 + 8 ÷ 2 = 48 + 4 = 52।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Symbol Substitution • प्र. #18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यदि 'P'='+', 'Q'='-', 'R'='×', 'S'='÷' हो, तो 18 R 2 P 12 S 4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If 'P'='+', 'Q'='-', 'R'='×', 'S'='÷', then 18 R 2 P 12 S 4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Symbol Substitution • प्र. #18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यदि 'P'='+', 'Q'='-', 'R'='×', 'S'='÷' हो, तो 18 R 2 P 12 S 4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If 'P'='+', 'Q'='-', 'R'='×', 'S'='÷', then 18 R 2 P 12 S 4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18 × 2 + 12 ÷ 4 = 36 + 3 = 39।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BODMAS • प्र. #19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यदि '×' का अर्थ '+', '÷' का अर्थ '-' हो, तो 20 × 5 ÷ 10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If '×' means '+' and '÷' means '-', what is 20 × 5 ÷ 10?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BODMAS • प्र. #19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यदि '×' का अर्थ '+', '÷' का अर्थ '-' हो, तो 20 × 5 ÷ 10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If '×' means '+' and '÷' means '-', what is 20 × 5 ÷ 10?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20 + 5 - 10 = 25 - 10 = 15।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समीकरण सत्यापन / Equation Check • प्र. #20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यदि '+' का अर्थ '-' और '×' का अर्थ '÷' हो, तो सही समीकरण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If '+' means '-' and '×' means '÷', choose the correct equation: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20 × 4 + 2 =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20 + 4 × 2 =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16 × 4 + 2 =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12 + 6 × 3 = 10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समीकरण सत्यापन / Equation Check • प्र. #20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यदि '+' का अर्थ '-' और '×' का अर्थ '÷' हो, तो सही समीकरण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If '+' means '-' and '×' means '÷', choose the correct equation: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20 × 4 + 2 =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20 + 4 × 2 =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16 × 4 + 2 =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12 + 6 × 3 =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विकल्प (A): 20 ÷ 4 - 2 = 5 - 2 = 3 (सत्य)।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कूट संक्रिया / Operation Code • प्र. #21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यदि 8 - 4 = 32 (8×4) और 6 - 3 = 18 हो, तो 9 - 5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If 8 - 4 = 32 and 6 - 3 = 18, then 9 - 5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54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कूट संक्रिया / Operation Code • प्र. #21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यदि 8 - 4 = 32 (8×4) और 6 - 3 = 18 हो, तो 9 - 5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If 8 - 4 = 32 and 6 - 3 = 18, then 9 - 5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यहाँ '-' का अर्थ गुणा (×) है: 9 × 5 = 45।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Operations • प्र. #22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यदि '+' = '÷', '÷' = '×', '×' = '-' हो, तो 36 + 6 ÷ 3 × 5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If '+' = '÷', '÷' = '×', '×' = '-', then 36 + 6 ÷ 3 × 5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Operations • प्र. #22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यदि '+' = '÷', '÷' = '×', '×' = '-' हो, तो 36 + 6 ÷ 3 × 5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If '+' = '÷', '÷' = '×', '×' = '-', then 36 + 6 ÷ 3 × 5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36 ÷ 6 × 3 - 5 = 6 × 3 - 5 = 18 - 5 = 13।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बीजीय मान / Algebraic Value • प्र. #23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यदि A=1, B=2, C=3, D=4 हो, तो (C × D) - B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If A=1, B=2, C=3, D=4, what is the value of (C × D) - B?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बीजीय मान / Algebraic Value • प्र. #23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यदि A=1, B=2, C=3, D=4 हो, तो (C × D) - B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If A=1, B=2, C=3, D=4, what is the value of (C × D) - B?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(3 × 4) - 2 = 12 - 2 = 10।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चिन्ह चयन / Sign Placement • प्र. #24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समीकरण 24 ? 6 ? 2 = 6 में प्रश्नचिन्हों के स्थान पर कौन-से चिन्ह आएंगे?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Which signs will replace (?) in 24 ? 6 ? 2 = 6?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÷ और + / ÷ and 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÷ और × / ÷ and 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+ और - / + and 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- और ÷ / - and ÷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चिन्ह चयन / Sign Placement • प्र. #24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समीकरण 24 ? 6 ? 2 = 6 में प्रश्नचिन्हों के स्थान पर कौन-से चिन्ह आएंगे?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Which signs will replace (?) in 24 ? 6 ? 2 = 6?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÷ और + / ÷ and 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÷ और × / ÷ and 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+ और - / + and 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- और ÷ / - and 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24 ÷ 6 + 2 = 4 + 2 = 6।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Blood Relations • प्र. #25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सुरेश ने कहा, 'वह लड़का मेरी माँ के इकलौते पुत्र का बेटा है।' सुरेश का उस लड़के से क्या संबंध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Suresh said, 'That boy is the son of my mother's only son.' What is Suresh to that boy?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चाचा / Uncle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भाई / Brother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पिता / Father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दादा / Grandfather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Blood Relations • प्र. #25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सुरेश ने कहा, 'वह लड़का मेरी माँ के इकलौते पुत्र का बेटा है।' सुरेश का उस लड़के से क्या संबंध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Suresh said, 'That boy is the son of my mother's only son.' What is Suresh to that boy?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चाचा / Uncle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भाई / Brother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पिता / Father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दादा / Grandfather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सुरेश की माँ का इकलौता पुत्र स्वयं सुरेश है, और उसका बेटा सुरेश का पुत्र होगा। अतः सुरेश पिता (Father)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Family Tree • प्र. #26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A, B का भाई है। C, A की माँ है। D, C का पिता है। B का D से क्या संबंध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A is brother of B. C is mother of A. D is father of C. What is B to 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पुत्र / 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पोता या नाती / Grandson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भाई / Brother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पिता / Father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Family Tree • प्र. #26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A, B का भाई है। C, A की माँ है। D, C का पिता है। B का D से क्या संबंध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A is brother of B. C is mother of A. D is father of C. What is B to 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पुत्र / 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पोता या नाती / Grandson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भाई / Brother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पिता / Father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C माँ है, और माँ के पिता D हैं। अतः B, D का नाती/पोता (Grandson) होगा।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Relation Puzzle • प्र. #27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राहुल ने कहा, 'सोनिया मेरी पत्नी के ससुर की इकलौती बेटी है।' सोनिया राहुल की क्या लगती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Rahul said, 'Sonia is the only daughter of my wife's father-in-law.' Who is Sonia to Rahul?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पत्नी / Wife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बहन / Sister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माँ / Mother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भाभी / Sister-in-law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Relation Puzzle • प्र. #27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राहुल ने कहा, 'सोनिया मेरी पत्नी के ससुर की इकलौती बेटी है।' सोनिया राहुल की क्या लगती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Rahul said, 'Sonia is the only daughter of my wife's father-in-law.' Who is Sonia to Rahul?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पत्नी / Wife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बहन / Sister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माँ / Mother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भाभी / Sister-in-law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पत्नी के ससुर = राहुल के पिता। पिता की इकलौती बेटी = राहुल की बहन (Sister)।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Direct Relation • प्र. #28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एक पुरुष ने कहा, 'इस महिला के पति मेरे पिता के इकलौते पुत्र हैं।' वह महिला उस पुरुष की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A man said, 'This woman's husband is the only son of my father.' Who is she to him?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बहन / Sister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माँ / Mother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पत्नी / Wife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पुत्री / Daughter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Direct Relation • प्र. #28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एक पुरुष ने कहा, 'इस महिला के पति मेरे पिता के इकलौते पुत्र हैं।' वह महिला उस पुरुष की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A man said, 'This woman's husband is the only son of my father.' Who is she to him?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बहन / Sister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माँ / Mother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पत्नी / Wife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पुत्री / Daughter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पिता का इकलौता पुत्र = स्वयं वह पुरुष। अतः वह महिला उसकी पत्नी (Wife)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Three Generations • प्र. #29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P, Q की बहन है। R, Q की माता है। S, R का पिता है। P का S से क्या संबंध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P is sister of Q. R is mother of Q. S is father of R. What is P to 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पुत्री / Daughter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नातिन / Granddaughter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दादी / Grandmother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माता / Mother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Three Generations • प्र. #29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P, Q की बहन है। R, Q की माता है। S, R का पिता है। P का S से क्या संबंध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P is sister of Q. R is mother of Q. S is father of R. What is P to 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पुत्री / Daughter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नातिन / Granddaughter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दादी / Grandmother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माता / Mother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R की पुत्री P है, और R के पिता S हैं। अतः P, S की नातिन (Granddaughter)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Siblings • प्र. #30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रवि के पिता का एक पुत्र रोहन और एक पुत्री रेखा है। रेखा का रवि से क्या संबंध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Ravi's father has a son Rohan and a daughter Rekha. What is Rekha to Ravi?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माँ / Mother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बहन / Sister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चाची / Aunt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भाभी / Sister-in-law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Siblings • प्र. #30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रवि के पिता का एक पुत्र रोहन और एक पुत्री रेखा है। रेखा का रवि से क्या संबंध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Ravi's father has a son Rohan and a daughter Rekha. What is Rekha to Ravi?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माँ / Mother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बहन / Sister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चाची / Aunt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भाभी / Sister-in-law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रवि के पिता की पुत्री रेखा है, अतः रेखा रवि की सगी बहन (Sister)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और दूरी / Direction &amp; Distance • प्र. #31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रोहित उत्तर में 10 मी, दाएँ 5 मी, फिर दाएँ 10 मी चलता है। प्रारम्भिक स्थान से दूरी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Rohit walks 10m North, turns right and walks 5m, turns right and walks 10m. Distance from start?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 मीटर / 5m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10 मीटर / 10m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15 मीटर / 15m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20 मीटर / 20m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और दूरी / Direction &amp; Distance • प्र. #31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रोहित उत्तर में 10 मी, दाएँ 5 मी, फिर दाएँ 10 मी चलता है। प्रारम्भिक स्थान से दूरी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Rohit walks 10m North, turns right and walks 5m, turns right and walks 10m. Distance from start?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5 मीटर / 5m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10 मीटर / 10m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15 मीटर / 15m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20 मीटर / 20m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उत्तर और दक्षिण की 10 मी दूरियां निरस्त हो गईं। वह प्रारंभिक स्थान से ठीक 5 मीटर पूर्व में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परीक्षण / Facing Direction • प्र. #32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सूर्योदय के समय पूर्व की ओर मुँह करके खड़े होने पर आपकी बायीं ओर कौन-सी दिशा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Facing East at sunrise, which direction will be to your left?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दक्षिण / South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उत्तर / North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पश्चिम / West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दक्षिण-पश्चिम / South-West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परीक्षण / Facing Direction • प्र. #32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सूर्योदय के समय पूर्व की ओर मुँह करके खड़े होने पर आपकी बायीं ओर कौन-सी दिशा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Facing East at sunrise, which direction will be to your left?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दक्षिण / South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उत्तर / North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पश्चिम / West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दक्षिण-पश्चिम / South-West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पूर्व की ओर सम्मुख होने पर बायाँ हाथ उत्तर (North) दिशा की ओर होता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पाइथागोरस दूरी / Pythagoras Distance • प्र. #33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एक व्यक्ति पूर्व में 3 किमी और उत्तर में 4 किमी चलता है। प्रारम्भिक बिंदु से सीधी दूरी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A person walks 3 km East and 4 km North. What is the straight-line distance from start?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 किमी / 5 km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 किमी / 6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7 किमी / 7 km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8 किमी / 8 km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पाइथागोरस दूरी / Pythagoras Distance • प्र. #33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एक व्यक्ति पूर्व में 3 किमी और उत्तर में 4 किमी चलता है। प्रारम्भिक बिंदु से सीधी दूरी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A person walks 3 km East and 4 km North. What is the straight-line distance from start?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5 किमी / 5 km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6 किमी / 6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7 किमी / 7 km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8 किमी / 8 km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पाइथागोरस प्रमेय: √(3² + 4²) = √(9 + 16) = √25 = 5 किमी।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परिवर्तन / Turnings • प्र. #34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अमित दक्षिण की ओर जा रहा है और दो बार लगातार बाएँ मुड़ता है। अब वह किस दिशा में जा रहा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Amit is going South and takes two consecutive left turns. Which direction is he facing 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पूर्व / East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पश्चिम / West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उत्तर / North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दक्षिण / South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परिवर्तन / Turnings • प्र. #34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अमित दक्षिण की ओर जा रहा है और दो बार लगातार बाएँ मुड़ता है। अब वह किस दिशा में जा रहा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Amit is going South and takes two consecutive left turns. Which direction is he facing 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पूर्व / East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पश्चिम / West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उत्तर / North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दक्षिण / South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दक्षिण से पहला बायाँ = पूर्व; पूर्व से दूसरा बायाँ = उत्तर (North)।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घड़ी दिशा / Clock Hands Direction • प्र. #35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3:00 बजे मिनट की सुई उत्तर दिशा में है, तो घंटे की सुई किस दिशा में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At 3:00, the minute hand points North. Which direction does the hour hand point?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पश्चिम / West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दक्षिण / South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पूर्व / 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उत्तर-पूर्व / North-East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घड़ी दिशा / Clock Hands Direction • प्र. #35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3:00 बजे मिनट की सुई उत्तर दिशा में है, तो घंटे की सुई किस दिशा में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At 3:00, the minute hand points North. Which direction does the hour hand point?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पश्चिम / West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दक्षिण / South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पूर्व / 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उत्तर-पूर्व / North-East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3:00 बजे घंटे की सुई 3 पर होती है जो उत्तर के लंबवत दाईं ओर अर्थात पूर्व (East) दिशा दर्शाएगी।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सापेक्ष दिशा / Relative Direction • प्र. #36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मोहन पश्चिम की ओर 20 मी चला, फिर बाएँ मुड़कर 15 मी चला। अब वह प्रारंभिक स्थान के सापेक्ष किस दिशा में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Mohan walked 20m West, then turned left and walked 15m. What is his direction from starting point?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उत्तर-पूर्व / North-East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दक्षिण-पश्चिम / South-West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उत्तर-पश्चिम / North-West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दक्षिण-पूर्व / South-East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सापेक्ष दिशा / Relative Direction • प्र. #36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मोहन पश्चिम की ओर 20 मी चला, फिर बाएँ मुड़कर 15 मी चला। अब वह प्रारंभिक स्थान के सापेक्ष किस दिशा में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Mohan walked 20m West, then turned left and walked 15m. What is his direction from starting point?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उत्तर-पूर्व / North-East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दक्षिण-पश्चिम / South-West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उत्तर-पश्चिम / North-West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दक्षिण-पूर्व / South-East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पश्चिम और दक्षिण दोनों दिशाओं में चलने के कारण उसकी स्थिति दक्षिण-पश्चिम (South-West)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Diagram • प्र. #37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[ भारत, उत्तर प्रदेश, लखनऊ ] के बीच सही संबंध कौन-सा वेन आरेख दर्शाता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Which Venn diagram correctly represents [ India, Uttar Pradesh, Lucknow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तीन संकेंद्रीय वृत्त / Three concentric circles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तीन अलग वृत्त / Three separate circles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दो प्रतिच्छेदी वृत्त / Two intersecting circles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एक में दो / Two inside one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Diagram • प्र. #37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[ भारत, उत्तर प्रदेश, लखनऊ ] के बीच सही संबंध कौन-सा वेन आरेख दर्शाता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Which Venn diagram correctly represents [ India, Uttar Pradesh, Lucknow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तीन संकेंद्रीय वृत्त / Three concentric circles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तीन अलग वृत्त / Three separate circles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दो प्रतिच्छेदी वृत्त / Two intersecting circles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एक में दो / Two inside 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लखनऊ ⊂ उत्तर प्रदेश ⊂ भारत (तीन संकेंद्रीय वृत्त)।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Diagram • प्र. #38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[ पशु, गाय, कुत्ता ] के लिए सर्वोत्तम वेन आरेख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Which Venn diagram best represents [ Animals, Cow, Dog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एक बड़े वृत्त में दो अलग वृत्त / Two separate circles inside 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तीन प्रतिच्छेदी वृत्त / Three intersecting circles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तीन अलग वृत्त / Three separate circles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दो वृत्त जुड़े हुए / Two linked circles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Diagram • प्र. #38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[ पशु, गाय, कुत्ता ] के लिए सर्वोत्तम वेन आरेख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Which Venn diagram best represents [ Animals, Cow, Dog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एक बड़े वृत्त में दो अलग वृत्त / Two separate circles inside 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तीन प्रतिच्छेदी वृत्त / Three intersecting circles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तीन अलग वृत्त / Three separate circles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दो वृत्त जुड़े हुए / Two linked circles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गाय और कुत्ता दोनों अलग प्राणी हैं, पर दोनों पशु वर्ग में आते हैं।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Overlapping Venn • प्र. #39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[ डॉक्टर, पुरुष, लेखक ] के बीच सही संबंध कौन-सा आरेख दर्शाता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Which diagram represents the relation among [ Doctors, Men, Writers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तीन परस्पर काटने वाले वृत्त / Three overlapping circles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तीन संकेंद्रीय वृत्त / Concentric circles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दो वृत्त एक के अंदर / Two inside 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तीन अलग वृत्त / Three separate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Overlapping Venn • प्र. #39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[ डॉक्टर, पुरुष, लेखक ] के बीच सही संबंध कौन-सा आरेख दर्शाता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Which diagram represents the relation among [ Doctors, Men, Writers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तीन परस्पर काटने वाले वृत्त / Three overlapping circles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तीन संकेंद्रीय वृत्त / Concentric circles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दो वृत्त एक के अंदर / Two inside 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तीन अलग वृत्त / Three separate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कुछ पुरुष डॉक्टर हैं और लेखक भी हो सकते हैं; तीनों में उभयनिष्ठ गुण संभव हैं।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Class Venn • प्र. #40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[ सोना, धातु, चाँदी ] का सही निरूपण कौन-सा आरेख करता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Which diagram correctly represents [ Gold, Metal, Silver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धातु वृत्त के अंदर सोना व चाँदी / Gold &amp; Silver inside Metal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तीन अलग वृत्त / Three separate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तीनों संकेंद्रीय / All concentric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दो वृत्त कटे हुए / Two intersecting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Class Venn • प्र. #40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[ सोना, धातु, चाँदी ] का सही निरूपण कौन-सा आरेख करता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Which diagram correctly represents [ Gold, Metal, Silver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धातु वृत्त के अंदर सोना व चाँदी / Gold &amp; Silver inside Metal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तीन अलग वृत्त / Three separate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तीनों संकेंद्रीय / All concentric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दो वृत्त कटे हुए / Two intersecting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सोना और चाँदी दोनों भिन्न धातुएं हैं, पर दोनों 'धातु' वर्ग में आती हैं।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Disjoint Venn • प्र. #41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[ फल, सेब, आलू ] के लिए सबसे उपयुक्त वेन आरेख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Choose the most appropriate Venn diagram for [ Fruits, Apple, Potato ]: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फल में सेब, और आलू बाहर अलग / Apple in Fruit, Potato outside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तीनों अलग-अलग / Three separate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तीनों संकेंद्रीय / Three concentric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दो जुड़े हुए / Two linked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Disjoint Venn • प्र. #41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[ फल, सेब, आलू ] के लिए सबसे उपयुक्त वेन आरेख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Choose the most appropriate Venn diagram for [ Fruits, Apple, Potato ]: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फल में सेब, और आलू बाहर अलग / Apple in Fruit, Potato outside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तीनों अलग-अलग / Three separate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तीनों संकेंद्रीय / Three concentric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दो जुड़े हुए / Two linked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सेब एक 'फल' है, जबकि आलू 'सब्जी' (भूमिगत तना) है जो बाहर रहेगा।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Hierarchical Venn • प्र. #42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[ सप्ताह, दिन, वर्ष ] का सही वेन आरेख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What is the correct Venn diagram for [ Week, Day, Year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तीन संकेंद्रीय वृत्त / Three concentric circles (Day ⊂ Week ⊂ Year)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तीन अलग वृत्त / Three separate circles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दो अंदर एक बाहर / Two inside 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तीन जुड़े हुए / Three linked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Hierarchical Venn • प्र. #42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[ सप्ताह, दिन, वर्ष ] का सही वेन आरेख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What is the correct Venn diagram for [ Week, Day, Year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तीन संकेंद्रीय वृत्त / Three concentric circles (Day ⊂ Week ⊂ Year)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तीन अलग वृत्त / Three separate circles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दो अंदर एक बाहर / Two inside 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तीन जुड़े हुए / Three linked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दिन से सप्ताह और सप्ताह से वर्ष बनता है (Day ⊂ Week ⊂ Year)।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रैंकिंग परीक्षण / Ranking Test • प्र. #43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40 विद्यार्थियों की कक्षा में मोहन का स्थान ऊपर से 15वाँ है। नीचे से उसका स्थान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In a class of 40 students, Mohan ranks 15th from top. What is his rank from bottom?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25वाँ / 25th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26वाँ / 26th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27वाँ / 27th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28वाँ / 28th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रैंकिंग परीक्षण / Ranking Test • प्र. #43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40 विद्यार्थियों की कक्षा में मोहन का स्थान ऊपर से 15वाँ है। नीचे से उसका स्थान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In a class of 40 students, Mohan ranks 15th from top. What is his rank from bottom?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25वाँ / 25th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26वाँ / 26th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27वाँ / 27th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28वाँ / 28th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सूत्र: नीचे से स्थान = कुल - ऊपर से स्थान + 1 = 40 - 15 + 1 = 26वाँ।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रैंकिंग परीक्षण / Total Students • प्र. #44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एक पंक्ति में सीता बाएँ से 10वीं और दाएँ से 15वीं है। पंक्ति में कुल कितने विद्यार्थी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In a row, Sita is 10th from left and 15th from right. Total students in the row?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रैंकिंग परीक्षण / Total Students • प्र. #44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एक पंक्ति में सीता बाएँ से 10वीं और दाएँ से 15वीं है। पंक्ति में कुल कितने विद्यार्थी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In a row, Sita is 10th from left and 15th from right. Total students in the row?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सूत्र: कुल = बायाँ + दायाँ - 1 = 10 + 15 - 1 = 24 विद्यार्थी।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तुलनात्मक क्रम / Comparison • प्र. #45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A, B से लम्बा है पर C से छोटा है। D, E से लम्बा है पर B से छोटा है। सबसे लम्बा कौन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A is taller than B but shorter than C. D is taller than E but shorter than B. Who is tallest?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D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तुलनात्मक क्रम / Comparison • प्र. #45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A, B से लम्बा है पर C से छोटा है। D, E से लम्बा है पर B से छोटा है। सबसे लम्बा कौन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A is taller than B but shorter than C. D is taller than E but shorter than B. Who is tallest?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क्रम: C &gt; A &gt; B &gt; D &gt; E। अतः सबसे लम्बा 'C'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स्थान परिवर्तन / Interchanging Positions • प्र. #46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राम बाएँ से 8वाँ, श्याम दाएँ से 9वाँ है। स्थान बदलने पर राम बाएँ से 14वाँ हो जाता है। कुल कितने छात्र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Ram is 8th from left, Shyam 9th from right. After swapping, Ram is 14th from left. Total students?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स्थान परिवर्तन / Interchanging Positions • प्र. #46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राम बाएँ से 8वाँ, श्याम दाएँ से 9वाँ है। स्थान बदलने पर राम बाएँ से 14वाँ हो जाता है। कुल कितने छात्र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Ram is 8th from left, Shyam 9th from right. After swapping, Ram is 14th from left. Total students?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कुल = राम का नया बायाँ + श्याम का पुराना दायाँ - 1 = 14 + 9 - 1 = 22 छात्र।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दर्पण प्रतिबिम्ब / Mirror Image • प्र. #47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यदि दर्पण को दाईं ओर रखा जाए, तो अक्षर समूह 'RED' का सही दर्पण प्रतिबिम्ब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If a mirror is placed on the right, what is the mirror image of 'RED'?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ᗡƎЯ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ЯƎD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ᗡER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दर्पण प्रतिबिम्ब / Mirror Image • प्र. #47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यदि दर्पण को दाईं ओर रखा जाए, तो अक्षर समूह 'RED' का सही दर्पण प्रतिबिम्ब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If a mirror is placed on the right, what is the mirror image of 'RED'?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ᗡƎЯ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ЯƎD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ᗡER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दर्पण में दायाँ-बायाँ बदल जाता है: D उल्टा ᗡ, E उल्टा Ǝ, R उल्टा Я बनता है =&gt; 'ᗡƎЯ'।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घड़ी एवं कोण / Clock Angle • प्र. #48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घड़ी में ठीक 4:00 बजे दोनों सुइयों के बीच कितने अंश का कोण बनेगा?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At 4:00, what is the angle between the two hands of a clock?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90°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100°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120°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150°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घड़ी एवं कोण / Clock Angle • प्र. #48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घड़ी में ठीक 4:00 बजे दोनों सुइयों के बीच कितने अंश का कोण बनेगा?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At 4:00, what is the angle between the two hands of a clock?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90°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100°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120°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150°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घंटे के अंतराल में 30° का कोण बनता है: 4 × 30° = 120°।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कैलेंडर परीक्षण / Calendar Test • प्र. #49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यदि 1 जनवरी को सोमवार था, तो उसी साधारण वर्ष की 31 जनवरी को कौन-सा दिन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If 1st January was Monday, what day was 31st January of the same ordinary year?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सोमवार / Monday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मंगलवार / Tuesday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बुधवार / Wednesday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रविवार / Sunday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कैलेंडर परीक्षण / Calendar Test • प्र. #49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यदि 1 जनवरी को सोमवार था, तो उसी साधारण वर्ष की 31 जनवरी को कौन-सा दिन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If 1st January was Monday, what day was 31st January of the same ordinary year?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सोमवार / Monday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मंगलवार / Tuesday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बुधवार / Wednesday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रविवार / Sunday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कुल अंतर = 30 दिन। 30 ÷ 7 = 4 सप्ताह + 2 विषम दिन। सोमवार + 2 = बुधवार (Wednesday)।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पासा परीक्षण / Dice Opposite • प्र. #50  [MAT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एक मानक पासे (Standard Dice) में अंक '3' के विपरीत फलक पर कौन-सा अंक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On a standard dice, what number is on the face opposite to '3'?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पासा परीक्षण / Dice Opposite • प्र. #50  [MAT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एक मानक पासे (Standard Dice) में अंक '3' के विपरीत फलक पर कौन-सा अंक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On a standard dice, what number is on the face opposite to '3'?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मानक पासे में किन्हीं दो विपरीत फलकों का योग 7 होता है: 7 - 3 = 4।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 NMMS MAT अभ्यास सेट #02 — सफलता का संकल्प एवं संपर्क सूत्र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8495" cy="475488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2200" b="1">
                <a:solidFill>
                  <a:srgbClr val="D97706"/>
                </a:solidFill>
                <a:latin typeface="Segoe UI"/>
              </a:defRPr>
            </a:pPr>
            <a:r>
              <a:t>🏆 आपकी सफलता ही हमारा संकल्प है! 🏆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उत्तर प्रदेश NMMS छात्रवृत्ति परीक्षा (₹48,000) में चयनित होने वाले सभी भावी मेधावियों को अग्रिम शुभकामनाएं!</a:t>
            </a:r>
          </a:p>
          <a:p>
            <a:pPr algn="ctr">
              <a:spcBef>
                <a:spcPts val="500"/>
              </a:spcBef>
              <a:defRPr sz="1300">
                <a:solidFill>
                  <a:srgbClr val="D97706"/>
                </a:solidFill>
                <a:latin typeface="Segoe UI"/>
              </a:defRPr>
            </a:pPr>
            <a:r>
              <a:t>•  📱 WhatsApp हेल्पलाइन: +91 91101 13671 (सागर सर)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🌐 आधिकारिक वेबसाइट: sagarcoaching.tech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🎥 YouTube चैनल: Sagar Coaching Centre (Free Classes)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📍 पता / Centre Address: भगवानपुर, सुपौल, बिहार - 852109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