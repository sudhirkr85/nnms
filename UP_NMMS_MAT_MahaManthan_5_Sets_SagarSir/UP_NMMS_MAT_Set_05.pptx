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05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परीक्षण (MAT) — अभ्यास सेट #05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परीक्षा में 100% सफलता हेतु 50 अति-संभावित प्रश्नों का महाभ्यास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श्रृंखला परीक्षण (Number, Letter &amp; Mixed Series)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सादृश्यता एवं वर्गीकरण (Analogy &amp; Classification)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कोडिंग-डिकोडिंग, गणितीय संक्रियाएं एवं लुप्त पद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रक्त संबंध, दिशा-दूरी, वेन आरेख एवं दर्पण प्रतिबिम्ब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सटीक ट्रिक एवं 2-स्लाइड इंटरैक्टिव व्याख्या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 अभ्यास सेट #05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मानसिक योग्यता परीक्षण (MAT)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मानसिक योग्यता परीक्षण (MAT) में कुल 90 बहुविकल्पीय प्रश्न (90 अंक) पूछे जाते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अभ्यास सेट में UP NMMS के 10 वर्षों के ट्रेंड के आधार पर 50 अति-संभावित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कवर किए गए प्रमुख विषय: श्रृंखला, सादृश्यता, वर्गीकरण, कोडिंग, लुप्त पद, गणितीय संक्रियाएं, रक्त संबंध, दिशा, वेन आरेख आदि।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है ताकि विद्यार्थी पहले स्वयं विचार व अभ्यास करें।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चमकेगा और नीचे आसान ट्रिक व व्याख्या प्रस्तुत होगी।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MAT में 90 में से 85+ अंक प्राप्त करके मेरिट सूची में शीर्ष स्थान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#1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9 : 80 : : 10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9 : 80 : : 10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#1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9 : 80 : : 10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9 : 80 : : 10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n² - 1। 9² - 1 = 80। अतः 10² - 1 = 100 - 1 = 99।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8 : 64 : : 11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8 : 64 : : 11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8 : 64 : : 11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8 : 64 : : 11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8² = 64, अतः 11² = 121।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श्रेणी को पूरा कीजिए: 7, 14, 28, 56,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Complete the series: 7, 14, 28, 56,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श्रेणी को पूरा कीजिए: 7, 14, 28, 56,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Complete the series: 7, 14, 28, 56,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दोगुना: 56 × 2 = 112।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#4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अगला पद ज्ञात कीजिए: 10, 19, 37, 73,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Find the next term: 10, 19, 37, 73,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#4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अगला पद ज्ञात कीजिए: 10, 19, 37, 73,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Find the next term: 10, 19, 37, 73,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(पिछला पद × 2) - 1। 73 × 2 - 1 = 146 - 1 = 145।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#5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श्रेणी में (?) का मान क्या होगा? 100, 90, 81, 73,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What is the value of (?) in: 100, 90, 81, 73,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#5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श्रेणी में (?) का मान क्या होगा? 100, 90, 81, 73,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What is the value of (?) in: 100, 90, 81, 73,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अंतर क्रमशः: -10, -9, -8, अगला अंतर -7 होगा: 73 - 7 = 66।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#6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श्रेणी में लुप्त पद बताइए: 5, 25, 125,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Find missing term: 5, 25, 125,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#6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श्रेणी में लुप्त पद बताइए: 5, 25, 125,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Find missing term: 5, 25, 125,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5 की घातें: 5¹, 5², 5³, 5⁴ = 625।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#7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निम्न में अगला पद क्या होगा? 1, 8, 27, 64, 125,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What is next in: 1, 8, 27, 64, 125,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#7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निम्न में अगला पद क्या होगा? 1, 8, 27, 64, 125,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What is next in: 1, 8, 27, 64, 125,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प्राकृत संख्याओं के घन: 6³ = 216।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#8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अगला पद क्या होगा? AZ, CX, EV, GT,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next term? AZ, CX, EV, GT,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JQ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KP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#8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अगला पद क्या होगा? AZ, CX, EV, GT,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next term? AZ, CX, EV, GT,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JQ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KP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पहला अक्षर +2 (G+2=I) और दूसरा विपरीत (I का विपरीत R) =&gt; 'IR'।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#9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यदि 'MATH' = 13-1-20-8 हो, तो 'UP'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If 'MATH' = 13-1-20-8, what is the code for 'UP'?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20-15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21-16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21-17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22-16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#9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यदि 'MATH' = 13-1-20-8 हो, तो 'UP'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If 'MATH' = 13-1-20-8, what is the code for 'UP'?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20-15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21-16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21-17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22-16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वर्णमाला क्रमांक: U=21, P=16 =&gt; '21-16'।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#10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यदि 'SUN' को 'RTM' लिखा जाता है, तो 'MOON'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If 'SUN' is written as 'RTM', how is 'MOON'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LNNM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LPNM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KNNM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LNPM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#10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यदि 'SUN' को 'RTM' लिखा जाता है, तो 'MOON'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If 'SUN' is written as 'RTM', how is 'MOON'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LNNM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LPNM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KNNM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LNPM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-1: M-1=L, O-1=N, O-1=N, N-1=M =&gt; 'LNNM'।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/ Missing Number • प्र. #11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यदि 4 * 5 = 41 (4²+5²), 3 * 2 = 13 हो, तो 6 * 1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If 4 * 5 = 41, 3 * 2 = 13, then what is 6 * 1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/ Missing Number • प्र. #11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यदि 4 * 5 = 41 (4²+5²), 3 * 2 = 13 हो, तो 6 * 1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If 4 * 5 = 41, 3 * 2 = 13, then what is 6 * 1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a² + b² = 6² + 1² = 36 + 1 = 37।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#12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यदि '+' का अर्थ '×' और '-' का अर्थ '+' हो, तो 6 + 5 - 10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If '+' means '×' and '-' means '+', then 6 + 5 - 10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#12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यदि '+' का अर्थ '×' और '-' का अर्थ '+' हो, तो 6 + 5 - 10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If '+' means '×' and '-' means '+', then 6 + 5 - 10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 × 5 + 10 = 30 + 10 = 40।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#13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अमित ने कहा, 'सुनील मेरे पिता की पत्नी का भाई है।' सुनील अमित का क्या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Amit said, 'Sunil is the brother of my father's wife.' Who is Sunil to Amit?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मामा / Maternal Uncle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भाई / Brother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मौसा / Uncle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#13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अमित ने कहा, 'सुनील मेरे पिता की पत्नी का भाई है।' सुनील अमित का क्या लगता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Amit said, 'Sunil is the brother of my father's wife.' Who is Sunil to Amit?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मामा / Maternal Uncle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भाई / Brother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मौसा / Uncle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पिता की पत्नी = माँ। माँ का भाई = मामा (Maternal Uncle)।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#14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एक व्यक्ति 12 मी पश्चिम और 5 मी दक्षिण चलता है। प्रारंभिक बिंदु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A person walks 12m West and 5m South. What is the straight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13 मीटर / 13m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15 मीटर / 15m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17 मीटर / 17m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19 मीटर / 19m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#14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एक व्यक्ति 12 मी पश्चिम और 5 मी दक्षिण चलता है। प्रारंभिक बिंदु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A person walks 12m West and 5m South. What is the straight distance from start?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13 मीटर / 13m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15 मीटर / 15m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17 मीटर / 17m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19 मीटर / 19m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√(12² + 5²) = √(144 + 25) = √169 = 13 मीटर।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#15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[ स्तनधारी, गाय, चमगादड़ ] का सही संबंध कौन-सा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Which diagram correctly represents [ Mammals, Cow, Bat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स्तनधारी के अंदर गाय व चमगादड़ / Both inside Mammals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तीनों अलग /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दो अंदर एक बाहर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तीन जुड़े हुए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#15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[ स्तनधारी, गाय, चमगादड़ ] का सही संबंध कौन-सा आरेख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Which diagram correctly represents [ Mammals, Cow, Bat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स्तनधारी के अंदर गाय व चमगादड़ / Both inside Mammals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तीनों अलग /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दो अंदर एक बाहर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तीन जुड़े हुए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गाय और चमगादड़ दोनों ही स्तनधारी (Mammals) वर्ग में आते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/ Ranking • प्र. #16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एक पंक्ति में कुल 30 छात्र हैं। विकास दाएँ से 12वाँ है। बाएँ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In a row of 30 students, Vikas is 12th from right. What is his rank from left?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18वाँ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19वाँ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20वाँ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21वाँ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/ Ranking • प्र. #16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एक पंक्ति में कुल 30 छात्र हैं। विकास दाएँ से 12वाँ है। बाएँ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In a row of 30 students, Vikas is 12th from right. What is his rank from left?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18वाँ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19वाँ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20वाँ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21वाँ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बायाँ = कुल - दायाँ + 1 = 30 - 12 + 1 = 19वाँ।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/ Clock • प्र. #17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घड़ी में ठीक 9:00 बजे दोनों सुइयों के बीच कितने अंश का कोण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At 9:00,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90° (समकोण)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180°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/ Clock • प्र. #17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घड़ी में ठीक 9:00 बजे दोनों सुइयों के बीच कितने अंश का कोण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At 9:00,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90° (समकोण)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120°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9:00 बजे 3 घंटे का अंतराल होता है: 3 × 30° = 90° (समकोण)।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/ Calendar • प्र. #18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एक लीप वर्ष (Leap Year) में कुल कितने विषम दिन (Odd days)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How many odd days are there in a leap year?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/ Calendar • प्र. #18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एक लीप वर्ष (Leap Year) में कुल कितने विषम दिन (Odd days)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How many odd days are there in a leap year?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लीप वर्ष में 366 दिन = 52 सप्ताह + 2 अतिरिक्त (विषम) दिन।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/ Dice • प्र. #19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मानक पासे पर अंक '1' के विपरीत फलक पर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On a standard dice, what number is opposite to '1'?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/ Dice • प्र. #19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मानक पासे पर अंक '1' के विपरीत फलक पर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On a standard dice, what number is opposite to '1'?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मानक पासे में विपरीत फलकों का योग 7 होता है: 7 - 1 = 6।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 गणना / Counting • प्र. #20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एक वृत्त में 3 व्यास खींचने पर वृत्त कितने बराबर भागों में बँटता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Drawing 3 diameters divides a circle into how many equal parts?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 गणना / Counting • प्र. #20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एक वृत्त में 3 व्यास खींचने पर वृत्त कितने बराबर भागों में बँटता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Drawing 3 diameters divides a circle into how many equal parts?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 व्यास से 2 भाग, 2 व्यास से 4 भाग, और 3 व्यास से 6 भाग बनते हैं।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• प्र. #21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अक्षर 'A' का दर्पण प्रतिबिम्ब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What does the mirror image of letter 'A'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A (अपरिवर्तित / Same)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∀ (उल्टा)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• प्र. #21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अक्षर 'A' का दर्पण प्रतिबिम्ब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What does the mirror image of letter 'A'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A (अपरिवर्तित / Same)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∀ (उल्टा)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 'A' ऊर्ध्वाधर सममित है, अतः दर्पण में बिल्कुल समान दिखेगा।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जल प्रतिबिम्ब / Water Image • प्र. #22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अक्षर 'C' का जल प्रतिबिम्ब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What does the water image of letter 'C'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 (अपरिवर्तित / Same)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Ɔ (उल्टा)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जल प्रतिबिम्ब / Water Image • प्र. #22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अक्षर 'C' का जल प्रतिबिम्ब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What does the water image of letter 'C'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C (अपरिवर्तित / Same)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Ɔ (उल्टा)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 'C' क्षैतिज रूप से सममित (Horizontally Symmetric) है, अतः जल में 'C' ही दिखेगा।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#23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दिए गए चार विकल्पों में से विषम शब्द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Select the odd word from the given four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मीटर / Metre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किलोग्राम / Kilogram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सेंटीमीटर / Centimetre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मिलीमीटर / Millimetre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#23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दिए गए चार विकल्पों में से विषम शब्द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Select the odd word from the given four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मीटर / Metre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किलोग्राम / Kilogram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सेंटीमीटर / Centimetre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मिलीमीटर / Millimetre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मीटर, सेंटीमीटर और मिलीमीटर लम्बाई के मात्रक हैं, जबकि किलोग्राम द्रव्यमान (भार) का मात्रक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#24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दिए गए विकल्पों में से विषम संख्या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Find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#24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दिए गए विकल्पों में से विषम संख्या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Find the odd number from the given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17, 23 और 29 अभाज्य संख्याएं (Prime numbers) हैं, जबकि 33 एक भाज्य संख्या है (3 × 11 = 33)।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#25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निम्नलिखित में से बेमेल शब्द युग्म छाँटिए: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Choose the odd word-pair among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डॉक्टर : अस्पताल /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शिक्षक : विद्यालय / School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वकील : न्यायालय / Court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किसान : दुकान / Shop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#25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निम्नलिखित में से बेमेल शब्द युग्म छाँटिए: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Choose the odd word-pair among the following: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डॉक्टर : अस्पताल /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शिक्षक : विद्यालय / School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वकील : न्यायालय / Court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किसान : दुकान / Shop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डॉक्टर अस्पताल में, शिक्षक विद्यालय में और वकील न्यायालय में कार्य करते हैं; किसान का कार्यक्षेत्र खेत होता है न कि दुकान।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#26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दिए गए अक्षर समूहों में से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Select the odd one out among the given letter groups: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BDF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HJL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NPR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TVX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#26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दिए गए अक्षर समूहों में से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Select the odd one out among the given letter groups: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BDF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HJL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NPR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TVX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B(2)+2=D(4)+2=F(6), H(8)+2=J(10)+2=L(12), N(14)+2=P(16)+2=R(18); सभी में +2 है किंतु TVX में T(20)+2=V(22)+2=X(24)। अन्य समूहों में स्वर/व्यंजन या स्थान पैटर्न की भिन्नता से तुलना की जाती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#27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भारत : नई दिल्ली : : उत्तर प्रदेश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India : New Delhi : : Uttar Pradesh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वाराणसी / Varanasi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लखनऊ / Lucknow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कानपुर /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प्रयागराज / Prayagraj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#27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भारत : नई दिल्ली : : उत्तर प्रदेश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India : New Delhi : : Uttar Pradesh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वाराणसी / Varanasi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लखनऊ / Lucknow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कानपुर / Kanpur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प्रयागराज / Prayagraj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की राजधानी नई दिल्ली है, उसी प्रकार उत्तर प्रदेश की राजधानी लखनऊ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#28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सूर्य : दिन : : चंद्रमा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Sun : Day : : Moon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तारे / Stars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रात /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प्रकाश /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अंधेरा / Darkness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#28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सूर्य : दिन : : चंद्रमा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Sun : Day : : Moon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तारे / Stars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रात /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प्रकाश /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अंधेरा / Darkness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दिन में सूर्य चमकता है, और रात में चंद्रमा चमकता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#29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7 : 49 : : 9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7 : 49 : : 9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#29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7 : 49 : : 9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7 : 49 : : 9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संबंध n : n² का है। 7² = 49, अतः 9² = 81।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#30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आँख : दृष्टि : : कान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Eye : Vision : : Ear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ध्वनि /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श्रवण (सुनना) / Hearing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संगीत / Music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नाक / Nose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#30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आँख : दृष्टि : : कान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Eye : Vision : : Ear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ध्वनि /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श्रवण (सुनना) / Hearing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संगीत / Music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नाक / Nose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आँख का कार्य देखना (दृष्टि) है, तथा कान का कार्य सुनना (श्रवण)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#31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थर्मामीटर : तापमान : : बैरोमीटर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Thermometer : Temperature : : Barometer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हवा की गति / Wind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वायुमंडलीय दाब / Atmospheric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आर्द्रता / 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वर्षा / Rainfall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#31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थर्मामीटर : तापमान : : बैरोमीटर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Thermometer : Temperature : : Barometer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हवा की गति / Wind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वायुमंडलीय दाब / Atmospheric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आर्द्रता / Humidity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वर्षा / Rainfall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थर्मामीटर से तापमान मापा जाता है, तथा बैरोमीटर से वायुमंडलीय दाब मापा जाता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#32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पुस्तक : पृष्ठ : : दीवार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Book : Page : : Wall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छत / 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ईंट / Brick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सीमेंट / 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कमरा / Room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#32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पुस्तक : पृष्ठ : : दीवार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Book : Page : : Wall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छत / 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ईंट / Brick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सीमेंट / 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कमरा / Room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कई पृष्ठों से मिलकर पुस्तक बनती है, उसी प्रकार कई ईंटों से मिलकर दीवार बनती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#33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श्रेणी में लुप्त पद ज्ञात कीजिए: 3, 9, 27, 81,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Find the missing term in the series: 3, 9, 27, 81,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729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#33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श्रेणी में लुप्त पद ज्ञात कीजिए: 3, 9, 27, 81,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Find the missing term in the series: 3, 9, 27, 81,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3 से गुणा हो रहा है: 81 × 3 = 243 (3 की घातें: 3¹, 3², 3³, 3⁴, 3⁵)।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#34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संख्या श्रेणी को पूरा कीजिए: 2, 5, 10, 17, 26,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Complete the number series: 2, 5, 10, 17, 26,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#34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संख्या श्रेणी को पूरा कीजिए: 2, 5, 10, 17, 26,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Complete the number series: 2, 5, 10, 17, 26,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n² + 1। 1²+1=2, 2²+1=5, 3²+1=10, 4²+1=17, 5²+1=26, 6²+1 = 36 + 1 = 37।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#35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दी गई श्रेणी में अगला पद क्या होगा? 100, 80, 62, 46,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What will be the next term in the series? 100, 80, 62, 46,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#35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दी गई श्रेणी में अगला पद क्या होगा? 100, 80, 62, 46,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What will be the next term in the series? 100, 80, 62, 46,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घटने का क्रम: -20, -18, -16, अतः अगला अंतर -14 होगा। 46 - 14 = 32।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#36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श्रेणी का अगला पद ज्ञात कीजिए: 4, 12, 36, 108,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Find the next term of the series: 4, 12, 36, 108,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512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संख्या श्रृंखला / Series • प्र. #36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श्रेणी का अगला पद ज्ञात कीजिए: 4, 12, 36, 108,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Find the next term of the series: 4, 12, 36, 108,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×3 का नियम: 108 × 3 = 324।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#37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दी गई अक्षर श्रेणी में अगला पद क्या होगा? A, C, F, J, O,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What is the next letter in the series? A, C, F, J, O,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V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#37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दी गई अक्षर श्रेणी में अगला पद क्या होगा? A, C, F, J, O,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What is the next letter in the series? A, C, F, J, O,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A(1)+2=C(3), C(3)+3=F(6), F(6)+4=J(10), J(10)+5=O(15), O(15)+6 = 21वाँ अक्षर = U।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#38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श्रेणी में लुप्त अक्षर बताइए: Z, W, T, Q,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Find the missing letter in the series: Z, W, T, Q,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O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/ Letter Series • प्र. #38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श्रेणी में लुप्त अक्षर बताइए: Z, W, T, Q,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Find the missing letter in the series: Z, W, T, Q,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पद में -3 हो रहा है: Z(26) - 3 = W(23) - 3 = T(20) - 3 = Q(17) - 3 = N(14)।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#39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यदि किसी सांकेतिक भाषा में 'CAT' को '3120' लिखा जाता है, तो 'DOG'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If in a code language 'CAT' is written as '3120', how is 'DOG'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4157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4158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#39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यदि किसी सांकेतिक भाषा में 'CAT' को '3120' लिखा जाता है, तो 'DOG'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If in a code language 'CAT' is written as '3120', how is 'DOG'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4157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4158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वर्णमाला क्रमांक लिखे गए हैं: D=4, O=15, G=7 =&gt; '4157'।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#40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यदि 'PEN' को 'QFO' लिखा जाता है, तो 'BOOK'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If 'PEN' is written as 'QFO', what will 'BOOK' be written 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CPPL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ANNI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CQQL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BOPL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कोडिंग-डिकोडिंग / Coding • प्र. #40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यदि 'PEN' को 'QFO' लिखा जाता है, तो 'BOOK'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If 'PEN' is written as 'QFO', what will 'BOOK' be written as?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CPPL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ANNI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CQQL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BOPL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+1: B+1=C, O+1=P, O+1=P, K+1=L =&gt; 'CPPL'।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/ Missing Number • प्र. #41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यदि 2 + 3 = 13 (2²+3²), 3 + 4 = 25 हो, तो 4 + 5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If 2 + 3 = 13, 3 + 4 = 25, then 4 + 5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50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/ Missing Number • प्र. #41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यदि 2 + 3 = 13 (2²+3²), 3 + 4 = 25 हो, तो 4 + 5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If 2 + 3 = 13, 3 + 4 = 25, then 4 + 5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a² + b² = 4² + 5² = 16 + 25 = 41।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#42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यदि '×' का अर्थ '-' और '÷' का अर्थ '+' हो, तो 20 ÷ 10 ×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If '×' means '-' and '÷' means '+', then 20 ÷ 10 ×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Operations • प्र. #42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यदि '×' का अर्थ '-' और '÷' का अर्थ '+' हो, तो 20 ÷ 10 ×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If '×' means '-' and '÷' means '+', then 20 ÷ 10 ×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संकेत बदलने पर: 20 + 10 - 5 = 30 - 5 = 25।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#43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एक लड़की की ओर इशारा करते हुए रोहन ने कहा, 'वह मेरे दादाजी के इकलौते पुत्र की पुत्री है।' वह लड़की रोहन की क्या लगती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Pointing to a girl, Rohan said, 'She is the daughter of my grandfather's only son.' How is she related to Rohan?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बहन /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माता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पुत्री / Daughter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#43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एक लड़की की ओर इशारा करते हुए रोहन ने कहा, 'वह मेरे दादाजी के इकलौते पुत्र की पुत्री है।' वह लड़की रोहन की क्या लगती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Pointing to a girl, Rohan said, 'She is the daughter of my grandfather's only son.' How is she related to Rohan?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बहन /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माता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पुत्री / Daughter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दादाजी का इकलौता पुत्र = रोहन के पिता। पिता की पुत्री = रोहन की बहन (Sister)।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#44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A, B का भाई है। C, A की माता है। D, C का पिता है। B का D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A is B's brother. C is A's mother. D is C's father. How is B related to D's family?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पोता/नाती / Grandson or Granddaughter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पुत्र / 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भाई / Brother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#44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A, B का भाई है। C, A की माता है। D, C का पिता है। B का D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A is B's brother. C is A's mother. D is C's father. How is B related to D's family?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पोता/नाती / Grandson or Granddaughter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पुत्र / 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भाई / Brother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C, A और B दोनों की माँ है। माँ का पिता (D) नाना होता है, अतः B, D का नाती/नातिन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#45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सुरेश पूर्व की ओर 10 मीटर चलता है, फिर दाएँ मुड़कर 5 मीटर चलता है। अब वह किस दिशा की ओर मुख किए हुए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Suresh walks 10m East, then turns right and walks 5m.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उत्तर / North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पश्चिम / West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#45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सुरेश पूर्व की ओर 10 मीटर चलता है, फिर दाएँ मुड़कर 5 मीटर चलता है। अब वह किस दिशा की ओर मुख किए हुए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Suresh walks 10m East, then turns right and walks 5m.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उत्तर / North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पश्चिम / West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पूर्व की ओर चलते हुए दाएँ मुड़ने पर दिशा दक्षिण (South) हो जाती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#46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व्यक्ति उत्तर दिशा की ओर मुख करके खड़ा है। वह 180° दक्षिणावर्त (Clockwise) घूमता है। अब उसका मुख किस दिशा में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A person is facing North. He turns 180° clockwise.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पूर्व / 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पश्चिम / 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दक्षिण / South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उत्तर-पूर्व / North-East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Direction • प्र. #46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व्यक्ति उत्तर दिशा की ओर मुख करके खड़ा है। वह 180° दक्षिणावर्त (Clockwise) घूमता है। अब उसका मुख किस दिशा में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A person is facing North. He turns 180° clockwise. Which direction is he facing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पूर्व / East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पश्चिम / West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दक्षिण / South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उत्तर-पूर्व / North-East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दिशा से 180° घूमने पर विपरीत दिशा दक्षिण (South) प्राप्त होती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#47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निम्न में से कौन-सा आरेख [ पक्षी, तोता, कबूतर ] के बीच सही संबंध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Which diagram correctly represents [ Birds, Parrot, Pigeon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पक्षी के भीतर दो अलग वृत्त (तोता और कबूतर)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तीनों एक-दूसरे को काटते हुए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पूर्णतः अलग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एक के अंदर एक संकेंद्रित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#47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निम्न में से कौन-सा आरेख [ पक्षी, तोता, कबूतर ] के बीच सही संबंध दर्शाता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Which diagram correctly represents [ Birds, Parrot, Pigeon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पक्षी के भीतर दो अलग वृत्त (तोता और कबूतर)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तीनों एक-दूसरे को काटते हुए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पूर्णतः अलग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एक के अंदर एक संकेंद्रित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तोता और कबूतर दोनों अलग-अलग पक्षी हैं, लेकिन दोनों 'पक्षी' वर्ग के अंतर्गत आते हैं।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#48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[ फल, सेब, आम ] के सही संबंध को कौन-सा विकल्प प्रदर्शित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Which option represents the relation between [ Fruits, Apple, Mango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फल के अंतर्गत सेब और आम दोनों अलग-अलग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तीनों स्वतंत्र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सेब आम के अंदर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फल सेब के अंदर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#48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[ फल, सेब, आम ] के सही संबंध को कौन-सा विकल्प प्रदर्शित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Which option represents the relation between [ Fruits, Apple, Mango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फल के अंतर्गत सेब और आम दोनों अलग-अलग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तीनों स्वतंत्र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सेब आम के अंदर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फल सेब के अंदर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सेब और आम दोनों अलग-अलग फल हैं, और दोनों 'फल' समूह में समाहित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/ Ranking • प्र. #49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छात्रों की एक कतार में राहुल बाएँ से 10वें स्थान पर तथा दाएँ से 15वें स्थान पर है। कतार में कुल कितने छात्र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In a line of students, Rahul is 10th from left and 15th from right. How many students are there in total?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/ Ranking • प्र. #49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छात्रों की एक कतार में राहुल बाएँ से 10वें स्थान पर तथा दाएँ से 15वें स्थान पर है। कतार में कुल कितने छात्र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In a line of students, Rahul is 10th from left and 15th from right. How many students are there in total?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कुल छात्र = (बायाँ + दायाँ) - 1 = (10 + 15) - 1 = 25 - 1 = 24।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/ Calendar • प्र. #50  [MAT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यदि आज सोमवार है, तो ठीक 63 दिन बाद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If today is Monday, what day of the week will it be after 63 days?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रविवार / Sunday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सोमवार / Monday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मंगलवार / Tuesday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बुधवार / Wednesday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/ Calendar • प्र. #50  [MAT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यदि आज सोमवार है, तो ठीक 63 दिन बाद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If today is Monday, what day of the week will it be after 63 days?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रविवार / Sunday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सोमवार / Monday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मंगलवार / Tuesday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बुधवार / Wednesday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63 ÷ 7 = 9 पूर्ण सप्ताह, शेषफल = 0 दिन। अतः 63 दिन बाद भी सोमवार ही होगा।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MAT अभ्यास सेट #05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