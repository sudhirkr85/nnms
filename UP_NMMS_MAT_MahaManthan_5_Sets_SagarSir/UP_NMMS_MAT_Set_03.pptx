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03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परीक्षण (MAT) — अभ्यास सेट #03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परीक्षा में 100% सफलता हेतु 50 अति-संभावित प्रश्नों का महाभ्यास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श्रृंखला परीक्षण (Number, Letter &amp; Mixed Series)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सादृश्यता एवं वर्गीकरण (Analogy &amp; Classification)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कोडिंग-डिकोडिंग, गणितीय संक्रियाएं एवं लुप्त पद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रक्त संबंध, दिशा-दूरी, वेन आरेख एवं दर्पण प्रतिबिम्ब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सटीक ट्रिक एवं 2-स्लाइड इंटरैक्टिव व्याख्या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 अभ्यास सेट #03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मानसिक योग्यता परीक्षण (MAT)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मानसिक योग्यता परीक्षण (MAT) में कुल 90 बहुविकल्पीय प्रश्न (90 अंक) पूछे जाते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अभ्यास सेट में UP NMMS के 10 वर्षों के ट्रेंड के आधार पर 50 अति-संभावित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कवर किए गए प्रमुख विषय: श्रृंखला, सादृश्यता, वर्गीकरण, कोडिंग, लुप्त पद, गणितीय संक्रियाएं, रक्त संबंध, दिशा, वेन आरेख आदि।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है ताकि विद्यार्थी पहले स्वयं विचार व अभ्यास करें।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चमकेगा और नीचे आसान ट्रिक व व्याख्या प्रस्तुत होगी।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MAT में 90 में से 85+ अंक प्राप्त करके मेरिट सूची में शीर्ष स्थान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आकृतियों की गणना / Counting Triangles • प्र. #1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एक वर्ग के दोनों विकर्ण खींचने पर उसके भीतर कुल कितने त्रिभुज बनते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How many triangles are formed inside a square by drawing both diagonals?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आकृतियों की गणना / Counting Triangles • प्र. #1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एक वर्ग के दोनों विकर्ण खींचने पर उसके भीतर कुल कितने त्रिभुज बनते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How many triangles are formed inside a square by drawing both diagonals?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वर्ग में दोनों विकर्ण खींचने पर 4 छोटे त्रिभुज बनते हैं। ट्रिक: 4 × 2 = 8 त्रिभुज।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जल प्रतिबिम्ब / Water Image • प्र. #2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अक्षर 'E' का जल प्रतिबिम्ब (Water Image) कैसा दिखाई देगा?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What does the water image of letter 'E'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E (अपरिवर्तित / Unchanged)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Ǝ (उल्टा / Inverted)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जल प्रतिबिम्ब / Water Image • प्र. #2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अक्षर 'E' का जल प्रतिबिम्ब (Water Image) कैसा दिखाई देगा?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What does the water image of letter 'E'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E (अपरिवर्तित / Unchanged)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Ǝ (उल्टा / Inverted)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 'E' क्षैतिज रूप से सममित (Horizontally Symmetric) है, अतः इसका जल प्रतिबिम्ब 'E' ही रहता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(शब्द) / Classification • प्र. #3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निम्नलिखित में से कौन-सा एक अन्य तीनों से भिन्न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one of the following is different from the other three?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गंगा / Ganga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यमुना / Yamuna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गोदावरी / Godavari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हिमालय / Himalaya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(शब्द) / Classification • प्र. #3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निम्नलिखित में से कौन-सा एक अन्य तीनों से भिन्न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Which one of the following is different from the other three?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गंगा / Ganga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यमुना / Yamuna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गोदावरी / Godavari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हिमालय / Himalaya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गंगा, यमुना और गोदावरी नदियाँ हैं, जबकि हिमालय एक पर्वत श्रृंखला है। (Ganga, Yamuna, Godavari are rivers, while Himalaya is a mountain range).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(संख्या) / Number Classification • प्र. #4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दिए गए विकल्पों में से विषम संख्या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Choose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(संख्या) / Number Classification • प्र. #4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दिए गए विकल्पों में से विषम संख्या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Choose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11, 13 और 17 अभाज्य संख्याएं हैं, जबकि 15 एक भाज्य संख्या (3 × 5) है। (11, 13, 17 are prime numbers, while 15 is composite).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(अक्षर) / Letter Classification • प्र. #5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अक्षर समूहों में से विषम समूह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Which of the following letter groups is the odd one out?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BC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(अक्षर) / Letter Classification • प्र. #5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अक्षर समूहों में से विषम समूह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Which of the following letter groups is the odd one out?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AE, IO और OU दोनों स्वर (Vowels) हैं, जबकि BC दोनों व्यंजन (Consonants)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(मापन) / Measurement • प्र. #6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निम्नलिखित में से बेमेल मात्रक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Choose the mismatched unit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ग्राम / 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किलोग्राम / Kilogram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क्विंटल / Quintal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सेकंड / Second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(मापन) / Measurement • प्र. #6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निम्नलिखित में से बेमेल मात्रक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Choose the mismatched unit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ग्राम / 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किलोग्राम / Kilogram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क्विंटल / Quintal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सेकंड / 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ग्राम, किलोग्राम और क्विंटल द्रव्यमान/भार के मात्रक हैं, जबकि सेकंड समय का मात्रक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(जीव) / Living Organisms • प्र. #7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दिए गए चार विकल्पों में से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Select the odd one from the four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तोता / Parrot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कौआ / Crow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कबूतर / Pigeon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चमगादड़ / Bat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(जीव) / Living Organisms • प्र. #7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दिए गए चार विकल्पों में से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Select the odd one from the four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तोता / Parrot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कौआ / Crow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कबूतर / Pigeon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चमगादड़ / 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तोता, कौआ और कबूतर पक्षी (Aves) वर्ग में आते हैं, जबकि चमगादड़ स्तनधारी (Mammal) प्राणी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 युग्म) / Number Pair • प्र. #8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निम्न में से कौन-सा संख्या युग्म अन्य तीन से अलग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Which of the following number pairs is different from the others?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 :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 :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 :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 :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 युग्म) / Number Pair • प्र. #8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निम्न में से कौन-सा संख्या युग्म अन्य तीन से अलग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Which of the following number pairs is different from the others?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 :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 :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 :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5 :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2³ = 8, 3³ = 27, 4³ = 64 (घन का सम्बन्ध)। 5³ = 125 होना चाहिए (100 दिया है)।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(धातु/अधातु) / Science Classification • प्र. #9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निम्नलिखित में से विषम तत्व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Choose the odd element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लोहा /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तांबा / Copper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सोना / 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कोयला / Coal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(धातु/अधातु) / Science Classification • प्र. #9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निम्नलिखित में से विषम तत्व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Choose the odd element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लोहा /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तांबा / Copper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सोना / 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कोयला / Coal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लोहा, तांबा और सोना धातुएं हैं, जबकि कोयला कार्बन का अधात्विक अपरूप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(ज्यामिति) / Shapes • प्र. #10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निम्नलिखित में से भिन्न आकृति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of the following geometric figures is different?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घन / Cube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घनाभ / Cuboid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बेलन / Cylinder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वर्ग / Square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(ज्यामिति) / Shapes • प्र. #10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निम्नलिखित में से भिन्न आकृति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of the following geometric figures is different?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घन / Cube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घनाभ / Cuboid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बेलन / Cylinder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वर्ग / Square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घन, घनाभ और बेलन त्रिविमीय (3D) ठोस हैं, जबकि वर्ग द्विविमीय (2D) समतल आकृति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(राज्य) / States Classification • प्र. #11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निम्नलिखित चार में से कौन-सा एक अन्य से भिन्न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one of the following four is different from the rest?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उत्तर प्रदेश /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बिहार / Bihar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मध्य प्रदेश / 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दिल्ली / Delhi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(राज्य) / States Classification • प्र. #11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निम्नलिखित चार में से कौन-सा एक अन्य से भिन्न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one of the following four is different from the rest?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उत्तर प्रदेश /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बिहार / Bihar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मध्य प्रदेश / 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दिल्ली / Delhi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प्रदेश, बिहार और मध्य प्रदेश पूर्ण राज्य हैं, जबकि दिल्ली एक केंद्र शासित प्रदेश (UT) व राष्ट्रीय राजधानी क्षेत्र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(अंक) / Number Sum • प्र. #12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दिए गए विकल्पों में से विषम संख्या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Select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(अंक) / Number Sum • प्र. #12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दिए गए विकल्पों में से विषम संख्या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Select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123, 234, 345 में लगातार क्रमिक अंक हैं (1-2-3, 2-3-4, 3-4-5), जबकि 135 में विषम अंक (1, 3, 5)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(उपकरण) / Devices • प्र. #13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निम्नलिखित में से विषम उपकरण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of the following devices is the odd 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कुल्हाड़ी / Axe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चाकू / Knife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आरी / Saw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हथौड़ा / Hammer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(उपकरण) / Devices • प्र. #13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निम्नलिखित में से विषम उपकरण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of the following devices is the odd 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कुल्हाड़ी / Axe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चाकू / Knife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आरी / Saw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हथौड़ा / Hammer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कुल्हाड़ी, चाकू और आरी काटने (Cutting) के औजार हैं, जबकि हथौड़ा ठोकने या पीटने का औजार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(खेल) / Sports • प्र. #14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दिए गए विकल्पों में से भिन्न खेल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Choose the different sport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क्रिकेट / Cricket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हॉकी / Hockey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फुटबॉल / Football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शतरंज / Chess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(खेल) / Sports • प्र. #14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दिए गए विकल्पों में से भिन्न खेल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Choose the different sport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क्रिकेट / Cricket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हॉकी / Hockey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फुटबॉल / Football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शतरंज / Chess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क्रिकेट, हॉकी और फुटबॉल आउटडोर (Outdoor) मैदानी खेल हैं, जबकि शतरंज एक इनडोर (Indoor) खेल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(ग्रह) / Planets • प्र. #15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निम्नलिखित में से बेमेल खगोलीय पिंड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Select the mismatched celestial body: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पृथ्वी / Earth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शुक्र / Venus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शनि / Saturn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सूर्य / Sun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(ग्रह) / Planets • प्र. #15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निम्नलिखित में से बेमेल खगोलीय पिंड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Select the mismatched celestial body: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पृथ्वी / Earth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शुक्र / Venus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शनि / Saturn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सूर्य / Sun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पृथ्वी, शुक्र और शनि ग्रह हैं, जबकि सूर्य सौरमंडल का एक तारा (Star)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 अंतर) / Difference • प्र. #16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दिए गए संख्या युग्मों में से विषम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Choose the odd number pair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10 - 20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30 - 40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50 - 60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70 - 90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(संख्या अंतर) / Difference • प्र. #16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दिए गए संख्या युग्मों में से विषम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Choose the odd number pair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10 - 20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30 - 40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50 - 60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70 - 90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पहले तीन युग्मों में 10 का अंतर है, जबकि चौथे में 20 का अंतर है (70 - 90)।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(रोग) / Diseases • प्र. #17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निम्नलिखित में से विषम रोग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Choose the odd disease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रतौंधी / Night Blindness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बेरी-बेरी / Beri-Beri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स्कर्वी / Scurvy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मलेरिया / Malaria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(रोग) / Diseases • प्र. #17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निम्नलिखित में से विषम रोग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Choose the odd disease from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रतौंधी / Night Blindness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बेरी-बेरी / Beri-Beri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स्कर्वी / Scurvy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मलेरिया / Malaria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रतौंधी, बेरी-बेरी और स्कर्वी विटामिन की कमी से होने वाले हीनताजन्य रोग हैं, जबकि मलेरिया प्रोटोजोआ संक्रमण से होता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(देश-राजधानी) / Country-Capital • प्र. #18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भारत : नई दिल्ली : : जापान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India : New Delhi : : Japan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बीजिंग / Beijing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टोक्यो / Tokyo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सियोल / Seoul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बैंकॉक / Bangkok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(देश-राजधानी) / Country-Capital • प्र. #18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भारत : नई दिल्ली : : जापान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India : New Delhi : : Japan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बीजिंग / Beijing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टोक्यो / Tokyo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सियोल / Seoul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बैंकॉक / Bangkok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की राजधानी नई दिल्ली है, उसी प्रकार जापान की राजधानी टोक्यो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वर्ग - 1) / Number Analogy • प्र. #19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4 : 15 : : 6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4 : 15 : : 6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वर्ग - 1) / Number Analogy • प्र. #19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4 : 15 : : 6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4 : 15 : : 6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n² - 1। 4² - 1 = 16 - 1 = 15। इसी प्रकार 6² - 1 = 36 - 1 = 35।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(अक्षर) / Letter Analogy • प्र. #20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AB : ZY : : CD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AB : ZY : : CD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XW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WX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VU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UV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(अक्षर) / Letter Analogy • प्र. #20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AB : ZY : : CD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AB : ZY : : CD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XW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WX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VU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UV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विपरीत अक्षर (Opposite letters): A-&gt;Z, B-&gt;Y। इसी प्रकार C-&gt;X, D-&gt;W अर्थात 'XW'।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(विज्ञान) / Science Analogy • प्र. #21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हृदय : कार्डियोलॉजी : : मस्तिष्क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Heart : Cardiology : : Brain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न्यूरोलॉजी / Neurology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नेफ्रोलॉजी / Nephrology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डर्मेटोलॉजी / Dermatology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ऑप्टिक्स / Optics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(विज्ञान) / Science Analogy • प्र. #21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हृदय : कार्डियोलॉजी : : मस्तिष्क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Heart : Cardiology : : Brain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न्यूरोलॉजी / Neurology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नेफ्रोलॉजी / Nephrology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डर्मेटोलॉजी / Dermatology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ऑप्टिक्स / Optics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हृदय के अध्ययन को कार्डियोलॉजी कहते हैं, तथा मस्तिष्क व तंत्रिका तंत्र के अध्ययन को न्यूरोलॉजी कहते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घन) / Cube Analogy • प्र. #22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4 : 64 : : 5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4 : 64 : : 5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घन) / Cube Analogy • प्र. #22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4 : 64 : : 5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4 : 64 : : 5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4³ = 64, इसी प्रकार 5³ = 125।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(कार्यकर्ता-कार्यस्थल) / Worker &amp; Workplace • प्र. #23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शिक्षक : विद्यालय : : डॉक्टर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Teacher : School : : Doctor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अदालत / Court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अस्पताल /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कारखाना / 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स्टेडियम / Stadium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(कार्यकर्ता-कार्यस्थल) / Worker &amp; Workplace • प्र. #23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शिक्षक : विद्यालय : : डॉक्टर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Teacher : School : : Doctor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अदालत / Court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अस्पताल /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कारखाना / 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स्टेडियम / Stadium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शिक्षक विद्यालय में कार्य करता है, उसी प्रकार डॉक्टर अस्पताल में कार्य करता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(अक्षर +3) / Letter Analogy • प्र. #24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CAT : FDW : : DOG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CAT : FDW : : DOG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GRJ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GPH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FQH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GQI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(अक्षर +3) / Letter Analogy • प्र. #24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CAT : FDW : : DOG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CAT : FDW : : DOG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GRJ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GPH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FQH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GQI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+3: C(+3)=F, A(+3)=D, T(+3)=W। अतः D(+3)=G, O(+3)=R, G(+3)=J =&gt; 'GRJ'।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(मापन यंत्र) / Measuring Instrument • प्र. #25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ओडोमीटर : दूरी : : सिस्मोग्राफ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Odometer : Distance : : Seismograph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तापमान /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भूकंप की तीव्रता / Earthquake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वर्षा / Rainfall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वायुदाब / Pressure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(मापन यंत्र) / Measuring Instrument • प्र. #25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ओडोमीटर : दूरी : : सिस्मोग्राफ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Odometer : Distance : : Seismograph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तापमान /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भूकंप की तीव्रता / Earthquake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वर्षा / Rainfall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वायुदाब / Pressure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ओडोमीटर से वाहनों द्वारा चली दूरी मापी जाती है, सिस्मोग्राफ से भूकंप की तीव्रता मापी जाती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संक्रिया) / Operation Analogy • प्र. #26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6 : 36 : : 9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6 : 36 : : 9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संक्रिया) / Operation Analogy • प्र. #26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6 : 36 : : 9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6 : 36 : : 9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6² = 36, इसी प्रकार 9² = 81।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(समानार्थी) / Synonym Analogy • प्र. #27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विशाल : बड़ा : : लघु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Huge : Big : : Tiny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छोटा / Small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लंबा / Long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ऊँचा /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भारी / Heavy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(समानार्थी) / Synonym Analogy • प्र. #27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विशाल : बड़ा : : लघु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Huge : Big : : Tiny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छोटा / Small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लंबा / Long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ऊँचा /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भारी / Heavy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विशाल और बड़ा समानार्थी हैं, उसी प्रकार लघु का समानार्थी छोटा (Small)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दोगुना + 2) / Analogy Rule • प्र. #28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8 : 18 : : 12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8 : 18 : : 12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(संख्या दोगुना + 2) / Analogy Rule • प्र. #28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8 : 18 : : 12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8 : 18 : : 12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(संख्या × 2) + 2। 8 × 2 + 2 = 18। अतः 12 × 2 + 2 = 24 + 2 = 26।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(पशु-बच्चा) / Animal &amp; Offspring • प्र. #29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गाय : बछड़ा : : कुत्ता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Cow : Calf : : Dog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मेमना / Lamb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पिल्ला / Puppy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शावक / Cub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बछिया / Heifer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(पशु-बच्चा) / Animal &amp; Offspring • प्र. #29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गाय : बछड़ा : : कुत्ता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Cow : Calf : : Dog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मेमना / Lamb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पिल्ला / Puppy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शावक / Cub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बछिया / Heifer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गाय के बच्चे को बछड़ा कहते हैं, कुत्ते के बच्चे को पिल्ला (Puppy) कहते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(वर्णमाला स्थान) / Position Analogy • प्र. #30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E : 5 : : J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E : 5 : : J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(वर्णमाला स्थान) / Position Analogy • प्र. #30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E : 5 : : J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E : 5 : : J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E का वर्णमाला क्रमांक 5 है, J का वर्णमाला क्रमांक 10 है (EJOTY नियम)।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(देश-राष्ट्रीय खेल) / Sport Analogy • प्र. #31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भारत : हॉकी : : अमेरिका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India : Hockey : : USA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क्रिकेट / Cricket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बेसबॉल / Baseball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फुटबॉल / Football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टेनिस / Tennis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(देश-राष्ट्रीय खेल) / Sport Analogy • प्र. #31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भारत : हॉकी : : अमेरिका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India : Hockey : : USA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क्रिकेट / Cricket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बेसबॉल / Baseball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फुटबॉल / Football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टेनिस / Tennis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का राष्ट्रीय खेल हॉकी माना जाता है, संयुक्त राज्य अमेरिका का राष्ट्रीय खेल बेसबॉल (Baseball)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(वर्गमूल) / Root Analogy • प्र. #32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49 : 7 : : 121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49 : 7 : : 121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(वर्गमूल) / Root Analogy • प्र. #32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49 : 7 : : 121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49 : 7 : : 121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√49 = 7, इसी प्रकार √121 = 11।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(+6) / Number Series • प्र. #33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दी गई श्रेणी में अगला पद ज्ञात कीजिए: 5, 11, 17, 23, 29,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Find the next term in the series: 5, 11, 17, 23, 29,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(+6) / Number Series • प्र. #33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दी गई श्रेणी में अगला पद ज्ञात कीजिए: 5, 11, 17, 23, 29,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Find the next term in the series: 5, 11, 17, 23, 29,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+6 की वृद्धि हो रही है: 29 + 6 = 35।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(तिगुना) / Tripling Series • प्र. #34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श्रृंखला का अगला पद क्या होगा? 2, 6, 18, 54,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What will be the next term in the series? 2, 6, 18, 54,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(तिगुना) / Tripling Series • प्र. #34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श्रृंखला का अगला पद क्या होगा? 2, 6, 18, 54,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What will be the next term in the series? 2, 6, 18, 54,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3 गुना (×3) हो रहा है: 54 × 3 = 162।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(वर्ग + 2) / n² + 2 Series • प्र. #35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निम्न श्रेणी में लुप्त पद बताइए: 3, 6, 11, 18, 27,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Find the missing term in: 3, 6, 11, 18, 27,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(वर्ग + 2) / n² + 2 Series • प्र. #35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निम्न श्रेणी में लुप्त पद बताइए: 3, 6, 11, 18, 27,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Find the missing term in: 3, 6, 11, 18, 27,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n² + 2 (1²+2=3, 2²+2=6, 3²+2=11, 4²+2=18, 5²+2=27)। अतः 6² + 2 = 38।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(घटती संख्या) / Decreasing Series • प्र. #36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श्रृंखला को पूरा कीजिए: 80, 72, 64, 56, 48,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Complete the series: 80, 72, 64, 56, 48,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(घटती संख्या) / Decreasing Series • प्र. #36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श्रृंखला को पूरा कीजिए: 80, 72, 64, 56, 48,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Complete the series: 80, 72, 64, 56, 48,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से -8 घट रहा है: 48 - 8 = 40।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(एकांतर) / Alternate Series • प्र. #37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श्रृंखला में (?) का मान ज्ञात कीजिए: 10, 50, 15, 45, 20, 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Find the value of (?) in: 10, 50, 15, 45, 20, 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(एकांतर) / Alternate Series • प्र. #37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श्रृंखला में (?) का मान ज्ञात कीजिए: 10, 50, 15, 45, 20, 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Find the value of (?) in: 10, 50, 15, 45, 20, 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पहली श्रेणी: 10, 15, 20, 25 (+5)। दूसरी श्रेणी: 50, 45, 40 (-5)। अतः 20 + 5 = 25।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(गुणा व घटाना) / Series Pattern • प्र. #38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श्रेणी का अगला पद क्या होगा? 3, 5, 9, 17, 33,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What is the next term in the series? 3, 5, 9, 17, 33,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(गुणा व घटाना) / Series Pattern • प्र. #38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श्रेणी का अगला पद क्या होगा? 3, 5, 9, 17, 33,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What is the next term in the series? 3, 5, 9, 17, 33,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(पिछला पद × 2) - 1। 3×2-1=5, 5×2-1=9, 9×2-1=17, 17×2-1=33, 33×2-1=65।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(अंतर दुगुना) / Doubling Gap • प्र. #39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दी गई श्रेणी में अगला पद बताइए: 1, 3, 7, 15, 31,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State the next term in the series: 1, 3, 7, 15, 31,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(अंतर दुगुना) / Doubling Gap • प्र. #39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दी गई श्रेणी में अगला पद बताइए: 1, 3, 7, 15, 31,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State the next term in the series: 1, 3, 7, 15, 31,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अंतर क्रमशः +2, +4, +8, +16, +32 है: 31 + 32 = 63।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(घन + 1) / n³ + 1 Series • प्र. #40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श्रृंखला में (?) के स्थान पर संख्या ज्ञात कीजिए: 2, 9, 28, 65,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Find the number replacing (?) in: 2, 9, 28, 65,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130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(घन + 1) / n³ + 1 Series • प्र. #40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श्रृंखला में (?) के स्थान पर संख्या ज्ञात कीजिए: 2, 9, 28, 65,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Find the number replacing (?) in: 2, 9, 28, 65,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n³ + 1 (1³+1=2, 2³+1=9, 3³+1=28, 4³+1=65)। अगला पद 5³ + 1 = 126।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(अभाज्य संख्या अंतर) / Prime Gaps • प्र. #41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निम्न श्रेणी को पूरा कीजिए: 2, 4, 7, 12, 19,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Complete the series: 2, 4, 7, 12, 19,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(अभाज्य संख्या अंतर) / Prime Gaps • प्र. #41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निम्न श्रेणी को पूरा कीजिए: 2, 4, 7, 12, 19,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Complete the series: 2, 4, 7, 12, 19,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अंतर क्रमशः अभाज्य संख्याएं हैं: +2, +3, +5, +7, अगला अंतर +11 होगा: 19 + 11 = 30।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(आधा होना) / Halving Series • प्र. #42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श्रृंखला का अगला पद क्या होगा? 128, 64, 32, 16, 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What will be the next term? 128, 64, 32, 16, 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(आधा होना) / Halving Series • प्र. #42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श्रृंखला का अगला पद क्या होगा? 128, 64, 32, 16, 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What will be the next term? 128, 64, 32, 16, 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2 से विभाजित (÷2) हो रहा है: 8 ÷ 2 = 4।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(विषम संख्याएं) / Odd Series • प्र. #43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दी गई श्रेणी में अगला पद बताइए: 13, 17, 21, 25, 29,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Find the next term in: 13, 17, 21, 25, 29,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(विषम संख्याएं) / Odd Series • प्र. #43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दी गई श्रेणी में अगला पद बताइए: 13, 17, 21, 25, 29,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Find the next term in: 13, 17, 21, 25, 29,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+4 जुड़ रहा है: 29 + 4 = 33।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(गुणा 2 और 3) / Alternating Multipliers • प्र. #44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श्रृंखला में लुप्त पद ज्ञात कीजिए: 2, 4, 12, 48, 240,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Find the missing term: 2, 4, 12, 48, 240,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1920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(गुणा 2 और 3) / Alternating Multipliers • प्र. #44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श्रृंखला में लुप्त पद ज्ञात कीजिए: 2, 4, 12, 48, 240,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Find the missing term: 2, 4, 12, 48, 240,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1440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1680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1920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गुणा क्रमशः: ×2, ×3, ×4, ×5, ×6। 240 × 6 = 1440।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(दशमलव) / Decimal Series • प्र. #45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निम्न श्रेणी का अगला पद क्या होगा? 0.5, 1.5, 4.5, 13.5,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next term in: 0.5, 1.5, 4.5, 13.5,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27.0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35.5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42.0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(दशमलव) / Decimal Series • प्र. #45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निम्न श्रेणी का अगला पद क्या होगा? 0.5, 1.5, 4.5, 13.5,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next term in: 0.5, 1.5, 4.5, 13.5,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27.0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35.5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40.5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3 गुना हो रहा है (×3): 13.5 × 3 = 40.5।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(वर्ग अंतर) / Square Differences • प्र. #46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श्रेणी में (?) के स्थान पर संख्या बताइए: 1, 2, 6, 15, 31,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State the number in place of (?): 1, 2, 6, 15, 31,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(वर्ग अंतर) / Square Differences • प्र. #46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श्रेणी में (?) के स्थान पर संख्या बताइए: 1, 2, 6, 15, 31,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State the number in place of (?): 1, 2, 6, 15, 31,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अंतर क्रमशः पूर्ण वर्ग संख्याएं हैं: +1², +2², +3², +4², +5² =&gt; 31 + 25 = 56।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(त्रि-पदीय योग) / Tribonacci • प्र. #47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श्रेणी को पूरा कीजिए: 1, 2, 3, 6, 11, 20, 37,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Complete the series: 1, 2, 3, 6, 11, 20, 37,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(त्रि-पदीय योग) / Tribonacci • प्र. #47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श्रेणी को पूरा कीजिए: 1, 2, 3, 6, 11, 20, 37,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Complete the series: 1, 2, 3, 6, 11, 20, 37,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पिछले तीन पदों का योग है: 11 + 20 + 37 = 68।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(+3) / Letter Series • प्र. #48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दी गई अक्षर श्रेणी में अगला पद क्या होगा? B, E, H, K, N,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next term in the letter series? B, E, H, K, N,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(+3) / Letter Series • प्र. #48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दी गई अक्षर श्रेणी में अगला पद क्या होगा? B, E, H, K, N,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next term in the letter series? B, E, H, K, N,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+3: N(14) + 3 = Q(17)।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(-3) / Backward Letter Series • प्र. #49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श्रेणी को पूरा कीजिए: Z, W, T, Q, N,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Complete the series: Z, W, T, Q, N,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(-3) / Backward Letter Series • प्र. #49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श्रेणी को पूरा कीजिए: Z, W, T, Q, N,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Complete the series: Z, W, T, Q, N,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उल्टे क्रम में -3: N(14) - 3 = K(11)।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(+2) / Coding • प्र. #50  [MAT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यदि 'BIRD' को 'DKTF' लिखा जाता है, तो उसी कूट में 'FISH'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If 'BIRD' is coded as 'DKTF', how will 'FISH' be coded?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HKUJ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HKTK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HLTJ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GKTJ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(+2) / Coding • प्र. #50  [MAT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यदि 'BIRD' को 'DKTF' लिखा जाता है, तो उसी कूट में 'FISH'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If 'BIRD' is coded as 'DKTF', how will 'FISH' be coded?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HKUJ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HKTK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HLTJ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GKTJ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+2: F(+2)=H, I(+2)=K, S(+2)=U, H(+2)=J =&gt; 'HKUJ'।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MAT अभ्यास सेट #03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