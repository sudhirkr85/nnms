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Class 01 • भौतिक विज्ञान (Physics Special)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गति, चाल, बल एवं घर्षण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Motion, Speed, Measurement of Time, Types of Force &amp; Friction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सरल रेखीय, वर्तुल (वृत्ताकार) एवं आवर्ती गति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चाल (Speed) का सूत्र एवं SI मात्रक (मीटर/सेकंड)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बल (Force): संपर्क बल (पेशीय, घर्षण) व असंपर्क बल (चुंबकीय, गुरुत्वीय)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घर्षण (Friction): स्थैतिक, सर्पी व लोटनिक घर्षण (रोलिंग)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15 मोस्ट रिपीटेड All India NMMS PYQs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01: गति के प्रकार, चाल एवं समय मापन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गति (Motion): समय के साथ किसी वस्तु की स्थिति में परिवर्तन को गति कहते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सरल रेखीय गति (Rectilinear Motion): सीधी रेखा में गति, जैसे सीधी सड़क पर दौड़ती गाड़ी या पेड़ से गिरता सेब।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वर्तुल / वृत्ताकार गति (Circular Motion): वृत्ताकार पथ पर गति, जैसे पंखे की पंखुड़ियों की गति, कोल्हू के बैल की गति।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आवर्ती गति (Periodic Motion): जब कोई वस्तु एक निश्चित समय अंतराल के बाद अपनी गति दोहराती है, जैसे घड़ी का पेंडुलम (दोलक), झूले की गति।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चाल का सूत्र: चाल = तय की गई दूरी / लिया गया समय (Speed = Distance / Time)।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SI मात्रक: दूरी का मानक मात्रक 'मीटर' (m), समय का 'सेकंड' (s) तथा चाल का SI मात्रक 'मीटर प्रति सेकंड' (m/s)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सरल लोलक (Simple Pendulum): एक दोलन पूरा करने में लगे समय को 'आवर्तकाल' (Time Period) कहते हैं।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01: बल (Force) की अवधारणा एवं प्रमुख प्रकार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बल (Force): किसी वस्तु पर लगने वाला धक्का (Push) या खिंचाव (Pull) बल कहलाता है। बल का SI मात्रक 'न्यूटन' (Newton / N)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बल के प्रभाव: बल किसी रुकी वस्तु को गति में ला सकता है, दिशा बदल सकता है, गति बढ़ा/घटा सकता है और आकार बदल सकता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संपर्क बल (Contact Forces): जो वस्तुओं के सीधे संपर्क में आने पर लगते हैं: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पेशीय बल (Muscular Force): मांसपेशियों द्वारा लगाया गया बल (जैसे वजन उठाना, बैलगाड़ी खींचना)।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घर्षण बल (Friction Force): दो सतहों के बीच गति का विरोध करने वाला बल।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असंपर्क बल (Non-contact Forces): जो बिना छुए दूरी से ही कार्य करते हैं: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चुंबकीय बल (Magnetic Force): चुंबक द्वारा लोहे या दूसरे चुंबक पर लगने वाला बल।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स्थिर वैद्युत बल (Electrostatic Force): आवेशित वस्तु द्वारा दूसरी वस्तु पर लगने वाला बल (कंघी से कागज के टुकड़े उठना)।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गुरुत्वाकर्षण बल (Gravitational Force): ब्रह्मांड के सभी पिंडों के बीच लगने वाला आकर्षण बल (पृथ्वी हर वस्तु को नीचे खींचती है)।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01: घर्षण बल (Friction): मित्र एवं शत्रु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घर्षण (Friction): वह बल जो दो परस्पर संपर्क में रखी सतहों के बीच सापेक्ष गति का विरोध करता है। यह हमेशा गति की विपरीत दिशा में लगता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घर्षण के 3 मुख्य प्रकार: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1. स्थैतिक घर्षण (Static Friction): जब वस्तु विराम अवस्था में हो (सबसे अधिक मान)।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2. सर्पी घर्षण (Sliding Friction): जब एक वस्तु दूसरी पर फिसलती है (स्थैतिक से कम)।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3. लोटनिक घर्षण (Rolling Friction): जब वस्तु पहिए या रोलर पर लुढ़कती है (सबसे न्यूनतम)।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घर्षण का क्रम: स्थैतिक घर्षण &gt; सर्पी घर्षण &gt; लोटनिक घर्षण (रोलिंग घर्षण)।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घर्षण को कम करने के उपाय: स्नेहक (तेल, ग्रीस, ग्रेफाइट), बॉल बेयरिंग का उपयोग और सतह को चिकना करना।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घर्षण बढ़ाने के उपाय: जूतों के तली में खांचे बनाना, वाहनों के टायरों में गोदी (ट्रेड्स) बनाना।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चाल (Speed) का अंतर्राष्ट्रीय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किमी/घंटा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मीटर प्रति सेकंड (m/s)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मीटर/मिनट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सेमी/सेकंड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चाल (Speed) का अंतर्राष्ट्रीय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किमी/घंटा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मीटर प्रति सेकंड (m/s)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मीटर/मिनट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सेमी/सेकंड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दूरी का मानक मात्रक मीटर और समय का सेकंड है, अतः चाल का SI मात्रक मीटर/सेकंड होता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घड़ी के पेंडुलम (दोलक) की गति निम्नलिखित में से किस प्रकार की गति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सरल रेखीय गति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आवर्ती गति (Periodic Motion)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वर्तुल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अनियमित गति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घड़ी के पेंडुलम (दोलक) की गति निम्नलिखित में से किस प्रकार की गति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सरल रेखीय गति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आवर्ती गति (Periodic Motion)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वर्तुल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अनियमित गति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निश्चित समय अंतराल में अपनी गति को दोहराने वाली गति आवर्ती या दोलन गति कहलाती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बल (Force) का SI मात्रक निम्नलिखित में से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जूल (J)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न्यूटन (Newton / 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पास्कल (Pa)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वाट (W)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बल (Force) का SI मात्रक निम्नलिखित में से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जूल (J)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न्यूटन (Newton / 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पास्कल (Pa)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वाट (W)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बल का मात्रक वैज्ञानिक सर आइजैक न्यूटन के सम्मान में 'न्यूटन' रखा गया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सूखे बालों में कंघी करने के बाद वह कागज के छोटे टुकड़ों को आकर्षित करती है, यह किस बल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चुंबकीय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स्थिर वैद्युत बल (Electrostatic Force)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पेशीय 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गुरुत्वाकर्षण बल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सूखे बालों में कंघी करने के बाद वह कागज के छोटे टुकड़ों को आकर्षित करती है, यह किस बल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चुंबकीय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स्थिर वैद्युत बल (Electrostatic Force)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पेशीय 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गुरुत्वाकर्षण बल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घर्षण द्वारा कंघी पर आवेश आ जाता है जो अनावेशित कागज को स्थिर वैद्युत बल से खींचता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घर्षण बलों का सही घटता क्रम (अवरोही क्रम)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लोटनिक &gt; सर्पी &gt; स्थैतिक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स्थैतिक &gt; सर्पी &gt; लोटनिक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सर्पी &gt; स्थैतिक &gt; लोटनिक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लोटनिक &gt; स्थैतिक &gt; सर्पी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घर्षण बलों का सही घटता क्रम (अवरोही क्रम)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लोटनिक &gt; सर्पी &gt; स्थैतिक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स्थैतिक &gt; सर्पी &gt; लोटनिक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सर्पी &gt; स्थैतिक &gt; लोटनिक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लोटनिक &gt; स्थैतिक &gt; सर्पी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स्थैतिक घर्षण सबसे अधिक होता है और लोटनिक (रोलिंग) घर्षण सबसे कम होता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वाहनों के पहियों में बॉल बेयरिंग (Ball Bearing) का उपयोग क्यों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घर्षण बढ़ाने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सर्पी घर्षण को लोटनिक घर्षण में बदलने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वजन घटाने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चाल कम करने हेतु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वाहनों के पहियों में बॉल बेयरिंग (Ball Bearing) का उपयोग क्यों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घर्षण बढ़ाने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सर्पी घर्षण को लोटनिक घर्षण में बदलने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वजन घटाने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चाल कम करने हेतु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रोलिंग फ्रिक्शन बहुत कम होता है, अतः बॉल बेयरिंग ऊर्जा हानि रोककर घर्षण घटाता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किसी वस्तु द्वारा एकांक समय में तय की गई दूरी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विस्थापन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चाल (Speed)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त्वरण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संवेग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किसी वस्तु द्वारा एकांक समय में तय की गई दूरी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विस्थापन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चाल (Speed)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त्वरण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संवेग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चाल = दूरी / समय (Speed = Distance / Time) होता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निम्नलिखित में से कौन सा एक 'असंपर्क बल' (Non-contact Force) नहीं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गुरुत्वाकर्षण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चुंबकीय बल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घर्षण बल (Friction)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स्थिर वैद्युत बल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निम्नलिखित में से कौन सा एक 'असंपर्क बल' (Non-contact Force) नहीं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गुरुत्वाकर्षण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चुंबकीय बल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घर्षण बल (Friction)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स्थिर वैद्युत बल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घर्षण बल दो सतहों के परस्पर भौतिक संपर्क में आने पर ही कार्य करता है, अतः यह संपर्क बल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[MP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जमीन पर लुढ़कती हुई गेंद कुछ दूरी जाकर अपने आप क्यों रुक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गुरुत्वाकर्षण के कारण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जमीन और गेंद के बीच घर्षण बल के कारण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हवा के दबाव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चुंबकीय खिंचाव से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[MP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जमीन पर लुढ़कती हुई गेंद कुछ दूरी जाकर अपने आप क्यों रुक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गुरुत्वाकर्षण के कारण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जमीन और गेंद के बीच घर्षण बल के कारण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हवा के दबाव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चुंबकीय खिंचाव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गति की विपरीत दिशा में लगने वाला घर्षण बल गेंद की गति को शून्य कर देता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जूतों के तलों और वाहनों के टायरों को खांचेदार (Grooved) क्यों बनाया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सुंदरता बढ़ाने हेतु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घर्षण बढ़ाकर बेहतर पकड़ बनाने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घर्षण घटाने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टायर का वजन कम करने हेतु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जूतों के तलों और वाहनों के टायरों को खांचेदार (Grooved) क्यों बनाया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सुंदरता बढ़ाने हेतु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घर्षण बढ़ाकर बेहतर पकड़ बनाने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घर्षण घटाने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टायर का वजन कम करने हेतु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खांचेदार सतह जमीन पर घर्षण बढ़ाती है जिससे वाहन और जूते फिसलते नहीं हैं।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[All India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मशीनों में घर्षण कम करने के लिए प्रयुक्त किए जाने वाले पदार्थों (जैसे तेल, ग्रीस)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ईंधन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स्नेहक (Lubricants)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उत्प्रेरक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चालक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[All India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मशीनों में घर्षण कम करने के लिए प्रयुक्त किए जाने वाले पदार्थों (जैसे तेल, ग्रीस)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ईंधन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स्नेहक (Lubricants)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उत्प्रेरक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चालक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स्नेहक दो सतहों के बीच एक पतली परत बनाकर घर्षण को अत्यधिक घटा देते हैं।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[Bihar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एक कार 2 घंटे में 100 किलोमीटर की दूरी तय करती है, तो कार की चाल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25 किमी/घंटा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50 किमी/घंटा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200 किमी/घंटा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100 किमी/घंटा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[Bihar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एक कार 2 घंटे में 100 किलोमीटर की दूरी तय करती है, तो कार की चाल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25 किमी/घंटा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50 किमी/घंटा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200 किमी/घंटा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100 किमी/घंटा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चाल = दूरी / समय = 100 किमी / 2 घंटे = 50 किमी/घंटा।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[UP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पेड़ से सेब का टूटकर हमेशा नीचे पृथ्वी की ओर ही गिरना किस बल का प्रमाण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वायुमंडलीय दाब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गुरुत्वाकर्षण बल (Gravity)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पेशीय 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घर्षण बल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[UP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पेड़ से सेब का टूटकर हमेशा नीचे पृथ्वी की ओर ही गिरना किस बल का प्रमाण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वायुमंडलीय दाब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गुरुत्वाकर्षण बल (Gravity)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पेशीय 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घर्षण बल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पृथ्वी प्रत्येक वस्तु को अपने केंद्र की ओर गुरुत्वाकर्षण बल द्वारा आकर्षित करती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[Maharashtra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किसी भारी बक्से को खिसकाने के लिए उस पर लगाया जाने वाला आवश्यक न्यूनतम बल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सीमांत स्थैतिक घर्षण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लोटनिक घर्षण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सर्पी घर्षण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प्रणोद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[Maharashtra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किसी भारी बक्से को खिसकाने के लिए उस पर लगाया जाने वाला आवश्यक न्यूनतम बल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सीमांत स्थैतिक घर्षण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लोटनिक घर्षण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सर्पी घर्षण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प्रणोद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विराम से गति में लाने के लिए लगाया गया अधिकतम बल सीमांत स्थैतिक घर्षण के बराबर होता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तरल पदार्थों (द्रव एवं गैस) द्वारा लगाए जाने वाले घर्षण बल को विशेष रूप से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कर्षण (Drag)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दबाव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उत्प्लावन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श्यानता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तरल पदार्थों (द्रव एवं गैस) द्वारा लगाए जाने वाले घर्षण बल को विशेष रूप से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कर्षण (Drag)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दबाव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उत्प्लावन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श्यानता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वायु या जल में गतिमान वस्तुओं (विमान, नाव) पर लगने वाले घर्षण को 'कर्षण' (Drag) कहते हैं।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01: सागर सर की 1-मिनट मेमोरी चाबी (गति व बल सूत्र)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चाल = दूरी / समय | SI मात्रक = मीटर प्रति सेकंड (m/s)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बल का SI मात्रक = न्यूटन (N) | 1 न्यूटन = 1 kg·m/s²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संपर्क बल = पेशीय बल + घर्षण बल | असंपर्क बल = गुरुत्वीय + चुंबकीय + स्थिर वैद्युत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घर्षण क्रम = स्थैतिक &gt; सर्पी &gt; लोटनिक (रोलिंग सबसे कम)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बॉल बेयरिंग = सर्पी घर्षण को लोटनिक घर्षण में बदलकर घर्षण घटाता है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तरल घर्षण = कर्षण (Drag) | हवाई जहाज की धारा-रेखीय आकृति कर्षण घटाने हेतु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📝 घर पर अभ्यास के लिए 3 महत्वपूर्ण प्रश्न (Self Practice):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1.  सरल रेखीय गति और आवर्ती गति में अंतर बताते हुए दोनों का एक-एक उदाहरण दीजिए।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2.  घर्षण को 'आवश्यक बुराई' क्यों कहा जाता है? इसके दो लाभ व दो हानियां लिखिए।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3.  एक रेलगाड़ी 180 किमी की दूरी 3 घंटे में तय करती है, उसकी चाल m/s में ज्ञात कीजिए।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Class 01 Complete! कल मिलेंगे Class 02 में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कल का विषय: प्रकाश — दर्पण, लेंस एवं इंद्रधनुष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इस क्लास की PDF डाउनलोड करें: sagarcoaching.tech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परावर्तन के नियम (आपतन कोण = परावर्तन कोण)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समतल दर्पण: आभासी, सीधा व पार्श्व परिवर्तन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अवतल एवं उत्तल दर्पण के उपयोग (दंत चिकित्सक व वाहन साइड मिरर)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प्रिज्म द्वारा प्रकाश का विक्षेपण (VIBGYOR)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