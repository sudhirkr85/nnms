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06 • भौतिक विज्ञान (Physics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दाब, वायुमंडलीय दाब एवं प्राकृतिक घटनाएं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Pressure (P = F/A), Liquid Pressure, Atmospheric Pressure, Lightning &amp; Electroscope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दाब का सूत्र: दाब = बल / क्षेत्रफल (SI मात्रक: पास्कल / Pa)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कील का नुकीला सिरा, चाकू की धार व ट्रकों के चौड़े टायर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द्रव दाब: गहराई के साथ दाब में वृद्धि (बांध की दीवारें)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वायुमंडलीय दाब: बैरोमीटर, रबर चूषक व पर्वतारोहण प्रभाव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तड़ित (Lightning), तड़ित चालक (ताम्र छड़) व विद्युतदर्शी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06: दाब (Pressure) की अवधारणा एवं दैनिक जीवन में अनुप्रयोग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दाब (Pressure): किसी सतह के एकांक क्षेत्रफल पर लगने वाले लंबवत बल (प्रणोद) को दाब कहते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दाब का सूत्र: दाब = बल / क्षेत्रफल (Pressure = Force / Area)।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SI मात्रक: पास्कल (Pascal / Pa) अथवा न्यूटन प्रति वर्ग मीटर (N/m²)।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दाब और क्षेत्रफल का संबंध: यदि बल नियत रहे, तो क्षेत्रफल जितना 'कम' होगा, दाब उतना ही 'अधिक' लगेगा (दाब ∝ 1/क्षेत्रफल)।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दैनिक जीवन के उदाहरण: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कील का नुकीला सिरा दीवार में आसानी से धंसता है क्योंकि नुकीले सिरे का क्षेत्रफल बहुत कम होने से अधिक दाब पड़ता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चाकू की धार तेज (पतली) रखी जाती है ताकि कम बल लगाने पर भी अधिक दाब से सब्जियां कट जाएं।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भारी ट्रकों में 6 से 10 चौड़े टायर लगाए जाते हैं ताकि क्षेत्रफल बढ़ने से सड़क पर दबाव कम पड़े।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स्कूल बैग की पट्टियां चौड़ी बनाई जाती हैं ताकि कंधों पर दबाव कम पड़े।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06: द्रवों एवं गैसों का दाब तथा वायुमंडलीय दाब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द्रवों का दाब (Liquid Pressure): द्रव बर्तन की दीवारों और तली पर सभी दिशाओं में समान दाब डालते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गहराई का प्रभाव: गहराई बढ़ने के साथ द्रव का दाब तेजी से बढ़ता है। यही कारण है कि 'नदी के बांध की दीवारें नीचे से बहुत चौड़ी' बनाई जाती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वायुमंडलीय दाब (Atmospheric Pressure): हमारे चारों ओर स्थित वायुमंडल के विशाल भार द्वारा पृथ्वी की सतह पर लगाया जाने वाला दाब।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रबर चूषक (Rubber Sucker): दीवार पर दबाने पर भीतर की हवा निकल जाती है और बाहर का वायुमंडलीय दाब उसे दीवार से मजबूती से चिपकाए रखता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ऊंचाई का प्रभाव: जैसे-जैसे हम समुद्र तल से ऊंचे पहाड़ों पर जाते हैं, वायुमंडलीय दाब 'घटने' लगता है। दबाव घटने के कारण पहाड़ों पर कभी-कभी नाक से खून आने लगता है और खाना देर से पकता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06: कुछ प्राकृतिक परिघटनाएं — तड़ित (Lightning) एवं भूकंप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तड़ित (Lightning): बादलों में बादलों के घर्षण से अत्यधिक मात्रा में संचित धनात्मक और ऋणात्मक आवेशों के मिलने से उत्पन्न विशाल विद्युत विसर्जन (Electric Discharge)।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तड़ित चालक (Lightning Conductor): धातु (तांबे) की एक नुकीली छड़ जो ऊंची इमारतों की छत से जमीन में गहरे गड़ी होती है; यह आकाशीय बिजली को सुरक्षित रूप से पृथ्वी में विसर्जित (Earthing) कर देती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विद्युतदर्शी (Electroscope): किसी वस्तु पर विद्युत आवेश (Charge) की उपस्थिति जांचने के लिए प्रयुक्त सरल उपकरण (स्वर्ण पत्र विद्युतदर्शी)।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समान आवेश एक-दूसरे को 'प्रतिकर्षित' (Repel) करते हैं और विपरीत आवेश 'आकर्षित' (Attract) करते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भूकंप (Earthquake): पृथ्वी की भूपर्पटी की प्लेटों के अचानक सरकने से उत्पन्न कंपन; तीव्रता 'रिएक्टर स्केल' पर मापी जाती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दाब (Pressure)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न्यूटन 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पास्कल (Pascal / 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जूल (J)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 (W)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दाब (Pressure)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न्यूटन 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पास्कल (Pascal / 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जूल (J)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 (W)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दाब = बल / क्षेत्रफल = N/m² जिसे वैज्ञानिक पास्कल के सम्मान में 'पास्कल' कहते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स्कूल बैग की पट्टियां चौड़ी क्यों बनाई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बैग की सुंदरता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कंधों पर लगने वाला दाब घटाने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कंधों पर दाब बढ़ाने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वजन बढ़ाने हेतु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स्कूल बैग की पट्टियां चौड़ी क्यों बनाई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बैग की सुंदरता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कंधों पर लगने वाला दाब घटाने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कंधों पर दाब बढ़ाने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वजन बढ़ाने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अधिक होने से कंधों पर दाब कम लगता है और बैग आसानी से उठाया जा सकता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नदी पर बनाए जाने वाले बांध की दीवारें नीचे से अधिक चौड़ी क्यों बनाई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सुंदर दिखने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क्योंकि गहराई बढ़ने पर जल का दाब बढ़ता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मछलियों के संरक्षण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 का तापमान घटाने हेतु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नदी पर बनाए जाने वाले बांध की दीवारें नीचे से अधिक चौड़ी क्यों बनाई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सुंदर दिखने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क्योंकि गहराई बढ़ने पर जल का दाब बढ़ता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मछलियों के संरक्षण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जल का तापमान घटाने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द्रवों में गहराई के साथ दाब बढ़ता है, अतः तली पर विशाल जलदाब सहने हेतु दीवार चौड़ी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ऊंचे पहाड़ों पर चढ़ने पर कभी-कभी नाक से खून क्यों आने लगता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शरीर का तापमान बढ़ने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बाहरी वायुमंडलीय दाब बहुत कम हो जाने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हवा में ऑक्सीजन बढ़ जाने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ठंड बढ़ जाने से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ऊंचे पहाड़ों पर चढ़ने पर कभी-कभी नाक से खून क्यों आने लगता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शरीर का तापमान बढ़ने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बाहरी वायुमंडलीय दाब बहुत कम हो जाने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हवा में ऑक्सीजन बढ़ जाने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ठंड बढ़ जाने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पहाड़ों पर वायुदाब कम होता है, जबकि शरीर का रक्तचाप अधिक होता है जिससे नसें फट सकती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ऊंची इमारतों को आकाशीय बिजली (तड़ित) से बचाने के लिए किस युक्ति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फ्यूज तार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तड़ित चालक (Lightning Conductor)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ट्रांसफार्मर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विद्युत चुंबक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ऊंची इमारतों को आकाशीय बिजली (तड़ित) से बचाने के लिए किस युक्ति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फ्यूज तार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तड़ित चालक (Lightning Conductor)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ट्रांसफार्मर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विद्युत चुंबक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तांबे की नुकीली छड़ तड़ित के आवेश को सीधे जमीन के अंदर सुरक्षित भेज देती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कील का एक सिरा नुकीला क्यों बनाया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क्षेत्रफल कम करके अधिक दाब उत्पन्न करने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सुंदरता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कील का वजन कम करने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जंग से बचाने हेतु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कील का एक सिरा नुकीला क्यों बनाया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क्षेत्रफल कम करके अधिक दाब उत्पन्न करने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सुंदरता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कील का वजन कम करने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जंग से बचाने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नुकीले सिरे का क्षेत्रफल बहुत कम होता है, जिससे हथौड़े का बल अत्यधिक दाब बनाता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किसी वस्तु पर विद्युत आवेश की उपस्थिति का पता लगाने के लिए किस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विद्युतदर्शी (Electroscope)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अमीटर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किसी वस्तु पर विद्युत आवेश की उपस्थिति का पता लगाने के लिए किस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विद्युतदर्शी (Electroscope)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स्वर्ण-पत्र विद्युतदर्शी पर आवेश आने पर दोनों पत्तियां एक-दूसरे से दूर फैल जाती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दो सजातीय (समान) आवेश एक-दूसरे को क्या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आकर्षित करते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प्रतिकर्षित (दूर धकेलते)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 करते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नष्ट करते हैं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दो सजातीय (समान) आवेश एक-दूसरे को क्या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आकर्षित करते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प्रतिकर्षित (दूर धकेलते)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उदासीन करते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नष्ट करते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समान आवेश (+ और +, या - और -) प्रतिकर्षित करते हैं, जबकि विपरीत आवेश आकर्षित करते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रबर का चूषक (Sucker) चिकनी दीवार पर दबाने पर मजबूती से क्यों चिपक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गोंद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बाहरी वायुमंडलीय दाब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गुरुत्वाकर्षण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चुंबकीय खिंचाव से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रबर का चूषक (Sucker) चिकनी दीवार पर दबाने पर मजबूती से क्यों चिपक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गोंद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बाहरी वायुमंडलीय दाब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गुरुत्वाकर्षण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चुंबकीय खिंचाव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अंदर की हवा निकलने से बाहर का वायुमंडलीय दाब उसे दीवार पर चिपकाए रखता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द्रव बर्तन की दीवारों पर किस दिशा में दाब डालते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नीचे की ओर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केवल ऊपर की ओर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सभी दिशाओं में समान रूप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केवल किनारों पर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द्रव बर्तन की दीवारों पर किस दिशा में दाब डालते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केवल नीचे की ओर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केवल ऊपर की ओर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सभी दिशाओं में समान रूप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केवल किनारों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द्रव अपने पात्र की सभी दीवारों पर समान रूप से लंबवत दाब आरोपित करते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भारी मालवाहक ट्रकों में 6 या अधिक चौड़े पहिये क्यों लगाए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गाड़ी को तेज चलाने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सड़क पर संपर्क क्षेत्रफल बढ़ाकर दाब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इंजन की सुरक्षा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ईंधन बचाने हेतु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भारी मालवाहक ट्रकों में 6 या अधिक चौड़े पहिये क्यों लगाए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गाड़ी को तेज चलाने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सड़क पर संपर्क क्षेत्रफल बढ़ाकर दाब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इंजन की सुरक्षा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ईंधन बचाने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पहियों की संख्या और चौड़ाई बढ़ने से भारी भार का दबाव सड़क पर कम पड़ता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तड़ित (आकाशीय बिजली) वास्तव में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सूर्य की किरणें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विशाल स्तर का विद्युत विसर्जन (Electric Discharge)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हवा का दबाव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बादलों का टूटना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तड़ित (आकाशीय बिजली) वास्तव में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सूर्य की किरणें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विशाल स्तर का विद्युत विसर्जन (Electric Discharge)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हवा का दबाव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बादलों का टूटना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बादलों में संचित विशाल आवेशों का वायु के माध्यम से पृथ्वी में विसर्जन ही तड़ित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भूकंप की तीव्रता मापने वाले पैमाने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सेल्सियस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रिएक्टर पैमाना (Richter Scale)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पास्कल स्केल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भूकंप की तीव्रता मापने वाले पैमाने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सेल्सियस स्केल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रिएक्टर पैमाना (Richter Scale)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पास्कल स्केल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रिएक्टर स्केल पर भूकंप द्वारा मुक्त ऊर्जा और तीव्रता का मापन 0 से 9+ तक होता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यदि 100 न्यूटन का बल 2 वर्ग मीटर क्षेत्रफल पर लगाया जाए, तो उत्पन्न दाब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200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50 पास्कल (Pa)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98 पास्कल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यदि 100 न्यूटन का बल 2 वर्ग मीटर क्षेत्रफल पर लगाया जाए, तो उत्पन्न दाब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200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50 पास्कल (Pa)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102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98 पास्कल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दाब = बल / क्षेत्रफल = 100 N / 2 m² = 50 Pa (पास्कल)।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समुद्र तल पर सामान्य वायुमंडलीय दाब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लगभग 1 लाख पास्कल (1.013 × 10⁵ 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शून्य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समुद्र तल पर सामान्य वायुमंडलीय दाब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लगभग 1 लाख पास्कल (1.013 × 10⁵ 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शून्य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समुद्र तल पर वायु का दबाव लगभग 1 लाख पास्कल (76 सेमी पारे के स्तंभ) के बराबर होता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06: सागर सर की 1-मिनट मेमोरी चाबी (दाब व तड़ित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दाब = बल / क्षेत्रफल | SI मात्रक = पास्कल (Pa = N/m²)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क्षेत्रफल कम -&gt; दाब अधिक (नुकीली कील, चाकू की धार)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क्षेत्रफल अधिक -&gt; दाब कम (चौड़े टायर, स्कूल बैग की चौड़ी पट्टी)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द्रव दाब -&gt; गहराई बढ़ने पर बढ़ता है (बांध की चौड़ी तली)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वायुमंडलीय दाब = समुद्र तल पर 1 लाख Pa | ऊंचाई पर दाब घटता है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तड़ित = विद्युत विसर्जन | तड़ित चालक = तांबे की छड़ | विद्युतदर्शी = आवेश संसूचक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दाब की परिभाषा और सूत्र लिखिए। इसका SI मात्रक क्या होता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पहाड़ों पर वायुमंडलीय दाब कम होने से मानव शरीर और खाना पकाने पर क्या प्रभाव पड़ता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तड़ित चालक क्या है और यह ऊंची इमारतों की सुरक्षा किस प्रकार करता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भौतिक विज्ञान (Physics) 100% Complete!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बधाई! भौतिक विज्ञान के सभी 6 अध्याय पूर्ण!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अगला भाग: रसायन विज्ञान (Chemistry) — पदार्थ, परमाणु, अम्ल-क्षार व धातुएं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07: पदार्थ, तत्व, यौगिक, परमाणु एवं अणु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08: अम्ल, क्षारक, लवण एवं pH मान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09: धातु एवं अधातु के गुण व संक्षारण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10: दहन, ज्वाला एवं ईंधन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11: संश्लेषित रेशे, प्लास्टिक व रासायनिक परिवर्तन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