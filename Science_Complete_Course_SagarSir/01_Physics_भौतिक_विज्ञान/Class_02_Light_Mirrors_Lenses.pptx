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02 • भौतिक विज्ञान (Physics Special)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प्रकाश: परावर्तन, दर्पण एवं लेंस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Light, Laws of Reflection, Spherical Mirrors, Lenses &amp; Dispersion (VIBGYOR)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प्रकाश का सरल रेखीय गमन एवं परावर्तन के 2 नियम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समतल दर्पण: आभासी, सीधा व पार्श्व परिवर्तन (Left-Right)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गोलीय दर्पण: अवतल (दंत चिकित्सक) व उत्तल दर्पण (साइड मिरर)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लेंस: उत्तल लेंस (अभिसारी) व अवतल लेंस (अपसारी)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प्रिज्म, श्वेत प्रकाश का विक्षेपण एवं इंद्रधनुष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02: प्रकाश का परावर्तन एवं समतल दर्पण के गुण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प्रकाश का संचरण: प्रकाश हमेशा सीधी (सरल) रेखा में गमन करता है। प्रकाश की चाल निर्वात में 3 × 10⁸ m/s (3 लाख किमी/सेकंड)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प्रकाश का परावर्तन (Reflection): जब प्रकाश किसी चमकदार सतह (जैसे दर्पण) से टकराकर उसी माध्यम में वापस लौटता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परावर्तन के दो नियम: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1. आपतन कोण हमेशा परावर्तन कोण के बराबर होता है (∠i = ∠r)।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2. आपतित किरण, परावर्तित किरण और आपतन बिंदु पर खींचा गया अभिलंब तीनों एक ही तल में होते हैं।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समतल दर्पण (Plane Mirror) द्वारा बना प्रतिबिंब: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सदैव 'आभासी' (Virtual) और 'सीधा' (Erect)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प्रतिबिंब का आकार वस्तु के आकार के बिल्कुल बराबर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प्रतिबिंब दर्पण के पीछे उतनी ही दूरी पर बनता है जितनी दूरी पर वस्तु सामने रखी होती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पार्श्व परिवर्तन (Lateral Inversion): दायां भाग बायां और बायां भाग दायां दिखाई देता है (जैसे एम्बुलेंस पर उल्टा AMBULANCE लिखा होना)।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02: गोलीय दर्पण — अवतल (Concave) एवं उत्तल (Convex) दर्पण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गोलीय दर्पण (Spherical Mirrors): कांच के खोखले गोले का कटा हुआ भाग।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अवतल दर्पण (Concave Mirror / अभिसारी दर्पण):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इसका परावर्तक तल अंदर की ओर दबा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यह प्रायः 'वास्तविक और उल्टा' प्रतिबिंब बनाता है, लेकिन जब वस्तु बहुत पास (ध्रुव व फोकस के बीच) हो तो 'आभासी, सीधा और बड़ा' प्रतिबिंब बनता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उपयोग: दंत चिकित्सक (दांतों को बड़ा देखने हेतु), टॉर्च व गाड़ियों की हेडलाइट, सोलर कुकर, शेविंग मिरर।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उत्तल दर्पण (Convex Mirror / अपसारी दर्पण):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इसका परावर्तक तल बाहर की ओर उभरा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यह सदैव वस्तु का 'आभासी, सीधा और छोटा' प्रतिबिंब बनाता है। इसका दृष्टि क्षेत्र (Field of View) बहुत चौड़ा होता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उपयोग: वाहनों में पीछे का ट्रैफिक देखने हेतु 'साइड मिरर' (Rear-view Mirror) के रूप में।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02: लेंस (Lenses) एवं प्रकाश का विक्षेपण (Dispersion)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 rIns="45720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📖 मुख्य वैज्ञानिक तथ्य एवं सिद्धांत (Key Concepts &amp; Exam Notes):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उत्तल लेंस (Convex Lens / अभिसारी लेंस):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बीच में मोटा और किनारों पर पतला होता है; यह प्रकाश किरणों को एक बिंदु पर केंद्रित करता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आवर्धक लेंस (Magnifying Glass), सूक्ष्मदर्शी, दूरबीन तथा 'दूर-दृष्टि दोष' (Hypermetropia) के निवारण में प्रयुक्त।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अवतल लेंस (Concave Lens / अपसारी लेंस):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बीच में पतला और किनारों पर मोटा होता है; यह किरणों को फैला देता है। सदैव 'आभासी, सीधा और छोटा' प्रतिबिंब बनाता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'निकट-दृष्टि दोष' (Myopia) के निवारण के चश्मे में प्रयुक्त।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प्रकाश का विक्षेपण (Dispersion of Light):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सर आइजैक न्यूटन ने सिद्ध किया कि सूर्य का श्वेत प्रकाश वास्तव में 7 रंगों का मिश्रण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जब श्वेत प्रकाश कांच के प्रिज्म से गुजरता है, तो 7 रंगों के स्पेक्ट्रम (VIBGYOR - बैंजानीहपीनाला) में बंट जाता है।</a:t>
            </a:r>
          </a:p>
          <a:p>
            <a:pPr>
              <a:spcBef>
                <a:spcPts val="900"/>
              </a:spcBef>
              <a:spcAft>
                <a:spcPts val="200"/>
              </a:spcAft>
              <a:defRPr sz="1500">
                <a:solidFill>
                  <a:srgbClr val="1E293B"/>
                </a:solidFill>
                <a:latin typeface="Segoe UI"/>
              </a:defRPr>
            </a:pPr>
            <a:r>
              <a:t>•    • सबसे अधिक विचलन 'बैंगनी' (Violet) रंग का और सबसे कम विचलन 'लाल' (Red) रंग का होता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वाहनों में पीछे का दृश्य देखने के लिए (Side Mirror)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उत्तल दर्पण (Convex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गोलीय लेंस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1. वाहनों में पीछे का दृश्य देखने के लिए (Side Mirror)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समतल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उत्तल दर्पण (Convex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अवतल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गोलीय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दर्पण सदैव सीधा व छोटा प्रतिबिंब बनाता है और इसका दृष्टि क्षेत्र बहुत बड़ा होता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दंत चिकित्सक (Dentist) मरीजों के दांतों का बड़ा प्रतिबिंब देखने के लिए किस दर्पण का उपयोग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2. दंत चिकित्सक (Dentist) मरीजों के दांतों का बड़ा प्रतिबिंब देखने के लिए किस दर्पण का उपयोग करते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 Mirror)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उत्तल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निकट रखी वस्तु का बहुत बड़ा, सीधा और आभासी प्रतिबिंब बनाता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समतल दर्पण के सामने 5 मीटर की दूरी पर खड़ी वस्तु का प्रतिबिंब दर्पण से कितनी दूरी पर बनेगा?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2.5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 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शून्य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3. समतल दर्पण के सामने 5 मीटर की दूरी पर खड़ी वस्तु का प्रतिबिंब दर्पण से कितनी दूरी पर बनेगा?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2.5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5 मीटर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10 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शून्य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समतल दर्पण में प्रतिबिंब दर्पण के पीछे ठीक उतनी ही दूरी पर बनता है जितनी दूरी पर वस्तु होती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जब श्वेत प्रकाश प्रिज्म से होकर गुजरता है, तो किस रंग का विचलन (झुकाव) सबसे कम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बैंगनी (Violet)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लाल रंग (Red)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पीला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4. जब श्वेत प्रकाश प्रिज्म से होकर गुजरता है, तो किस रंग का विचलन (झुकाव) सबसे कम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बैंगनी (Violet)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लाल रंग (Red)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हरा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पीला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लाल रंग की तरंगदैर्घ्य सबसे अधिक होती है, अतः इसका विचलन सबसे कम होता है (बैंगनी का सर्वाधिक)।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समतल दर्पण में हमारे शरीर का बायां भाग दायां और दायां भाग बायां दिखता है, इस घटना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पार्श्व परिवर्तन (Lateral Inversion)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विवर्तन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5. समतल दर्पण में हमारे शरीर का बायां भाग दायां और दायां भाग बायां दिखता है, इस घटना को क्या कहते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अपवर्तन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पार्श्व परिवर्तन (Lateral Inversion)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विवर्तन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समतल दर्पण में पार्श्वों की अदला-बदली को पार्श्व परिवर्तन कहते हैं।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वाहनों की हेडलाइट और टॉर्च के परावर्तक के रूप में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दर्पण (Concave)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द्वि-उत्तल दर्पण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6. वाहनों की हेडलाइट और टॉर्च के परावर्तक के रूप में किस दर्पण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दर्पण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दर्पण (Concave)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द्वि-उत्तल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दर्पण बल्ब की किरणों को एक शक्तिशाली समानांतर प्रकाश पुंज में बदल देता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प्रकाश के परावर्तन में यदि आपतन कोण (Angle of Incidence) 45° है, तो परावर्तन कोण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45°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180°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7. प्रकाश के परावर्तन में यदि आपतन कोण (Angle of Incidence) 45° है, तो परावर्तन कोण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90°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45°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180°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परावर्तन के प्रथम नियम के अनुसार आपतन कोण सदैव परावर्तन कोण के बराबर होता है (∠i = ∠r)।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निकट-दृष्टि दोष (Myopia) से पीड़ित व्यक्ति के चश्मे में किस लेंस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उत्तल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अवतल लेंस (Concave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समतल कांच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[Delhi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8. निकट-दृष्टि दोष (Myopia) से पीड़ित व्यक्ति के चश्मे में किस लेंस का उपयोग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उत्तल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अवतल लेंस (Concave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बेलनाकार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समतल कांच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अवतल लेंस प्रकाश को फैलाकर रेटिना पर सही प्रतिबिंब बनाता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कौन सा लेंस किनारों पर पतला और बीच में मोटा होता है तथा प्रकाश को एक बिंदु पर केंद्रित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समतल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अपसारी लेंस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[Maharashtra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9. कौन सा लेंस किनारों पर पतला और बीच में मोटा होता है तथा प्रकाश को एक बिंदु पर केंद्रित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समतल लेंस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अपसारी लेंस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लेंस को अभिसारी लेंस (Converging Lens) कहते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आवर्धक लेंस (Magnifying Glass) के रूप में किस प्रकाशिक उपकरण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उत्तल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अवतल दर्पण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[Rajasthan NMMS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10. आवर्धक लेंस (Magnifying Glass) के रूप में किस प्रकाशिक उपकरण का प्रयोग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अवतल लेंस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उत्तल लेंस (Convex Lens)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उत्तल दर्पण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अवतल दर्पण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उत्तल लेंस पास रखी वस्तु का आवर्धित (बड़ा) और सीधा आभासी प्रतिबिंब बनाता है।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सूर्य का श्वेत प्रकाश कितने रंगों से मिलकर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5 रंगों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6 रंगों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 रंगों से (VIBGYOR)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 रंगों से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11. सूर्य का श्वेत प्रकाश कितने रंगों से मिलकर बना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5 रंगों से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(B)  6 रंगों से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(C)  7 रंगों से (VIBGYOR)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3 रंगों से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बैंगनी, जामुनी, नीला, हरा, पीला, नारंगी, लाल (कुल 7 रंग)।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वह प्रतिबिंब जिसे पर्दे पर प्राप्त नहीं किया जा सकता,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वास्तविक प्रतिबिंब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आभासी प्रतिबिंब (Virtual Image)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उल्टा प्रतिबिंब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तीव्र प्रतिबिंब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12. वह प्रतिबिंब जिसे पर्दे पर प्राप्त नहीं किया जा सकता, क्या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वास्तविक प्रतिबिंब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आभासी प्रतिबिंब (Virtual Image)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उल्टा प्रतिबिंब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तीव्र प्रतिबिंब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आभासी प्रतिबिंब केवल दर्पण में दिखता है, इसे पर्दे पर उतारा नहीं जा सकता।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वर्षा के बाद आकाश में दिखाई देने वाला सुंदर 'इंद्रधनुष' प्रकाश की किस घटना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केवल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प्रकाश का विक्षेपण (Dispersion) व आंतरिक परावर्तन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केवल अपवर्तन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ध्रुवण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13. वर्षा के बाद आकाश में दिखाई देने वाला सुंदर 'इंद्रधनुष' प्रकाश की किस घटना का परिणाम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केवल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प्रकाश का विक्षेपण (Dispersion) व आंतरिक परावर्तन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केवल अपवर्तन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ध्रुवण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वर्षा की बूंदें छोटे प्रिज्म की तरह कार्य करके सूर्य के प्रकाश को 7 रंगों में बांट देती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निर्वात (Vacuum) में प्रकाश की चाल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332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 × 10⁸ m/s (3 लाख किमी/सेकंड)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1500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 × 10⁶ m/s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14. निर्वात (Vacuum) में प्रकाश की चाल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332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3 × 10⁸ m/s (3 लाख किमी/सेकंड)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1500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3 × 10⁶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प्रकाश ब्रह्मांड में सबसे तेज गति (3 लाख किमी प्रति सेकंड) से चलता है।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प्रकाश का किसी पारदर्शी माध्यम (जैसे हवा से पानी या कांच) में जाने पर अपने मार्ग से मुड़ना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अपवर्तन (Refraction)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प्रकीर्णन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प्र. 15. प्रकाश का किसी पारदर्शी माध्यम (जैसे हवा से पानी या कांच) में जाने पर अपने मार्ग से मुड़ना कहलाता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(A)  परावर्तन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(B)  अपवर्तन (Refraction)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(C)  विक्षेपण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94A3B8"/>
                </a:solidFill>
                <a:latin typeface="Segoe UI"/>
              </a:defRPr>
            </a:pPr>
            <a:r>
              <a:t>(D)  प्रकीर्णन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माध्यम बदलने पर प्रकाश की चाल बदलने से उसका मुड़ना 'प्रकाश का अपवर्तन' कहलाता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कक्षा 02: सागर सर की 1-मिनट मेमोरी चाबी (प्रकाश व दर्पण सूत्र)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परावर्तन नियम: आपतन कोण (∠i) = परावर्तन कोण (∠r)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समतल दर्पण: आभासी, सीधा, बराबर दूरी व आकार + पार्श्व परिवर्तन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उत्तल दर्पण = वाहनों का साइड मिरर (हमेशा सीधा, छोटा प्रतिबिंब, बड़ा दृष्टि क्षेत्र)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अवतल दर्पण = दंत चिकित्सक, हेडलाइट, टॉर्च (बड़ा प्रतिबिंब)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उत्तल लेंस = बीच में मोटा, अभिसारी, आवर्धक लेंस | अवतल लेंस = निकट-दृष्टि दोष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78350F"/>
                </a:solidFill>
                <a:latin typeface="Segoe UI"/>
              </a:defRPr>
            </a:pPr>
            <a:r>
              <a:t>⚡  श्वेत प्रकाश = 7 रंग (VIBGYOR) | प्रिज्म द्वारा विभाजन = विक्षेपण | लाल रंग का विचलन सबसे कम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(विज्ञान Special)</a:t>
            </a:r>
          </a:p>
          <a:p>
            <a:pPr>
              <a:defRPr sz="14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900" b="1">
                <a:solidFill>
                  <a:srgbClr val="0F172A"/>
                </a:solidFill>
                <a:latin typeface="Segoe UI"/>
              </a:defRPr>
            </a:pPr>
            <a:r>
              <a:t>📝 घर पर अभ्यास के लिए 3 महत्वपूर्ण प्रश्न (Self Practice):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1.  वास्तविक प्रतिबिंब और आभासी प्रतिबिंब में दो मुख्य अंतर लिखिए।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2.  वाहनों में साइड मिरर के रूप में अवतल दर्पण के स्थान पर उत्तल दर्पण ही क्यों लगाया जाता है?</a:t>
            </a:r>
          </a:p>
          <a:p>
            <a:pPr>
              <a:spcBef>
                <a:spcPts val="1600"/>
              </a:spcBef>
              <a:spcAft>
                <a:spcPts val="400"/>
              </a:spcAft>
              <a:defRPr sz="1600">
                <a:solidFill>
                  <a:srgbClr val="1E293B"/>
                </a:solidFill>
                <a:latin typeface="Segoe UI"/>
              </a:defRPr>
            </a:pPr>
            <a:r>
              <a:t>प्रश्न 3.  सफेद प्रकाश प्रिज्म से गुजरने पर 7 रंगों में क्यों बंट जाता है? रंगों का क्रम लिखिए।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 Special) • मिशन 35/35 अंक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46704" y="2468880"/>
            <a:ext cx="5486400" cy="45720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Class 02 Complete! कल मिलेंगे Class 03 में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कल का विषय: विद्युत धारा, परिपथ एवं इसके प्रभाव</a:t>
            </a:r>
          </a:p>
          <a:p>
            <a:pPr algn="ctr">
              <a:spcBef>
                <a:spcPts val="4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इस क्लास की PDF डाउनलोड करें: sagarcoaching.tech | Helpline: +91 91101 13671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1400" b="1">
                <a:solidFill>
                  <a:srgbClr val="D97706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परिपथ, स्विच, सेल एवं फ्यूज तार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धारा का ऊष्मीय प्रभाव (हीटर, गीजर, नाइक्रोम तार)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धारा का चुंबकीय प्रभाव एवं विद्युत घंटी (Electric Bell)</a:t>
            </a:r>
          </a:p>
          <a:p>
            <a:pPr>
              <a:spcBef>
                <a:spcPts val="200"/>
              </a:spcBef>
              <a:defRPr sz="1200">
                <a:solidFill>
                  <a:srgbClr val="FFFFFF"/>
                </a:solidFill>
                <a:latin typeface="Segoe UI"/>
              </a:defRPr>
            </a:pPr>
            <a:r>
              <a:t>  ✓  विद्युत लेपन (Electroplating) एवं रासायनिक प्रभाव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