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Class 04 • भौतिक विज्ञान (Physics Special)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ध्वनि: कंपन, आवृत्ति, आयाम एवं मानव कर्ण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Sound Production, Propagation in Mediums, Frequency, Amplitude, Human Ear &amp; Ultrasound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ध्वनि की उत्पत्ति: कंपायमान वस्तुओं द्वारा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ध्वनि संचरण हेतु माध्यम आवश्यक (निर्वात में ध्वनि गमन नहीं कर सकती)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ध्वनि की चाल: ठोस (इस्पात) &gt; द्रव &gt; वायु (343 m/s)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आवृत्ति (Hz), तारत्व (Pitch), आयाम व प्रबलता (dB)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श्रव्य सीमा (20 Hz - 20,000 Hz) व पराश्रव्य (अल्ट्रासाउंड)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04: ध्वनि का उत्पादन एवं विभिन्न माध्यमों में संचरण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ध्वनि की उत्पत्ति: वस्तुओं में होने वाले 'कंपन' (Vibration) द्वारा ध्वनि उत्पन्न होती है (जैसे वाद्य यंत्रों के तार, ढोलक की झिल्ली, गले में स्वरयंत्र/लैरिक्स)।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माध्यम की अनिवार्यता: ध्वनि के संचरण के लिए ठोस, द्रव या गैस माध्यम का होना अनिवार्य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निर्वात (Vacuum): ध्वनि निर्वात में बिल्कुल संचरण नहीं कर सकती; चंद्रमा पर वायुमंडल न होने से वहां ध्वनि सुनाई नहीं देती।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ध्वनि की चाल का क्रम: ठोसों में सर्वाधिक &gt; द्रवों में मध्यम &gt; गैसों में सबसे कम।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वायु में ध्वनि की चाल (20°C पर): लगभग 343 m/s होती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जल में ध्वनि की चाल: लगभग 1480 m/s होती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स्टील/लोहे में ध्वनि की चाल: लगभग 5920 m/s होती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प्रकाश और ध्वनि: आकाश में बिजली चमकना पहले दिखता है और गड़गड़ाहट बाद में सुनाई देती है, क्योंकि प्रकाश की चाल (3 लाख किमी/सेकंड) ध्वनि की चाल (343 m/s) से बहुत अधिक है।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04: आवृत्ति (Frequency), तारत्व (Pitch) एवं आयाम (Amplitude)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आवृत्ति (Frequency): प्रति सेकंड होने वाले कंपनों (दोलनों) की संख्या। इसका SI मात्रक 'हर्ट्ज' (Hertz / Hz)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तारत्व (Pitch / तीखापन): ध्वनि का तीखापन या भारीपन आवृत्ति पर निर्भर करता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उच्च आवृत्ति = अधिक तारत्व (पतली/तीखी आवाज) — महिलाओं, बच्चों व मच्छरों की भिनभिनाहट।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निम्न आवृत्ति = कम तारत्व (गंभीर/भारी आवाज) — पुरुषों की आवाज, शेर की दहाड़, ढोलक।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आयाम (Amplitude): मध्य स्थिति से अधिकतम विस्थापन।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प्रबलता (Loudness): ध्वनि की प्रबलता आयाम के वर्ग के समानुपाती होती है (प्रबलता ∝ आयाम²)। इसे 'डेसिबल' (Decibel / dB) में मापते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शोर प्रदूषण: 80 dB से अधिक की ध्वनि कानों के लिए कष्टदायक होती है।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04: मानव कर्ण (Human Ear) एवं श्रव्य/पराश्रव्य सीमाएं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मानव कर्ण की संरचना: बाहरी कान (कर्णपल्लव), कर्ण नलिका, कर्णपटह (Eardrum / कान का पर्दा), तीन छोटी हड्डियां (हथौड़ा, निहाई, रकाब/स्टेप्स - शरीर की सबसे छोटी हड्डी), अंतःकर्ण (कर्णावर्त)।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श्रव्य तरंगें (Audible Sound): सामान्य मनुष्य के कान केवल '20 Hz से 20,000 Hz' (20 kHz) की आवृत्ति वाली ध्वनि सुन सकते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अपश्रव्य तरंगें (Infrasonic): 20 Hz से कम आवृत्ति; हाथी, व्हेल, गेंडा और भूकंपीय तरंगें।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पराश्रव्य तरंगें (Ultrasonic / Ultrasound): 20,000 Hz से अधिक आवृत्ति; चमगादड़, कुत्ते, डॉल्फिन सुन और उत्पन्न कर सकते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अल्ट्रासाउंड के उपयोग: चिकित्सा क्षेत्र में भ्रूण जांच (सोनोग्राफी), गुर्दे की पथरी तोड़ना, समुद्र की गहराई मापने में 'सोनार' (SONAR) प्रणाली।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ध्वनि का संचरण निम्नलिखित में से किसमें संभव नहीं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ठोस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द्रव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गैस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निर्वात (Vacuum) में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ध्वनि का संचरण निम्नलिखित में से किसमें संभव नहीं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ठोस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द्रव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गैस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(D)  निर्वात (Vacuum)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(D)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ध्वनि को चलने के लिए भौतिक माध्यम चाहिए, अतः निर्वात में ध्वनि नहीं चल सकती।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सामान्य मानव कान के लिए श्रव्यता की सीमा (Audible Range)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0 से 100 Hz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20 Hz से 20,000 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20,000 Hz से अधिक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100 से 500 Hz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सामान्य मानव कान के लिए श्रव्यता की सीमा (Audible Range)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0 से 100 Hz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20 Hz से 20,000 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20,000 Hz से अधिक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100 से 500 Hz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मानव कान 20 हर्ट्ज से 20,000 हर्ट्ज तक की ध्वनि ही सुन सकते हैं।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ध्वनि की चाल सर्वाधिक (सबसे तेज) किस माध्यम में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वायु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जल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लोहे (ठोस)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निर्वात में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ध्वनि की चाल सर्वाधिक (सबसे तेज) किस माध्यम में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वायु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जल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लोहे (ठोस)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निर्वात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ठोसों में अणु अत्यंत पास-पास होते हैं, अतः ठोस (लोहा/स्टील) में ध्वनि की चाल सर्वाधिक होती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ध्वनि की तीखापन या पतलापन (तारत्व / Pitch) किस कारक पर निर्भर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आयाम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आवृत्ति (Frequency)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चाल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दूरी पर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ध्वनि की तीखापन या पतलापन (तारत्व / Pitch) किस कारक पर निर्भर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आयाम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आवृत्ति (Frequency)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चाल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दूरी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उच्च आवृत्ति वाली ध्वनि का तारत्व अधिक होता है जिससे आवाज पतली व तीखी होती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आवृत्ति (Frequency) का अंतर्राष्ट्रीय मानक (SI)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डेसिबल (dB)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हर्ट्ज (Hertz / Hz)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सेकंड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आवृत्ति (Frequency) का अंतर्राष्ट्रीय मानक (SI)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डेसिबल (dB)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हर्ट्ज (Hertz / Hz)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सेकंड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प्रति सेकंड कंपनों की संख्या को आवृत्ति कहते हैं और इसका मात्रक हर्ट्ज (Hz)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ध्वनि की प्रबलता (Loudness) मापने की मानक इकाई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हर्ट्ज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डेसिबल (dB)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मीटर/सेकंड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न्यूटन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ध्वनि की प्रबलता (Loudness) मापने की मानक इकाई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हर्ट्ज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डेसिबल (dB)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मीटर/सेकंड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न्यूटन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ध्वनि की तीव्रता या प्रबलता डेसिबल (dB) में मापी जाती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आकाश में बिजली चमकना पहले दिखाई देता है और मेघ गर्जन बाद में सुनाई देती है, क्यों?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प्रकाश की चाल ध्वनि से बहुत अधिक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ध्वनि पहले उत्पन्न होती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बादल बहुत दूर होते हैं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आंखें कान से तेज हैं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आकाश में बिजली चमकना पहले दिखाई देता है और मेघ गर्जन बाद में सुनाई देती है, क्यों?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प्रकाश की चाल ध्वनि से बहुत अधिक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ध्वनि पहले उत्पन्न होती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बादल बहुत दूर होते हैं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आंखें कान से तेज हैं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प्रकाश की चाल 3 लाख किमी/सेकंड है जबकि ध्वनि की चाल हवा में मात्र 343 m/s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चमगादड़ रात के घने अंधेरे में अवरोधों से टकराए बिना किसकी सहायता से उड़ते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तेज दृष्टि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पराश्रव्य तरंगों (Ultrasonic Waves) द्वारा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अपश्रव्य तरंगों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सूंघने की शक्ति से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चमगादड़ रात के घने अंधेरे में अवरोधों से टकराए बिना किसकी सहायता से उड़ते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तेज दृष्टि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पराश्रव्य तरंगों (Ultrasonic Waves) द्वारा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अपश्रव्य तरंगों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सूंघने की शक्ति से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चमगादड़ उच्च आवृत्ति की पराश्रव्य ध्वनि निकालकर उसकी प्रतिध्वनि से रास्ता तय करते हैं।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[Maharashtra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मानव शरीर में ध्वनि उत्पन्न करने वाला मुख्य अंग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फेफड़ा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स्वरयंत्र (वाकयंत्र / Larynx)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श्वासनली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जीभ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[Maharashtra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मानव शरीर में ध्वनि उत्पन्न करने वाला मुख्य अंग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फेफड़ा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स्वरयंत्र (वाकयंत्र / Larynx)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श्वासनली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जीभ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गले में स्थित लैरिक्स (वाकयंत्र) में तने हुए वाक-तंतुओं के कंपन से आवाज निकलती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20,000 Hz से अधिक आवृत्ति वाली ध्वनि तरंगों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श्रव्य ध्वनि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पराश्रव्य (अल्ट्रासोनिक) तरंगें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अपश्रव्य तरंगें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रेडियो तरंगें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20,000 Hz से अधिक आवृत्ति वाली ध्वनि तरंगों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श्रव्य ध्वनि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पराश्रव्य (अल्ट्रासोनिक) तरंगें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अपश्रव्य तरंगें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रेडियो तरंगें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20 kHz से ऊपर की तरंगें पराश्रव्य या अल्ट्रासाउंड कहलाती हैं।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[MP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मानव शरीर की सबसे छोटी हड्डी 'स्टेप्स' (रकाब) कहाँ पाई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नाक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मध्य कान में (Ear)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पैर की उंगली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गले में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[MP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मानव शरीर की सबसे छोटी हड्डी 'स्टेप्स' (रकाब) कहाँ पाई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नाक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मध्य कान में (Ear)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पैर की उंगली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गले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मध्य कान में स्टेप्स हड्डी पाई जाती है जो शरीर की सबसे छोटी हड्डी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[All India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समुद्र की गहराई मापने और जलमग्न पनडुब्बियों का पता लगाने के लिए प्रयुक्त तकनीक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रडार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सोनार (SONAR)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सीस्मोग्राफ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अल्टीमीटर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[All India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समुद्र की गहराई मापने और जलमग्न पनडुब्बियों का पता लगाने के लिए प्रयुक्त तकनीक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रडार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सोनार (SONAR)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सीस्मोग्राफ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अल्टीमीटर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सोनार (Sound Navigation and Ranging) में पराश्रव्य तरंगों का उपयोग होता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ध्वनि की प्रबलता (Loudness) का निर्धारण कंपनों के किस गुण से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आवृत्ति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आयाम (Amplitude)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समय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तरंगदैर्घ्य से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ध्वनि की प्रबलता (Loudness) का निर्धारण कंपनों के किस गुण से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आवृत्ति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आयाम (Amplitude)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समय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तरंगदैर्घ्य से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प्रबलता आयाम के वर्ग के समानुपाती होती है; अधिक आयाम = अधिक तेज (लाउड) ध्वनि।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कितने डेसिबल (dB) से अधिक की ध्वनि मानव स्वास्थ्य के लिए हानिकारक शोर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30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50 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80 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20 dB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कितने डेसिबल (dB) से अधिक की ध्वनि मानव स्वास्थ्य के लिए हानिकारक शोर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30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50 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80 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20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80 डेसिबल से अधिक की लगातार ध्वनि से बहरापन और रक्तचाप बढ़ सकता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एक दोलक 10 सेकंड में 40 दोलन पूरे करता है, तो उसकी आवृत्ति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400 Hz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4 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0.25 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10 Hz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एक दोलक 10 सेकंड में 40 दोलन पूरे करता है, तो उसकी आवृत्ति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400 Hz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4 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0.25 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10 Hz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आवृत्ति = कुल दोलन / समय = 40 / 10 = 4 हर्ट्ज (Hz)।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04: सागर सर की 1-मिनट मेमोरी चाबी (ध्वनि सूत्र)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ध्वनि संचरण = कंपन द्वारा | माध्यम आवश्यक (निर्वात में ध्वनि = 0)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चाल = ठोस (इस्पात 5920 m/s) &gt; जल (1480 m/s) &gt; वायु (343 m/s)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आवृत्ति (Hz) -&gt; तारत्व (तीखापन) | मच्छर/महिला = उच्च तारत्व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आयाम -&gt; प्रबलता (dB) | 80 dB से ऊपर = कष्टदायक शोर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श्रव्य सीमा = 20 Hz से 20,000 Hz | चमगादड़/सोनार = पराश्रव्य (&gt;20 kHz)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स्टेप्स (मध्य कान) = शरीर की सबसे छोटी हड्डी | लैरिक्स = मानव वाकयंत्र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📝 घर पर अभ्यास के लिए 3 महत्वपूर्ण प्रश्न (Self Practice):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1.  ध्वनि निर्वात में संचरित क्यों नहीं हो सकती? चंद्रमा पर दो अंतरिक्ष यात्री सीधे बात क्यों नहीं कर सकते?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2.  आवृत्ति और आयाम में अंतर स्पष्ट कीजिए।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3.  श्रव्य, अपश्रव्य और पराश्रव्य ध्वनि की आवृत्तियों की परास (रेंज) लिखिए।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Class 04 Complete! कल मिलेंगे Class 05 में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कल का विषय: ऊष्मा, तापमान एवं थर्मामीटर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इस क्लास की PDF डाउनलोड करें: sagarcoaching.tech | Helpline: +91 91101 13671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तापमान: सेल्सियस (°C), फारेनहाइट (°F) व केल्विन (K)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डॉक्टरी थर्मामीटर (35°C-42°C) व प्रयोगशाला थर्मामीटर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ऊष्मा स्थानांतरण: चालन, संवहन एवं विकिरण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समुद्री समीर, थल समीर एवं ऊनी कपड़ों की गर्माहट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