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Class 03 • भौतिक विज्ञान (Physics Special)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विद्युत धारा, परिपथ एवं इसके प्रभाव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Electric Current, Circuits, Heating &amp; Magnetic Effects, Electromagnet &amp; Electroplating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विद्युत परिपथ के अवयव: सेल, स्विच, बल्ब व बंद/खुला परिपथ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ऊष्मीय प्रभाव: हीटर (नाइक्रोम) व बल्ब फिलामेंट (टंगस्टन)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विद्युत फ्यूज (कम गलनांक तार) व MCB की सुरक्षा भूमिका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चुंबकीय प्रभाव: हेंस क्रिश्चियन ओर्स्टेड की खोज व विद्युत घंटी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विद्युत लेपन (गैल्वनीकरण) एवं 15 मोस्ट रिपीटेड PYQs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03: विद्युत परिपथ एवं विद्युत धारा का ऊष्मीय प्रभाव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विद्युत परिपथ (Electric Circuit): विद्युत धारा के बहने का बंद मार्ग; सेल के धन (+) सिरे से ऋण (-) सिरे की ओर धारा बहती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ऊष्मीय प्रभाव (Heating Effect of Current): जब किसी चालक तार से विद्युत धारा प्रवाहित होती है, तो तार गर्म हो जाता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हीटर व गीजर का तंतु (Element): 'नाइक्रोम' (Nichrome - निकल + क्रोमियम) मिश्रधातु का बना होता है, जिसका गलनांक और प्रतिरोध बहुत उच्च होता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विद्युत बल्ब का फिलामेंट (तंतु): 'टंगस्टन' (Tungsten) धातु का बना होता है, जिसका गलनांक लगभग 3422°C होता है। बल्ब में नाइट्रोजन या आर्गन जैसी अक्रिय गैसें भरी जाती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विद्युत फ्यूज (Electric Fuse): सुरक्षा उपकरण है; यह सीसा (Lead) और टिन (Tin) की मिश्रधातु का बना होता है, जिसका 'गलनांक बहुत कम' (Low Melting Point) होता है ताकि ओवरलोडिंग होने पर पिघलकर परिपथ तोड़ दे।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MCB (Miniature Circuit Breaker): आधुनिक घरों में फ्यूज के स्थान पर स्वतः बंद होने वाली MCB का प्रयोग होता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03: विद्युत धारा का चुंबकीय प्रभाव एवं विद्युत चुंबक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चुंबकीय प्रभाव (Magnetic Effect): 1820 में वैज्ञानिक 'हेंस क्रिश्चियन ओर्स्टेड' ने खोजा कि तार में धारा प्रवाहित करने पर पास रखी कंपास सुई विक्षेपित होती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विद्युत चुंबक (Electromagnet): लोहे की कील या नर्म लोहे के क्रोड पर तांबे के विद्युतरोधी तार की कुंडली लपेटकर धारा प्रवाहित करने पर बना चुंबक।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विद्युत चुंबक के गुण: यह एक अस्थायी चुंबक है; धारा बंद करते ही चुंबकत्व समाप्त हो जाता है; इसकी शक्ति फेरों की संख्या और धारा बढ़ाकर बढ़ाई जा सकती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उपयोग: क्रेन द्वारा भारी लोहे के कचरे को उठाने, टेलीफोन, लाउडस्पीकर, विद्युत मोटर और 'विद्युत घंटी' (Electric Bell) में।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03: विद्युत धारा का रासायनिक प्रभाव एवं विद्युत लेपन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विद्युत अपघट्य (Electrolyte): वह द्रव जिसमें विद्युत धारा प्रवाहित हो सकती है (जैसे नमक का पानी, नींबू का रस, कॉपर सल्फेट घोल)। आसुत जल (Distilled Water) विद्युत का कुचालक होता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विद्युत लेपन (Electroplating): विद्युत धारा की सहायता से किसी सस्ती धातु पर किसी महंगी या सुरक्षित धातु की पतली परत चढ़ाने की विधि।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गैल्वनीकरण (Galvanization): लोहे को जंग (Rust) से बचाने के लिए उस पर 'जस्ता' (Zinc) की परत चढ़ाना।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क्रोमियम लेपन: साइकिल के हैंडल, नल और पहियों के रिम को चमकदार व खरोंच-रहित बनाने हेतु क्रोमियम की परत चढ़ाई जाती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विद्युत बल्ब का फिलामेंट (तंतु) किस उच्च गलनांक वाली धातु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नाइक्रोम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टंगस्टन (Tungsten)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लोहा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विद्युत बल्ब का फिलामेंट (तंतु) किस उच्च गलनांक वाली धातु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नाइक्रोम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टंगस्टन (Tungsten)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लोहा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टंगस्टन का गलनांक अत्यधिक उच्च (लगभग 3422°C) होता है जिससे यह श्वेत तप्त होकर प्रकाश देता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विद्युत हीटर, गीजर और प्रेस की हीटिंग कॉइल किस मिश्रधातु की बनी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टंगस्टन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नाइक्रोम (Nichrome)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पीतल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कांसा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विद्युत हीटर, गीजर और प्रेस की हीटिंग कॉइल किस मिश्रधातु की बनी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टंगस्टन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नाइक्रोम (Nichrome)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पीतल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कांसा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नाइक्रोम (निकल + क्रोमियम) का उच्च प्रतिरोध होता है और यह लाल गर्म होकर भारी ऊष्मा उत्पन्न करता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विद्युत फ्यूज तार (Fuse Wire) की सबसे मुख्य विशेषता क्या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उच्च गलनांक व कम प्रतिरोध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निम्न गलनांक (Low Melting Point)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अत्यधिक मोटा होना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लकड़ी का बना होना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विद्युत फ्यूज तार (Fuse Wire) की सबसे मुख्य विशेषता क्या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उच्च गलनांक व कम प्रतिरोध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निम्न गलनांक (Low Melting Point)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अत्यधिक मोटा होना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लकड़ी का बना होना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कम गलनांक होने से अधिक धारा बहने पर फ्यूज तुरंत पिघलकर आग लगने से बचा लेता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विद्युत धारा के चुंबकीय प्रभाव की सर्वप्रथम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माइकल फैराडे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हेंस क्रिश्चियन ओर्स्टेड (Oersted)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आइजैक न्यूटन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थॉमस एडिसन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विद्युत धारा के चुंबकीय प्रभाव की सर्वप्रथम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माइकल फैराडे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हेंस क्रिश्चियन ओर्स्टेड (Oersted)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आइजैक न्यूटन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थॉमस एडिसन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1820 में ओर्स्टेड ने देखा कि धारावाही तार के पास चुंबकीय सुई हिलती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लोहे को जंग (Rust) से बचाने के लिए उस पर जस्ते (Zinc) की परत चढ़ाना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विद्युत लेपन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यशदलेपन / गैल्वनीकरण (Galvanization)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मिश्रधातुकरण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उदासीनीकरण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लोहे को जंग (Rust) से बचाने के लिए उस पर जस्ते (Zinc) की परत चढ़ाना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विद्युत लेपन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यशदलेपन / गैल्वनीकरण (Galvanization)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मिश्रधातुकरण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उदासीनीकरण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जस्ते की परत लोहे को नमी और ऑक्सीजन के सीधे संपर्क में आने से रोकती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निम्नलिखित में से कौन सा द्रव विद्युत का सर्वोत्तम सुचालक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आसुत जल (Distilled Water)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नींबू का रस / नमक का घोल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शुद्ध वनस्पति तेल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शहद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निम्नलिखित में से कौन सा द्रव विद्युत का सर्वोत्तम सुचालक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आसुत जल (Distilled Water)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नींबू का रस / नमक का घोल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शुद्ध वनस्पति तेल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शहद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नमक और अम्ल के जलीय घोल में स्वतंत्र आयन होते हैं जो विद्युत धारा का चालन करते हैं।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घरों में विद्युत सुरक्षा हेतु प्रयुक्त MCB का पूरा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Main Circuit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Miniature Circuit Breaker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Maximum Current Battery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Micro Current Bulb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घरों में विद्युत सुरक्षा हेतु प्रयुक्त MCB का पूरा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Main Circuit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Miniature Circuit Breaker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Maximum Current Battery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Micro Current Bulb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MCB सुरक्षा उपकरण है जो शॉर्ट-सर्किट होने पर स्वतः ट्रिप (बंद) हो जाता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विद्युत घंटी (Electric Bell) विद्युत धारा के किस प्रभाव पर कार्य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ऊष्मीय प्रभाव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चुंबकीय प्रभाव पर (Magnetic Effect)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रासायनिक प्रभाव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प्रकाशिक प्रभाव पर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विद्युत घंटी (Electric Bell) विद्युत धारा के किस प्रभाव पर कार्य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ऊष्मीय प्रभाव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चुंबकीय प्रभाव पर (Magnetic Effect)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रासायनिक प्रभाव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प्रकाशिक प्रभाव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विद्युत घंटी में विद्युत चुंबक लगा होता है जो हथौड़े को घंटी पर टकराता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विद्युत सेल में कितने टर्मिनल (सिरे)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दो (धनात्मक एवं ऋणात्मक)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चार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विद्युत सेल में कितने टर्मिनल (सिरे)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एक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दो (धनात्मक एवं ऋणात्मक)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तीन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चार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धातु की टोपी वाला सिरा धनात्मक (+) और धातु की चकती वाला सिरा ऋणात्मक (-) होता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साइकिल के हैंडल और पहियों के रिम पर चमक लाने व खरोंच से बचाने हेतु किस धातु का विद्युत लेपन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क्रोमियम (Chromium)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सीसा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साइकिल के हैंडल और पहियों के रिम पर चमक लाने व खरोंच से बचाने हेतु किस धातु का विद्युत लेपन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क्रोमियम (Chromium)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सीसा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क्रोमियम चमकदार धातु है जो जंग और खरोंच का विरोध करती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एक खुले परिपथ (Open Circuit) में विद्युत धारा का प्रवाह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बहुत तेज होता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बिल्कुल नहीं होता (शून्य)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धीमा होता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उल्टी दिशा में होता है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एक खुले परिपथ (Open Circuit) में विद्युत धारा का प्रवाह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बहुत तेज होता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बिल्कुल नहीं होता (शून्य)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धीमा होता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उल्टी दिशा में होता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परिपथ टूटने पर धारा का मार्ग बंद हो जाता है, अतः बल्ब नहीं जलता।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विद्युत चुंबक बनाने के लिए किस प्रकार के लोहे का क्रोड सर्वोत्तम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स्टील (इस्पात)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नरम लोहा (Soft Iron)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कच्चा ढलवा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जंग लगा लोहा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विद्युत चुंबक बनाने के लिए किस प्रकार के लोहे का क्रोड सर्वोत्तम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स्टील (इस्पात)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नरम लोहा (Soft Iron)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कच्चा ढलवा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जंग लगा लोहा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नरम लोहा धारा बहते ही तेजी से चुंबक बनता है और धारा कटते ही चुंबकत्व छोड़ देता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[UP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विद्युत धारा (Electric Current) मापने के लिए किस वैज्ञानिक यंत्र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वोल्टमीटर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अमीटर (Ammeter)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लैक्टोमीटर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[UP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विद्युत धारा (Electric Current) मापने के लिए किस वैज्ञानिक यंत्र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वोल्टमीटर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अमीटर (Ammeter)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लैक्टोमीटर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अमीटर परिपथ में श्रेणीक्रम में जुड़कर बहने वाली धारा (एम्पियर में) मापता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[Maharashtra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बिजली के बल्ब में टंगस्टन फिलामेंट की आयु बढ़ाने के लिए कौन सी अक्रिय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आर्गन एवं नाइट्रोजन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हाइड्रोजन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क्लोरीन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[Maharashtra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बिजली के बल्ब में टंगस्टन फिलामेंट की आयु बढ़ाने के लिए कौन सी अक्रिय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आर्गन एवं नाइट्रोजन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हाइड्रोजन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क्लोरीन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आर्गन गैस उच्च ताप पर टंगस्टन को वाष्पीकृत होने और जलने से बचाती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विद्युत धारा का अंतर्राष्ट्रीय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वोल्ट (V)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एम्पियर (Ampere / 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ओम (Ω)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वाट (W)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विद्युत धारा का अंतर्राष्ट्रीय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वोल्ट (V)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एम्पियर (Ampere / 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ओम (Ω)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वाट (W)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विद्युत धारा का मात्रक आंद्रे-मेरी एम्पियर के नाम पर 'एम्पियर' रखा गया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03: सागर सर की 1-मिनट मेमोरी चाबी (विद्युत व चुंबकत्व सूत्र)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धारा का SI मात्रक = एम्पियर (A) | अमीटर = श्रेणीक्रम में धारा मापी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बल्ब फिलामेंट = टंगस्टन (उच्च गलनांक 3422°C + आर्गन गैस)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हीटर/प्रेस कॉइल = नाइक्रोम (उच्च प्रतिरोध + उच्च ऊष्मा)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फ्यूज तार = सीसा + टिन मिश्रधातु (निम्न गलनांक - सुरक्षा उपकरण)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चुंबकीय प्रभाव खोज = ओर्स्टेड (1820) | विद्युत घंटी = चुंबकीय प्रभाव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गैल्वनीकरण = लोहे पर जस्ते (Zinc) की परत | क्रोमियम = साइकिल हैंडल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📝 घर पर अभ्यास के लिए 3 महत्वपूर्ण प्रश्न (Self Practice):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1.  विद्युत फ्यूज तार कम गलनांक वाली मिश्रधातु का ही क्यों बनाया जाता है?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2.  विद्युत चुंबक और स्थायी चुंबक में दो प्रमुख अंतर लिखिए।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3.  लोहे की वस्तुओं का यशदलेपन (गैल्वनीकरण) क्यों किया जाता है?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Class 03 Complete! कल मिलेंगे Class 04 में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कल का विषय: ध्वनि — कंपन, आवृत्ति, आयाम एवं मानव कर्ण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इस क्लास की PDF डाउनलोड करें: sagarcoaching.tech | Helpline: +91 91101 13671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ध्वनि का संचरण: ठोस, द्रव व गैस (निर्वात में शून्य)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आवृत्ति (हर्ट्ज), आवर्तकाल व तारत्व (तीखापन)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आयाम व ध्वनि की प्रबलता (डेसिबल)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मानव श्रव्य सीमा (20 Hz - 20000 Hz) व पराश्रव्य ध्वनि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