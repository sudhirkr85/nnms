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SCIENCE CLASS 13 • BIOLOGY PART 2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पादपों एवं जंतुओं में पोषण</a:t>
            </a:r>
            <a:br/>
            <a:r>
              <a:t>(Nutrition in Plants &amp; Animals)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स्वपोषी व विषमपोषी पोषण, प्रकाश-संश्लेषण, मानव पाचन तंत्र एवं प्रमुख पाचक एंजाइम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पोषण के प्रकार: स्वपोषी (Autotrophic) एवं विषमपोषी (Heterotrophic)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प्रकाश-संश्लेषण (Photosynthesis): रासायनिक समीकरण, आवश्यक घटक व रंध्र (Stomata)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विषमपोषी पादप: कीटभक्षी (नेपेंथीस), परजीवी (अमरबेल), मृतजीवी (कवक) व सहजीवी (लाइकेन)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मानव पाचन तंत्र (Human Digestive System): मुखगुहा, आमाशय, यकृत, अग्न्याशय व आंत्र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15 प्रामाणिक विगत वर्षों के NMMS PYQs (विस्तृत व्याख्या सहित)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पादपों में पोषण एवं प्रकाश-संश्लेषण (Photosynthesis in Plants)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स्वपोषी पोषण (Autotrophic Nutrition): हरे पौधे सूर्य के प्रकाश, क्लोरोफिल, जल एवं कार्बन डाइऑक्साइड की सहायता से अपना भोजन स्वयं बनाते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प्रकाश-संश्लेषण का रासायनिक समीकरण:</a:t>
            </a:r>
            <a:br/>
            <a:r>
              <a:t>  6CO₂ + 12H₂O + सूर्य का प्रकाश + क्लोरोफिल ➔ C₆H₁₂O₆ (ग्लूकोज) + 6O₂ + 6H₂O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प्रकाश-संश्लेषण में सौर ऊर्जा रासायनिक ऊर्जा में बदलती है। मुक्त होने वाली ऑक्सीजन (O₂) गैस जल (H₂O) के प्रकाशीय अपघटन से निकलती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रंध्र (Stomata): पत्तियों की सतह पर उपस्थित सूक्ष्म छिद्र जो गैसों के विनिमय (CO₂/O₂) एवं वाष्पोत्सर्जन (Transpiration) का कार्य करते हैं। ये द्वार कोशिकाओं (Guard Cells) से घिरे होते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पत्तियों का हरा रंग क्लोरोफिल (हरितलवक) के कारण होता है, जिसमें मैग्नीशियम (Mg) धातु उपस्थित होती है।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पादपों में विशिष्ट पोषण प्रणालियां (Heterotrophic Plants)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परजीवी पौधे (Parasitic Plants): अमरबेल (Cuscuta) पूर्ण तना परजीवी है। इसमें चूषकांग (Haustoria) होते हैं जो पोषक पौधे से तैयार भोजन चूसते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कीटभक्षी पौधे (Insectivorous Plants): घटपर्णी (Nepenthes), ड्रोसेरा (Drosera), यूट्रिकुलेरिया। ये पौधे नाइट्रोजन की कमी वाली दलदली मिट्टी में उगते हैं और नाइट्रोजन पूर्ति के लिए कीटों का भक्षण करते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मृतजीवी पोषण (Saprotrophic Nutrition): छत्रक (Mushroom), यीस्ट व कवक मृत एवं सड़े-गले कार्बनिक पदार्थों से पाचक रस स्रावित कर घुलित रूप में पोषण ग्रहण करते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सहजीवी संबंध (Symbiosis): दो जीव परस्पर लाभ हेतु साथ रहते हैं।</a:t>
            </a:r>
            <a:br/>
            <a:r>
              <a:t>उदाहरण 1: लाइकेन (Lichen) = शैवाल (भोजन निर्माता) + कवक (जल व आश्रय प्रदाता)।</a:t>
            </a:r>
            <a:br/>
            <a:r>
              <a:t>उदाहरण 2: राइजोबियम (Rhizobium) जीवाणु + दलहनी पौधों की जड़ें (नाइट्रोजन स्थिरीकरण)।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मानव पाचन तंत्र के प्रमुख अंग एवं कार्य (Human Digestive System)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मुखगुहा (Mouth Cavity): लार ग्रंथियों से टायलिन/एमाइलेज (Salivary Amylase) एंजाइम स्रावित होता है जो मंड (Starch) को माल्टोज शर्करा में बदलता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ग्रसिका (Oesophagus): भोजन क्रमाकुंचन गति (Peristalsis) द्वारा आमाशय तक पहुंचता है। इसमें कोई पाचन नहीं होता।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आमाशय (Stomach): जठर रस में हाइड्रोक्लोरिक अम्ल (HCl), पेप्सिन एवं श्लेष्मा (Mucus) होते हैं। HCl जीवाणुओं को मारता है व माध्यम अम्लीय बनाता है; पेप्सिन प्रोटीन का आंशिक पाचन करता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यकृत (Liver): शरीर की सबसे बड़ी ग्रंथि (1.5 किग्रा)। यह पित्त रस (Bile Juice) बनाती है जो पित्ताशय (Gall Bladder) में संचित होता है। पित्त रस वसा का पायसीकरण (Emulsification) करता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अग्न्याशय (Pancreas): मिश्रित ग्रंथि। ट्रिप्सिन (प्रोटीन पाचक), एमाइलेज (कार्बोहाइड्रेट पाचक) एवं लाइपेज (वसा पाचक) स्रावित करती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क्षुद्रांत्र / छोटी आंत (Small Intestine): भोजन का अंतिम पाचन एवं दीर्घरोम (Villi) द्वारा पोषक तत्वों का अवशोषण यहीं होता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प्रकाश-संश्लेषण की क्रिया में सह-उत्पाद के रूप में कौन-सी गैस मुक्त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कार्बन डाइऑक्साइड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ऑक्सीजन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नाइट्रोजन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हाइड्रोजन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प्रकाश-संश्लेषण की क्रिया में सह-उत्पाद के रूप में कौन-सी गैस मुक्त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कार्बन डाइऑक्साइड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ऑक्सीजन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नाइट्रोजन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हाइड्रोजन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प्रकाश-संश्लेषण के दौरान जल (H₂O) के अपघटन से ऑक्सीजन (O₂) गैस वायुमंडल में मुक्त होती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निम्नलिखित में से कौन-सा पौधा पूर्ण परजीवी (Parasite) का उदाहरण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घटपर्णी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अमरबेल (Cuscuta)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गुड़हल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मशरूम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निम्नलिखित में से कौन-सा पौधा पूर्ण परजीवी (Parasite) का उदाहरण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घटपर्णी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अमरबेल (Cuscuta)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गुड़हल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मशरूम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अमरबेल में क्लोरोफिल नहीं होता, यह चूषकांगों द्वारा पोषक वृक्ष से तैयार भोजन ग्रहण करती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कीटभक्षी पौधे कीटों का भक्षण मुख्यतः किस तत्व की कमी को पूरा करने के लिए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कार्बन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ऑक्सीजन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नाइट्रोजन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कैल्शियम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कीटभक्षी पौधे कीटों का भक्षण मुख्यतः किस तत्व की कमी को पूरा करने के लिए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कार्बन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ऑक्सीजन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नाइट्रोजन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कैल्शियम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कीटभक्षी पौधे नाइट्रोजन की कमी वाली भूमि में उगते हैं, अतः वे कीटों को पचाकर नाइट्रोजन प्राप्त करते हैं।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मानव शरीर की सबसे बड़ी ग्रंथि (Largest Gland)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अग्न्याशय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थायरॉयड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यकृत (Liver)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पीयूष ग्रंथि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मानव शरीर की सबसे बड़ी ग्रंथि (Largest Gland)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अग्न्याशय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थायरॉयड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यकृत (Liver)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पीयूष ग्रंथि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यकृत (Liver) मानव शरीर की सबसे बड़ी ग्रंथि है जिसका वजन लगभग 1.5 किग्रा होता है और यह पित्त रस बनाती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पित्त रस (Bile Juice) का निर्माण कहाँ होता है और यह कहाँ संचित रहता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आमाशय में निर्माण, यकृत में संचय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यकृत में निर्माण, पित्ताशय में संचय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पित्ताशय में निर्माण, यकृत में संचय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अग्न्याशय में निर्माण व संचय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पित्त रस (Bile Juice) का निर्माण कहाँ होता है और यह कहाँ संचित रहता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आमाशय में निर्माण, यकृत में संचय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यकृत में निर्माण, पित्ताशय में संचय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पित्ताशय में निर्माण, यकृत में संचय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अग्न्याशय में निर्माण व संचय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पित्त रस का निर्माण यकृत (Liver) में होता है और यह पित्ताशय (Gall Bladder) में संचित रहता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पत्तियों में गैसों के आदान-प्रदान हेतु कौन-से सूक्ष्म छिद्र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जाइलम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फ्लोएम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रंध्र (Stomata)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कूपिकाएं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पत्तियों में गैसों के आदान-प्रदान हेतु कौन-से सूक्ष्म छिद्र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जाइलम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फ्लोएम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रंध्र (Stomata)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कूपिकाएं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पत्तियों की सतह पर रंध्र (Stomata) पाए जाते हैं जो गैसों के विनिमय और वाष्पोत्सर्जन को नियंत्रित करते हैं।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क्लोरोफिल (हरितलवक) के केंद्र में कौन-सी धातु उपस्थित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लोहा (Fe)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मैग्नीशियम (Mg)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तांबा (Cu)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जस्ता (Zn)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क्लोरोफिल (हरितलवक) के केंद्र में कौन-सी धातु उपस्थित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लोहा (Fe)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मैग्नीशियम (Mg)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तांबा (Cu)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जस्ता (Zn)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क्लोरोफिल अणु के केंद्र में मैग्नीशियम (Mg) धातु आयन उपस्थित होता है जो प्रकाश अवशोषण में सहायक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मानव मुखगुहा की लार में कौन-सा एंजाइम स्टार्च (मंड) का पाचन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पेप्सिन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रेनिन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टायलिन / एमाइलेज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ट्रिप्सिन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मानव मुखगुहा की लार में कौन-सा एंजाइम स्टार्च (मंड) का पाचन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पेप्सिन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रेनिन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टायलिन / एमाइलेज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ट्रिप्सिन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लार में टायलिन (Salivary Amylase) पाया जाता है जो स्टार्च को माल्टोज शर्करा में तोड़ता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भोजन का अंतिम रूप से पूर्ण पाचन एवं अवशोषण आहारनाल के किस भाग में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आमाशय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बड़ी आंत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छोटी आंत (Small Intestine)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ग्रसिका में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भोजन का अंतिम रूप से पूर्ण पाचन एवं अवशोषण आहारनाल के किस भाग में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आमाशय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बड़ी आंत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छोटी आंत (Small Intestine)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ग्रसिका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छोटी आंत (क्षुद्रांत्र) में भोजन का पूर्ण पाचन होता है और दीर्घरोम (Villi) द्वारा पोषक तत्व अवशोषित किए जाते हैं।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लाइकेन (Lichen) किन दो सजीवों के बीच का सहजीवी संबंध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जीवाणु और कवक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शैवाल और कवक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विषाणु और शैवाल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प्रोटोजोआ और जीवाणु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लाइकेन (Lichen) किन दो सजीवों के बीच का सहजीवी संबंध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जीवाणु और कवक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शैवाल और कवक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विषाणु और शैवाल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प्रोटोजोआ और जीवाणु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लाइकेन शैवाल (Algae) और कवक (Fungi) का सहजीवी संबंध है; शैवाल भोजन बनाता है और कवक आश्रय व जल देता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आमाशय में कौन-सा अम्ल भोजन के हानिकारक जीवाणुओं को नष्ट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सल्फ्यूरिक अम्ल (H₂SO₄)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नाइट्रिक अम्ल (HNO₃)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हाइड्रोक्लोरिक अम्ल (HCl)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एसिटिक अम्ल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आमाशय में कौन-सा अम्ल भोजन के हानिकारक जीवाणुओं को नष्ट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सल्फ्यूरिक अम्ल (H₂SO₄)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नाइट्रिक अम्ल (HNO₃)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हाइड्रोक्लोरिक अम्ल (HCl)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एसिटिक अम्ल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आमाशय की भित्ति से हाइड्रोक्लोरिक अम्ल (HCl) निकलता है जो हानिकारक जीवाणुओं को नष्ट करता है और पेप्सिन को सक्रिय करता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वसा के पायसीकरण (Emulsification) में कौन-सा पाचक रस सहायक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जठर रस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पित्त रस (Bile Juice)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लार रस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आंत्र रस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वसा के पायसीकरण (Emulsification) में कौन-सा पाचक रस सहायक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जठर रस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पित्त रस (Bile Juice)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लार रस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आंत्र रस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यकृत द्वारा स्रावित पित्त रस वसा की बड़ी गोलिकाओं को छोटी बूंदों में तोड़ता है, जिसे पायसीकरण कहते हैं।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अमीबा अपने भोजन का अंतर्ग्रहण किसकी सहायता से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स्पर्शक (Tentacles)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सीलिया (Cilia)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पादाभ / कूटपाद (Pseudopodia)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मुखगुहा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अमीबा अपने भोजन का अंतर्ग्रहण किसकी सहायता से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स्पर्शक (Tentacles)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सीलिया (Cilia)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पादाभ / कूटपाद (Pseudopodia)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मुखगुहा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अमीबा कूटपादों (Pseudopodia) की सहायता से भोजन के कणों को चारों ओर से घेरकर खाद्य रिक्तिका में ग्रहण करता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प्रोटीन को पचाने वाला एंजाइम पेप्सिन किस अंग में सक्रिय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मुखगुहा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आमाशय (Stomach)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मलाशय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ग्रसिका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प्रोटीन को पचाने वाला एंजाइम पेप्सिन किस अंग में सक्रिय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मुखगुहा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आमाशय (Stomach)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मलाशय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ग्रसिका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पेप्सिन आमाशय में अम्लीय माध्यम (HCl की उपस्थिति) में प्रोटीन को पेप्टोन में तोड़ता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दूध के प्रोटीन (केसीन) को पचाने वाला एंजाइम जो छोटे बच्चों के आमाशय में पाया जाता है: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ट्रिप्सिन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रेनिन (Rennin)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लाइपेज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इरेप्सिन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दूध के प्रोटीन (केसीन) को पचाने वाला एंजाइम जो छोटे बच्चों के आमाशय में पाया जाता है: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ट्रिप्सिन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रेनिन (Rennin)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लाइपेज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इरेप्सिन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रेनिन एंजाइम शिशुओं के आमाशय में दूध के प्रोटीन केसीन को थक्के के रूप में जमाकर पचाता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Class 13 त्वरित रिवीजन सूत्र (Nutrition &amp; Digestion Memory Sheet)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प्रकाश-संश्लेषण सूत्र: 6CO₂ + 12H₂O ➔ C₆H₁₂O₆ + 6O₂ + 6H₂O (O₂ जल से निकलती है, धातु = मैग्नीशियम)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पोषण रूप: कीटभक्षी = नेपेंथीस, ड्रोसेरा | परजीवी = अमरबेल | सहजीवी = लाइकेन (शैवाल + कवक)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पाचक रस व स्थल: लार (टायलिन = मंड) | आमाशय (HCl + पेप्सिन = प्रोटीन) | यकृत (पित्त रस = वसा पायसीकरण)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पूर्ण पाचन स्थल: छोटी आंत (क्षुद्रांत्र) में विली (दीर्घरोम) द्वारा पोषक तत्वों का अवशोषण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जल का अवशोषण: बड़ी आंत (बृहदांत्र) में केवल जल एवं कुछ लवणों का अवशोषण होता है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📝 घर पर अभ्यास के लिए 3 महत्वपूर्ण प्रश्न (Self Practice):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1.  प्रकाश-संश्लेषण का संतुलित रासायनिक समीकरण लिखिए तथा इसके लिए आवश्यक चार कारकों के नाम बताइए।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2.  कीटभक्षी पौधे कीटों का भक्षण क्यों करते हैं? दो उदाहरण दीजिए।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3.  मानव पाचन तंत्र में यकृत (Liver) और पित्त रस की क्या भूमिका है? व्याख्या कीजिए।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