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12 • BIOLOGY PART 1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कोशिका : संरचना एवं प्रकार्य</a:t>
            </a:r>
            <a:br/>
            <a:r>
              <a:t>(Cell - Structure and Functions)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कोशिका सिद्धांत, पादप व जंतु कोशिका में अंतर, कोशिकांग (Mitochondria, Plastids) व केंद्रक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कोशिका की खोज (रॉबर्ट हुक, 1665) एवं कोशिका सिद्धांत (श्लीडेन व श्वान)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प्रोकैरियोटिक (Prokaryotic) व यूकैरियोटिक (Eukaryotic) कोशिका में अंतर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पादप कोशिका (Plant Cell) एवं जंतु कोशिका (Animal Cell) के प्रमुख अंतर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प्रमुख कोशिकांग: माइटोकॉन्ड्रिया (पावर हाउस), राइबोसोम, लवक व रिक्तिका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15 प्रामाणिक विगत वर्षों के NMMS PYQs (विस्तृत व्याख्या सहित)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कोशिका की खोज एवं मूलभूत संकल्पना (Cell Discovery &amp; Theory)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कोशिका सजीवों की मूलभूत संरचनात्मक (Structural) एवं क्रियात्मक (Functional) इकाई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रॉबर्ट हुक (Robert Hooke) ने 1665 में कॉर्क की पतली काट में मधुमक्खी के छत्ते जैसी कोष्ठकनुमा संरचना देखी और इसे 'सेल' (Cell) नाम दिया।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एंटन वॉन ल्यूवेनहॉक ने 1674 में सबसे पहले जीवित कोशिका (तालाब के जल में जीवाणु व प्रोटोजोआ) का अवलोकन किया।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कोशिका सिद्धांत (Cell Theory): एम. जे. श्लीडेन (1838) और थियोडोर श्वान (1839) ने प्रतिपादित किया। रूडोल्फ विरचो (1855) ने जोड़ा कि 'सभी कोशिकाएं पूर्ववर्ती कोशिकाओं से बनती हैं' (Omnis cellula-e cellula)।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संसार की सबसे छोटी कोशिका माइकोप्लाज्मा (Mycoplasma/PPLO) है तथा सबसे बड़ी एकल कोशिका शुतुरमुर्ग का अंडा (Ostrich Egg)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प्रोकैरियोटिक एवं यूकैरियोटिक कोशिका में अंतर (Cell Types)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प्रोकैरियोटिक कोशिका (Prokaryotic Cell): सुविकसित केंद्रक एवं केंद्रक झिल्ली (Nuclear Membrane) अनुपस्थित होती है। आनुवंशिक पदार्थ को 'न्यूक्लियॉइड' कहते हैं। उदाहरण: जीवाणु (Bacteria) एवं नील-हरित शैवाल (Blue-Green Algae)।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यूकैरियोटिक कोशिका (Eukaryotic Cell): सुगठित केंद्रक, दोहरी केंद्रक झिल्ली तथा झिल्लीयुक्त कोशिकांग उपस्थित होते हैं। उदाहरण: पौधे, जंतु, कवक व प्रोटोजोआ।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कोशिका भित्ति (Cell Wall): केवल पादप कोशिकाओं, कवकों और जीवाणुओं में पाई जाती है। पादपों में यह सेल्यूलोज (Cellulose) की बनी होती है जो दृढ़ता व सुरक्षा प्रदान करती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कोशिका झिल्ली / प्लाज्मा झिल्ली (Cell Membrane): पादप व जंतु दोनों में पाई जाती है। यह अर्ध-पारगम्य (Semi-permeable) होती है जो पदार्थों के आवागमन को नियंत्रित करती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पादप कोशिका बनाम जंतु कोशिका (Plant vs Animal Cell)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कोशिका भित्ति (Cell Wall): पादप कोशिका में उपस्थित (सेल्यूलोज निर्मित), जंतु कोशिका में पूर्णतः अनुपस्थित।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लवक (Plastids): पादप कोशिका में उपस्थित (हरितलवक, वर्णीलवक, अवर्णीलवक), जंतु कोशिका में अनुपस्थित।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रिक्तिकाएं (Vacuoles): पादप कोशिका में एक बड़ी केंद्रीय रिक्तिका (Central Vacuole) होती है; जंतु कोशिका में रिक्तिकाएं बहुत छोटी या अनुपस्थित होती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तारककाय (Centrosome): अधिकांश जंतु कोशिकाओं में कोशिका विभाजन हेतु उपस्थित, उच्च पादपों में अनुपस्थित।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आकार (Shape): पादप कोशिका सामान्यतः आयताकार/निश्चित आकार की होती है, जबकि जंतु कोशिका गोल या अनियमित आकार की होती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प्रमुख कोशिकांग एवं उनके विशिष्ट उपनाम (Organelles &amp; Functions)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माइटोकॉन्ड्रिया (Mitochondria): कोशिका का 'शक्ति गृह' (Powerhouse of the Cell)। यहाँ कोशिकीय श्वसन द्वारा ऊर्जा ATP (Adenosine Triphosphate) के रूप में संचित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हरितलवक (Chloroplast): पादप कोशिका की 'रसोईघर' (Kitchen of the Cell)। इसमें क्लोरोफिल वर्णक होता है जो प्रकाश-संश्लेषण करता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राइबोसोम (Ribosome): 'प्रोटीन की फैक्ट्री' (Protein Factory)। यह कोशिका में प्रोटीन संश्लेषण का मुख्य स्थल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लाइसोसोम (Lysosome): कोशिका की 'आत्मघाती थैली' (Suicide Bag)। इसमें पाचक एंजाइम (Hydrolytic Enzymes) होते हैं जो मृत/क्षतिग्रस्त कोशिकाओं को पचाते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केंद्रक (Nucleus): कोशिका का 'नियंत्रण कक्ष' (Brain/Control Centre)। इसमें क्रोमैटिन जालिका व गुणसूत्र (Chromosomes/DNA) होते हैं जो आनुवंशिक गुणों को अगली पीढ़ी में भेजते हैं।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कोशिका की खोज 1665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रॉबर्ट ब्राउन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रॉबर्ट हुक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ल्यूवेनहॉक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रूडोल्फ विरचो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कोशिका की खोज 1665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रॉबर्ट ब्राउन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रॉबर्ट हुक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ल्यूवेनहॉक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रूडोल्फ विरचो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रॉबर्ट हुक ने 1665 में कॉर्क की पतली काट में मधुमक्खी के छत्ते जैसी कोष्ठकनुमा संरचना देखकर उसे 'सेल' नाम दिया।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कोशिका का 'शक्ति गृह' (Powerhouse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माइटोकॉन्ड्रिया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गॉल्जीकाय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कोशिका का 'शक्ति गृह' (Powerhouse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माइटोकॉन्ड्रिया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गॉल्जीकाय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माइटोकॉन्ड्रिया में कोशिकीय श्वसन द्वारा ऊर्जा ATP के रूप में उत्पन्न व संचित होती है।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पादप कोशिका भित्ति (Cell Wall) मुख्य रूप से किसकी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प्रोटीन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लिपिड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सेल्यूलोज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ग्लाइकोजन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पादप कोशिका भित्ति (Cell Wall) मुख्य रूप से किसकी बनी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प्रोटीन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लिपिड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सेल्यूलोज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ग्लाइकोजन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पादपों की कोशिका भित्ति सेल्यूलोज (Cellulose) की बनी एक निर्जीव व दृढ़ संरचना है।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कोशिका की 'आत्मघाती थैली' (Suicidal Bag)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तारककाय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कोशिका की 'आत्मघाती थैली' (Suicidal Bag)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तारककाय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लाइसोसोम में शक्तिशाली पाचक एंजाइम होते हैं। कोशिका के क्षतिग्रस्त होने पर यह फट जाता है और अपनी ही कोशिका को पचा लेता है।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में से कौन-सा अंगक केवल पादप कोशिका में पाया जाता है, जंतु में नहीं?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केंद्रक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हरितलवक (Plastid)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कोशिका झिल्ली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में से कौन-सा अंगक केवल पादप कोशिका में पाया जाता है, जंतु में नहीं?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केंद्रक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हरितलवक (Plastid)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कोशिका झिल्ली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हरितलवक (Chloroplast) केवल पादप कोशिकाओं में पाया जाता है जो प्रकाश-संश्लेषण में सहायक है।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संसार की सबसे बड़ी एकल जीवित कोशिका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तंत्रिका कोशिका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शुतुरमुर्ग का अंडा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माइकोप्लाज्मा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अमीबा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संसार की सबसे बड़ी एकल जीवित कोशिका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तंत्रिका कोशिका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शुतुरमुर्ग का अंडा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माइकोप्लाज्मा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अमीबा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शुतुरमुर्ग का अंडा (Ostrich Egg) प्रकृति की सबसे बड़ी ज्ञात एकल जीवित कोशिका है।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कोशिका में प्रोटीन संश्लेषण (Protein Synthesis) का कार्य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रिक्तिका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क्लोरोप्लास्ट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कोशिका में प्रोटीन संश्लेषण (Protein Synthesis) का कार्य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रिक्तिका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क्लोरोप्लास्ट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राइबोसोम को 'प्रोटीन की फैक्ट्री' कहा जाता है क्योंकि यह अमीनो अम्लों से प्रोटीन का निर्माण करता है।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केंद्रक (Nucleus)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रॉबर्ट ब्राउन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पुरकिंजे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श्लीडेन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केंद्रक (Nucleus)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रॉबर्ट ब्राउन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पुरकिंजे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श्लीडेन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रॉबर्ट ब्राउन ने 1831 में पादप कोशिकाओं (ऑर्किड) में केंद्रक की खोज की थी।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मानव शरीर की सबसे लंबी कोशिका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लाल रक्त कणिका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पेशी कोशिका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तंत्रिका कोशिका (Neuron)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श्वेत रक्त कणिका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मानव शरीर की सबसे लंबी कोशिका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लाल रक्त कणिका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पेशी कोशिका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तंत्रिका कोशिका (Neuron)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श्वेत रक्त कणिका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तंत्रिका कोशिका (Neuron) मानव शरीर की सबसे लंबी कोशिका है जो लगभग 90 सेमी से 1 मीटर तक हो सकती है।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प्रोकैरियोटिक जीवों का सही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अमीबा और पैरामीशियम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जीवाणु और नील-हरित शैवाल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यीस्ट और हाइड्रा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मनुष्य और प्याज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प्रोकैरियोटिक जीवों का सही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अमीबा और पैरामीशियम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जीवाणु और नील-हरित शैवाल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यीस्ट और हाइड्रा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मनुष्य और प्याज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जीवाणु (Bacteria) एवं नील-हरित शैवाल (Cyanobacteria) में केंद्रक झिल्ली विहीन प्राथमिक केंद्रक (प्रोकैरियोट) पाया जाता है।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कोशिका द्रव्य एवं केंद्रक दोनों को सम्मिलित रूप से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जीवद्रव्य (Protoplasm)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कोशिका रस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प्लाज्मा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मैट्रिक्स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कोशिका द्रव्य एवं केंद्रक दोनों को सम्मिलित रूप से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जीवद्रव्य (Protoplasm)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कोशिका रस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प्लाज्मा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मैट्रिक्स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पुरकिंजे ने 1839 में कोशिका द्रव्य और केंद्रक को संयुक्त रूप से 'जीवद्रव्य' (Protoplasm) नाम दिया, जिसे जीवन का भौतिक आधार कहते हैं।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कोशिका का 'रसोईघर' (Kitchen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हरितलवक (Chloroplast)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गॉल्जीकाय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कोशिका का 'रसोईघर' (Kitchen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हरितलवक (Chloroplast)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गॉल्जीकाय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हरितलवक में सूर्य के प्रकाश की उपस्थिति में भोजन (ग्लूकोज) बनता है, अतः इसे कोशिका का रसोईघर कहते हैं।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MP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गुणसूत्र (Chromosomes) कोशिका के किस भाग में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रिक्तिका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कोशिका झिल्ली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केंद्रक (Nucleus)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लाइसोसोम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MP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गुणसूत्र (Chromosomes) कोशिका के किस भाग में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रिक्तिका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कोशिका झिल्ली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केंद्रक (Nucleus)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लाइसोसोम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गुणसूत्र केंद्रक में पाए जाते हैं और यह DNA व हिस्टोन प्रोटीन से बने होते हैं जिन पर जीन (Gene) स्थित होते हैं।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पादप कोशिका में जल व खनिज के भंडारण हेतु कौन-सी बड़ी संरचना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रसधानी / रिक्तिका (Vacuole)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तारककेंद्र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राइबोसोम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पादप कोशिका में जल व खनिज के भंडारण हेतु कौन-सी बड़ी संरचना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रसधानी / रिक्तिका (Vacuole)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तारककेंद्र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राइबोसोम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पादप कोशिका के मध्य में एक बड़ी रिक्तिका होती है जो टोनोप्लास्ट झिल्ली से घिरी होती है तथा कोशिका को स्फीति प्रदान करती है।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सजीवों में आनुवंशिक गुणों की वाहक मूल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गुणसूत्र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जीन (Gene)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कोशिका भित्ति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सजीवों में आनुवंशिक गुणों की वाहक मूल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गुणसूत्र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जीन (Gene)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कोशिका भित्ति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जीन गुणसूत्रों पर उपस्थित DNA के क्रियात्मक खंड हैं जो माता-पिता से संतानों में आनुवंशिक लक्षणों को ले जाते हैं।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Class 12 त्वरित रिवीजन सूत्र (Cell Biology Memory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खोजकर्ता: कोशिका (रॉबर्ट हुक, 1665) | केंद्रक (रॉबर्ट ब्राउन, 1831) | जीवद्रव्य (पुरकिंजे, 1839)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कोशिकांग उपनाम: पावर हाउस = माइटोकॉन्ड्रिया | रसोईघर = हरितलवक | प्रोटीन फैक्ट्री = राइबोसोम | आत्मघाती थैली = लाइसोसोम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पादप कोशिका विशेषता: कोशिका भित्ति (सेल्यूलोज) + बड़ी रिक्तिका + हरितलवक (जंतु में ये तीनों अनुपस्थित)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कोशिका आकार: सबसे छोटी = माइकोप्लाज्मा (PPLO) | सबसे बड़ी = शुतुरमुर्ग का अंडा | मानव में सबसे लंबी = न्यूरॉन (तंत्रिका)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प्रोकैरियोटिक = बिना झिल्ली का केंद्रक (जीवाणु) | यूकैरियोटिक = सुगठित केंद्रक (पादप, जंतु)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पादप कोशिका और जंतु कोशिका में कोई चार मुख्य अंतर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माइटोकॉन्ड्रिया को कोशिका का बिजलीघर क्यों कहते हैं? स्पष्ट कीजिए।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प्रोकैरियोटिक और यूकैरियोटिक कोशिका के दो-दो प्रमुख उदाहरण दीजिए।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