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SCIENCE CLASS 17 • BIOLOGY PART 6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फसल उत्पादन, वन एवं जैव विविधता संरक्षण</a:t>
            </a:r>
            <a:br/>
            <a:r>
              <a:t>(Crop Production &amp; Biodiversity Conservation)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खरीफ व रबी फसलें, सिंचाई की आधुनिक विधियां, नाइट्रोजन चक्र, रेड डाटा बुक एवं प्रदूषण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फसलों के प्रकार: खरीफ (Kharif), रबी (Rabi) एवं जायद (Zaid) फसलें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कृषि पद्धतियां: जुताई, बुआई, खाद व उर्वरक में अंतर, सिंचाई (ड्रिप व स्प्रिंकलर)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नाइट्रोजन चक्र (Nitrogen Cycle) के प्रमुख चरण व वायुमंडलीय संतुलन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वनोन्मूलन के प्रभाव, जैव विविधता, अभयारण्य, राष्ट्रीय उद्यान व रेड डाटा बुक (Red Data Book)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वायु एवं जल प्रदूषण: अम्लीय वर्षा (Acid Rain), ग्रीनहाउस प्रभाव एवं ओजोन क्षरण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15 प्रामाणिक विगत वर्षों के NMMS PYQs (विस्तृत व्याख्या सहित)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फसलों का वर्गीकरण एवं कृषि पद्धतियां (Crop Types &amp; Agriculture)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खरीफ फसलें (Kharif Crops): वर्षा ऋतु (जून-जुलाई से सितंबर-अक्टूबर) में उगाई जाती हैं। उदाहरण: धान (धान्य), मक्का, सोयाबीन, मूंगफली, कपास।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रबी फसलें (Rabi Crops): शीत ऋतु (अक्टूबर-नवंबर से मार्च-अप्रैल) में उगाई जाती हैं। उदाहरण: गेहूं, चना, मटर, सरसों, अलसी (तीसी)।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जायद फसलें (Zaid Crops): ग्रीष्म ऋतु (मार्च से जून) में उगाई जाती हैं। उदाहरण: तरबूज, खरबूजा, खीरा, ककड़ी।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खाद (Manure) बनाम उर्वरक (Fertilizer):</a:t>
            </a:r>
            <a:br/>
            <a:r>
              <a:t>• खाद: प्राकृतिक जैविक पदार्थ (गोबर, पत्तियां, वर्मीकम्पोस्ट), मृदा को ह्यूमस प्रदान करती है, कोई प्रदूषण नहीं।</a:t>
            </a:r>
            <a:br/>
            <a:r>
              <a:t>• उर्वरक: अकार्बनिक लवण (यूरिया, डीएपी, एनपीके), कारखानों में निर्मित, अत्यधिक उपयोग से मिट्टी की उर्वरता घटती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सिंचाई की आधुनिक विधियां (Water Conservation):</a:t>
            </a:r>
            <a:br/>
            <a:r>
              <a:t>• ड्रिप तंत्र (Drip Irrigation): जल बूंद-बूंद करके सीधे पौधों की जड़ों में गिरता है; फलदार पौधों एवं मरुस्थलीय क्षेत्रों हेतु सर्वोत्तम।</a:t>
            </a:r>
            <a:br/>
            <a:r>
              <a:t>• छिड़काव तंत्र (Sprinkler System): फव्वारे की तरह वर्षा के समान जल छिड़कता है; असमतल भूमि व रेतीली मिट्टी हेतु सर्वोत्तम।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नाइट्रोजन चक्र के चरण (The Nitrogen Cycle)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वायुमंडल में 78% नाइट्रोजन (N₂) गैस है, परंतु पौधे इसे सीधे ग्रहण नहीं कर सकते।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1. नाइट्रोजन स्थिरीकरण (Nitrogen Fixation): राइजोबियम जीवाणु, नील-हरित शैवाल और आकाशीय बिजली द्वारा N₂ को घुलनशील नाइट्रेट्स (NO₃⁻) में बदलना।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2. नाइट्रोजन स्वांगीकरण (Nitrogen Assimilation): पौधे जड़ों द्वारा नाइट्रेट्स अवशोषित कर पादप प्रोटीन बनाते हैं, जिसे शाकाहारी जंतु खाते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3. अमोनीकरण (Ammonification): मृत जीवों व उत्सर्जी पदार्थों के प्रोटीन को जीवाणुओं द्वारा अमोनिया में बदलना।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4. नाइट्रीकरण (Nitrification): नाइट्रोसोमोनास व नाइट्रोबैक्टर जीवाणु अमोनिया को नाइट्रेट में बदलते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5. विनाइट्रीकरण (Denitrification): स्यूडोमोनास जीवाणु नाइट्रेट्स को पुनः स्वतंत्र N₂ गैस में बदलकर वायुमंडल में भेज देते हैं जिससे चक्र संतुलित रहता है।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जैव विविधता एवं वन्यजीव संरक्षण (Conservation of Biodiversity)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जैव विविधता (Biodiversity): किसी क्षेत्र विशेष में पाए जाने वाले सभी पौधों, जंतुओं एवं सूक्ष्मजीवों की प्रजातियों की विविधता।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वनोन्मूलन (Deforestation): वनों की अंधाधुंध कटाई से वर्षा में कमी, भू-क्षरण, मरुस्थलीकरण (Desertification) और ग्लोबल वार्मिंग होती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संरक्षित क्षेत्र (Protected Areas):</a:t>
            </a:r>
            <a:br/>
            <a:r>
              <a:t>• वन्यजीव अभयारण्य (Sanctuary): वन्यजीवों को उनके प्राकृतिक आवास में बिना बाधा के सुरक्षित रखा जाता है। (उदा: वाल्मीकि अभयारण्य बिहार, भरतपुर राजस्थान)।</a:t>
            </a:r>
            <a:br/>
            <a:r>
              <a:t>• राष्ट्रीय उद्यान (National Park): संपूर्ण पारिस्थितिक तंत्र (वन्यजीव, वनस्पति, ऐतिहासिक स्थल) का कड़ा संरक्षण। (उदा: जिम कॉर्बेट, काजीरंगा - एक सींग वाला गैंडा)।</a:t>
            </a:r>
            <a:br/>
            <a:r>
              <a:t>• जैवमंडल आरक्षित क्षेत्र (Biosphere Reserve): विशाल संरक्षित क्षेत्र (उदा: पंचमढ़ी, सुंदरवन)।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रेड डाटा बुक (Red Data Book): IUCN द्वारा प्रकाशित वह पुस्तक जिसमें संकटापन्न (Endangered) जातियों का रिकॉर्ड रखा जाता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प्रवासी पक्षी (Migratory Birds): अत्यधिक ठंड से बचने और अंडे देने हेतु हजारों किमी उड़कर आते हैं (उदा: साइबेरियन क्रेन)।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पर्यावरण प्रदूषण एवं वैश्विक संकट (Environmental Pollution)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अम्लीय वर्षा (Acid Rain): वायु में सल्फर डाइऑक्साइड (SO₂) और नाइट्रोजन के ऑक्साइड (NO₂) जलवाष्प से मिलकर सल्फ्यूरिक अम्ल (H₂SO₄) और नाइट्रिक अम्ल (HNO₃) बनाते हैं। यह ताजमहल के संगमरमर का संक्षारण (मार्बल कैंसर) करती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ग्रीनहाउस प्रभाव एवं ग्लोबल वार्मिंग: कार्बन डाइऑक्साइड (CO₂), मीथेन (CH₄), जलवाष्प और नाइट्रस ऑक्साइड पृथ्वी से परावर्तित ऊष्मा (अवरक्त किरणों) को रोक लेते हैं जिससे औसत तापमान बढ़ता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ओजोन परत (Ozone Layer - O₃): समताप मंडल (Stratosphere) में स्थित, सूर्य की हानिकारक पराबैंगनी किरणों (UV Rays) को पृथ्वी पर आने से रोकती है। CFCs (क्लोरोफ्लोरोकार्बन) रेफ्रिजरेटर से निकलकर ओजोन को नष्ट करते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गंगा कार्य योजना (Ganga Action Plan): 1985 में गंगा नदी के प्रदूषण को कम करने हेतु शुरू की गई थी।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निम्नलिखित में से कौन-सी खरीफ फसल (Kharif Crop) का उदाहरण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गेहूं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चना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धान (Paddy)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सरसों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निम्नलिखित में से कौन-सी खरीफ फसल (Kharif Crop) का उदाहरण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गेहूं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चना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धान (Paddy)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सरसों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धान वर्षा ऋतु (जून-जुलाई) में बोई जाने वाली खरीफ फसल है, जबकि गेहूं, चना, सरसों रबी फसलें हैं।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असम के काजीरंगा राष्ट्रीय उद्यान में मुख्य रूप से किस संकटापन्न वन्यजीव का संरक्षण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रॉयल बंगाल टाइगर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एक सींग वाला गैंडा (Rhino)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एशियाई शेर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हाथी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असम के काजीरंगा राष्ट्रीय उद्यान में मुख्य रूप से किस संकटापन्न वन्यजीव का संरक्षण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रॉयल बंगाल टाइगर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एक सींग वाला गैंडा (Rhino)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एशियाई शेर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हाथी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काजीरंगा राष्ट्रीय उद्यान (असम) विश्व प्रसिद्ध एक सींग वाले भारतीय गैंडे का मुख्य प्राकृतिक आवास है।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संकटापन्न एवं विलुप्तप्राय प्रजातियों का अंतरराष्ट्रीय रिकॉर्ड किस पुस्तक में रखा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ब्लू डाटा बुक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ग्रीन डाटा बुक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रेड डाटा बुक (Red Data Book)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येलो डाटा बुक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संकटापन्न एवं विलुप्तप्राय प्रजातियों का अंतरराष्ट्रीय रिकॉर्ड किस पुस्तक में रखा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ब्लू डाटा बुक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ग्रीन डाटा बुक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रेड डाटा बुक (Red Data Book)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येलो डाटा बुक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IUCN द्वारा प्रकाशित रेड डाटा बुक में विश्व की सभी संकटापन्न पादप व जंतु प्रजातियों का रिकॉर्ड दर्ज होता है।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सिंचाई की वह आधुनिक विधि जिसमें जल की एक भी बूंद व्यर्थ नहीं होती और बूंद-बूंद करके जड़ों तक पहुँचती है: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छिड़काव तंत्र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ड्रिप तंत्र (Drip Irrigation)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रहली तंत्र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ढेकली तंत्र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सिंचाई की वह आधुनिक विधि जिसमें जल की एक भी बूंद व्यर्थ नहीं होती और बूंद-बूंद करके जड़ों तक पहुँचती है: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छिड़काव तंत्र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ड्रिप तंत्र (Drip Irrigation)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रहली तंत्र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ढेकली तंत्र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ड्रिप (टपकन) सिंचाई विधि जल संरक्षण की सर्वोत्तम आधुनिक विधि है।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अम्लीय वर्षा (Acid Rain) के लिए मुख्य रूप से कौन-सी गैसें उत्तरदायी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CO और CO₂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SO₂ और NO₂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मीथेन और हाइड्रोजन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हीलियम और नियॉन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अम्लीय वर्षा (Acid Rain) के लिए मुख्य रूप से कौन-सी गैसें उत्तरदायी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CO और CO₂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SO₂ और NO₂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मीथेन और हाइड्रोजन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हीलियम और नियॉन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कारखानों से निकलने वाली सल्फर डाइऑक्साइड (SO₂) और नाइट्रोजन डाइऑक्साइड (NO₂) वर्षा जल में घुलकर अम्ल बनाती हैं।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वायुमंडल की ओजोन परत को नष्ट करने वाला मुख्य रासायनिक प्रदूषक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कार्बन मोनोऑक्साइड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क्लोरोफ्लोरोकार्बन (CFCs)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सल्फर डाइऑक्साइड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मीथेन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वायुमंडल की ओजोन परत को नष्ट करने वाला मुख्य रासायनिक प्रदूषक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कार्बन मोनोऑक्साइड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क्लोरोफ्लोरोकार्बन (CFCs)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सल्फर डाइऑक्साइड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मीथेन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रेफ्रिजरेटर, एसी और एरोसोल स्प्रे से निकलने वाले CFCs समताप मंडल में ओजोन परत (O₃) का क्षरण करते हैं।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वायुमंडल में नाइट्रोजन गैस का लगभग कितना प्रतिशत भाग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78%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0.03%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0.93%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वायुमंडल में नाइट्रोजन गैस का लगभग कितना प्रतिशत भाग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21%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78%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0.03%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0.93%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वायुमंडल में 78% नाइट्रोजन, 21% ऑक्सीजन और 0.03% कार्बन डाइऑक्साइड उपस्थित होती है।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सूर्य की हानिकारक पराबैंगनी किरणों (UV Rays) से पृथ्वी की रक्षा कौन-सी परत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ओजोन परत (Ozone Layer)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आयनमंडल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बहिर्मंडल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सूर्य की हानिकारक पराबैंगनी किरणों (UV Rays) से पृथ्वी की रक्षा कौन-सी परत करती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ओजोन परत (Ozone Layer)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आयनमंडल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बहिर्मंडल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समताप मंडल में स्थित ओजोन परत (O₃) त्वचा कैंसर पैदा करने वाली पराबैंगनी किरणों को सोख लेती है।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[NMMS MP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मृदा में नाइट्रेट्स को पुनः स्वतंत्र नाइट्रोजन गैस में बदलने वाले जीवाणु क्या कहलाते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नाइट्रीकारी जीवाणु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विनाइट्रीकारी जीवाणु (Denitrifying)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राइजोबियम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लैक्टोबैसिलस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[NMMS MP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मृदा में नाइट्रेट्स को पुनः स्वतंत्र नाइट्रोजन गैस में बदलने वाले जीवाणु क्या कहलाते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नाइट्रीकारी जीवाणु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विनाइट्रीकारी जीवाणु (Denitrifying)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राइजोबियम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लैक्टोबैसिलस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स्यूडोमोनास जैसे विनाइट्रीकारी जीवाणु मिट्टी के नाइट्रेट्स को मुक्त नाइट्रोजन गैस में बदलते हैं।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ताजमहल के संगमरमर के पीले पड़ने व क्षरण (मार्बल कैंसर) का मुख्य कारण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ग्लोबल वार्मिंग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अम्लीय वर्षा (Acid Rain)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भूकंप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बाढ़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ताजमहल के संगमरमर के पीले पड़ने व क्षरण (मार्बल कैंसर) का मुख्य कारण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ग्लोबल वार्मिंग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अम्लीय वर्षा (Acid Rain)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भूकंप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बाढ़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मथुरा रिफाइनरी से निकलने वाले SO₂ के कारण होने वाली अम्लीय वर्षा संगमरमर (CaCO₃) से क्रिया कर उसे संक्षारित करती है।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केंचुए को 'किसानों का मित्र' क्यों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यह कीटों को खाता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यह मिट्टी को पोला कर ह्यूमस बढ़ाता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यह खरपतवार नष्ट करता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यह जल सोखता है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केंचुए को 'किसानों का मित्र' क्यों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यह कीटों को खाता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यह मिट्टी को पोला कर ह्यूमस बढ़ाता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यह खरपतवार नष्ट करता है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यह जल सोखता है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केंचुआ मिट्टी को खाकर पोला और भुरभुरा बनाता है जिससे जड़ों तक वायु संचार बढ़ता है और वर्मीकम्पोस्ट खाद बनती है।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रबी की फसलों की बुआई किस माह में की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जून - जुलाई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अक्टूबर - नवंबर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मार्च - अप्रैल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जनवरी - फरवरी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रबी की फसलों की बुआई किस माह में की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जून - जुलाई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अक्टूबर - नवंबर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मार्च - अप्रैल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जनवरी - फरवरी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रबी फसलों (गेहूं, चना, सरसों) की बुआई शीत ऋतु के प्रारंभ (अक्टूबर-नवंबर) में की जाती है और कटाई मार्च-अप्रैल में होती है।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ग्रीनहाउस प्रभाव (Greenhouse Effect) हेतु उत्तरदायी मुख्य गैस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नाइट्रोजन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ऑक्सीजन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कार्बन डाइऑक्साइड (CO₂)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हाइड्रोजन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ग्रीनहाउस प्रभाव (Greenhouse Effect) हेतु उत्तरदायी मुख्य गैस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नाइट्रोजन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ऑक्सीजन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कार्बन डाइऑक्साइड (CO₂)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हाइड्रोजन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CO₂ और मीथेन गैसें पृथ्वी द्वारा छोड़ी गई अवरक्त ऊष्मा को अवशोषित कर वैश्विक तापन (ग्लोबल वार्मिंग) बढ़ाती हैं।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भारत का प्रथम राष्ट्रीय उद्यान (National Park)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काजीरंगा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जिम कॉर्बेट (उत्तराखंड)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गिर राष्ट्रीय उद्यान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कान्हा राष्ट्रीय उद्यान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भारत का प्रथम राष्ट्रीय उद्यान (National Park)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काजीरंगा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जिम कॉर्बेट (उत्तराखंड)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गिर राष्ट्रीय उद्यान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कान्हा राष्ट्रीय उद्यान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जिम कॉर्बेट राष्ट्रीय उद्यान (उत्तराखंड, 1936 में स्थापित, पूर्व नाम हेली) भारत का पहला राष्ट्रीय उद्यान है।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खेतों में से अवांछित जंगली पौधों (खरपतवार) को हटाने की प्रक्रिया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जुताई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निराई (Weeding)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गहाई (Threshing)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भंडारण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खेतों में से अवांछित जंगली पौधों (खरपतवार) को हटाने की प्रक्रिया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जुताई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निराई (Weeding)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गहाई (Threshing)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भंडारण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मुख्य फसल के साथ उगे अवांछित पौधों को खुरपी या खरपतवारनाशी (2,4-D) द्वारा हटाना 'निराई' कहलाता है।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Class 17 त्वरित रिवीजन सूत्र (Crop Production &amp; Environment Memory Sheet)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फसल चक्र: खरीफ = धान, मक्का, कपास (जून-अक्टूबर) | रबी = गेहूं, चना, सरसों (अक्टूबर-अप्रैल) | जायद = तरबूज, खीरा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आधुनिक सिंचाई: ड्रिप तंत्र = बूंद-बूंद सीधे जड़ों में (जल की शून्य बर्बादी) | स्प्रिंकलर = फव्वारा विधि (असमतल भूमि)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नाइट्रोजन चक्र: 78% N₂ | स्थिरीकरण = राइजोबियम, तड़ित | नाइट्रीकरण = नाइट्रोसोमोनास | विनाइट्रीकरण = स्यूडोमोनास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संरक्षण रिकॉर्ड: रेड डाटा बुक = संकटग्रस्त प्रजातियां (IUCN) | काजीरंगा = एक सींग वाला गैंडा | जिम कॉर्बेट = प्रथम राष्ट्रीय उद्यान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पर्यावरण संकट: अम्लीय वर्षा = SO₂ + NO₂ (मार्बल कैंसर) | ओजोन क्षरण = CFCs | ग्रीनहाउस प्रभाव = CO₂ व मीथेन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📝 घर पर अभ्यास के लिए 3 महत्वपूर्ण प्रश्न (Self Practice):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1.  खरीफ और रबी फसलों में कोई चार मुख्य अंतर उदाहरण सहित समझाइए।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2.  ड्रिप (टपकन) सिंचाई पद्धति क्या है और यह जल संरक्षण में किस प्रकार सर्वोत्तम है?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3.  अम्लीय वर्षा क्या है? इसके दो प्रमुख हानिकारक प्रभाव लिखिए।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