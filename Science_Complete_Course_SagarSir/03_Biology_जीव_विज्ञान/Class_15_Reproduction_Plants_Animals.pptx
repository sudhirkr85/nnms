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SCIENCE CLASS 15 • BIOLOGY PART 4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पादपों एवं जंतुओं में जनन व किशोरावस्था</a:t>
            </a:r>
            <a:br/>
            <a:r>
              <a:t>(Reproduction &amp; Adolescence)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अलैंगिक व लैंगिक जनन, परागण, निषेचन, मानव अंतःस्रावी ग्रंथियां एवं हार्मोन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अलैंगिक जनन की विधियां: मुकुलन (यीस्ट/हाइड्रा), विखंडन (अमीबा), खंडन (स्पाइरोगाइरा)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पादपों में लैंगिक जनन: पुष्प की संरचना, स्व-परागण व पर-परागण, निषेचन व बीज निर्माण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जंतुओं में जनन: आंतरिक व बाह्य निषेचन, जरायुज (Viviparous) एवं अंडप्रजक (Oviparous)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किशोरावस्था एवं यौवनारंभ: द्वितीयक लैंगिक लक्षण, पीयूष ग्रंथि, टेस्टोस्टेरोन व एस्ट्रोजन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15 प्रामाणिक विगत वर्षों के NMMS PYQs (विस्तृत व्याख्या सहित)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अलैंगिक जनन की प्रमुख विधियां (Asexual Reproduction)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अलैंगिक जनन (Asexual Reproduction): एकल जनक द्वारा बिना युग्मकों के संलयन के नई संतान की उत्पत्ति।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द्विखंडन (Binary Fission): एक जनक कोशिका दो समान संतति कोशिकाओं में विभाजित होती है। उदाहरण: अमीबा (Amoeba) एवं पैरामीशियम।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मुकुलन (Budding): जनक के शरीर पर एक उभार (बड/मुकुल) निकलता है जो विकसित होकर नया जीव बनता है। उदाहरण: यीस्ट (Yeast) एवं हाइड्रा (Hydra)।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खंडन (Fragmentation): जीव का शरीर दो या अधिक खंडों में टूटकर नए जीव में विकसित होता है। उदाहरण: स्पाइरोगाइरा (Spirogyra शैवाल)।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बीजाणु निर्माण (Spore Formation): कवक (म्यूकर/राइजोपस) और फर्न में बीजाणुधानी से सूक्ष्म बीजाणु हवा में उड़ते हैं और अनुकूल परिस्थिति में उगते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कायिक प्रवर्धन (Vegetative Propagation): जड़ (शकरकंद), तना (आलू/अदरक), पत्ती (ब्रायोफिलम/अजूबा) द्वारा नए पौधों का निर्माण।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पुष्प की संरचना, परागण एवं निषेचन (Plant Sexual Reproduction)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पुष्प पादप का जनन अंग है। इसके 4 चक्र होते हैं: बाह्यदलपुंज (सुरक्षा), दलपुंज (आकर्षण), पुमंग (नर अंग), जायांग (मादा अंग)।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नर जनन अंग (पुंकेसर/Stamen): परागकोश (Anther) में परागकण (Pollen Grains) बनते हैं जो नर युग्मक होते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मादा जनन अंग (स्त्रीकेसर/Pistil): इसके 3 भाग होते हैं - वर्तिकाग्र (Stigma), वर्तिका (Style) एवं अंडाशय (Ovary)। अंडाशय के अंदर बीजांड (Ovule) में अंड कोशिका होती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परागण (Pollination): परागकोश से परागकणों का वर्तिकाग्र तक स्थानांतरण।</a:t>
            </a:r>
            <a:br/>
            <a:r>
              <a:t>• स्व-परागण (Self-Pollination): उसी पुष्प के वर्तिकाग्र पर।</a:t>
            </a:r>
            <a:br/>
            <a:r>
              <a:t>• पर-परागण (Cross-Pollination): दूसरे पौधे के पुष्प के वर्तिकाग्र पर (वायु, जल, कीटों द्वारा)।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निषेचन (Fertilization): नर व मादा युग्मक के संलयन से युग्मनज (Zygote) बनता है। निषेचन के बाद अंडाशय फल (Fruit) में तथा बीजांड बीज (Seed) में बदल जाता है।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जंतुओं में जनन एवं किशोरावस्था (Animal Reproduction &amp; Adolescence)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निषेचन के प्रकार:</a:t>
            </a:r>
            <a:br/>
            <a:r>
              <a:t>• आंतरिक निषेचन (Internal): मादा शरीर के अंदर (मनुष्य, गाय, कुत्ता, मुर्गी)।</a:t>
            </a:r>
            <a:br/>
            <a:r>
              <a:t>• बाह्य निषेचन (External): मादा शरीर के बाहर जल में (मेंढक, मछली, स्टारफिश)।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जंतुओं का वर्गीकरण:</a:t>
            </a:r>
            <a:br/>
            <a:r>
              <a:t>• जरायुज (Viviparous): सीधे बच्चे को जन्म देने वाले (मनुष्य, स्तनधारी जीव)।</a:t>
            </a:r>
            <a:br/>
            <a:r>
              <a:t>• अंडप्रजक (Oviparous): अंडे देने वाले जीव (पक्षी, सरीसृप, मेंढक)।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कायांतरण (Metamorphosis): लार्वा का वयस्कों में रूपांतरण (जैसे मेंढक का टैडपोल से वयस्क बनना, तितली का कैटरपिलर से तितली बनना)। इसे थायरॉक्सिन हार्मोन नियंत्रित करता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किशोरावस्था एवं अंतःस्रावी ग्रंथियां:</a:t>
            </a:r>
            <a:br/>
            <a:r>
              <a:t>• पीयूष ग्रंथि (Pituitary Gland): 'मास्टर ग्रंथि', वृद्धि हार्मोन (GH) निकालती है।</a:t>
            </a:r>
            <a:br/>
            <a:r>
              <a:t>• वृषण (Testes): टेस्टोस्टेरोन हार्मोन (पुरुषों में दाढ़ी-मूंछ, भारी आवाज)।</a:t>
            </a:r>
            <a:br/>
            <a:r>
              <a:t>• अंडाशय (Ovaries): एस्ट्रोजन व प्रोजेस्टेरोन (स्त्रियों में द्वितीयक लैंगिक लक्षण)।</a:t>
            </a:r>
            <a:br/>
            <a:r>
              <a:t>• थायरॉयड: थायरॉक्सिन (घेंघा रोग नियंत्रण), अग्न्याशय: इंसुलिन, एड्रिनल: एड्रिनेलिन ('करो या मरो' हार्मोन)।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हाइड्रा (Hydra) और यीस्ट (Yeast) में जनन की सामान्य अलैंगिक विधि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द्विखंडन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मुकुलन (Budding)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बीजाणु निर्माण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पुनरुद्भवन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हाइड्रा (Hydra) और यीस्ट (Yeast) में जनन की सामान्य अलैंगिक विधि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द्विखंडन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मुकुलन (Budding)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बीजाणु निर्माण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पुनरुद्भवन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हाइड्रा और यीस्ट में शरीर से एक उभार (मुकुल) निकलता है जो विकसित होकर नया जीव बनाता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अमीबा में अलैंगिक जनन किस विधि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द्विखंडन (Binary Fission)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मुकुलन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खंडन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कायांतरण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अमीबा में अलैंगिक जनन किस विधि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द्विखंडन (Binary Fission)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मुकुलन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खंडन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कायांतरण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अमीबा में केंद्रक और कोशिका द्रव्य दो समान भागों में विभाजित होकर दो संतति बनाते हैं (द्विखंडन)।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ब्रायोफिलम (अजूबा) पौधे में कायिक प्रवर्धन किसके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जड़ द्वारा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तने द्वारा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पत्तियों (Leaves) द्वारा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पुष्प द्वारा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ब्रायोफिलम (अजूबा) पौधे में कायिक प्रवर्धन किसके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जड़ द्वारा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तने द्वारा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पत्तियों (Leaves) द्वारा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पुष्प द्वारा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ब्रायोफिलम की पत्तियों के किनारों पर कलिकाएं (Buds) निकलती हैं जो मिट्टी में गिरकर नया पौधा बनाती हैं।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नर युग्मक (शुक्राणु) एवं मादा युग्मक (अंडाणु) के संलयन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परागण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निषेचन (Fertilization)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किण्वन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कायांतरण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नर युग्मक (शुक्राणु) एवं मादा युग्मक (अंडाणु) के संलयन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परागण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निषेचन (Fertilization)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किण्वन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कायांतरण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नर एवं मादा युग्मकों के संलयन से युग्मनज (Zygote) बनने की प्रक्रिया निषेचन कहलाती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निम्नलिखित में से किस जीव में बाह्य निषेचन (External Fertilization)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मनुष्य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मेंढक (Frog)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कबूतर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निम्नलिखित में से किस जीव में बाह्य निषेचन (External Fertilization)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मनुष्य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गाय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मेंढक (Frog)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कबूतर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मेंढक और मछलियों में नर व मादा युग्मक जल में छोड़े जाते हैं जहाँ शरीर के बाहर निषेचन होता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मानव शरीर की 'मास्टर ग्रंथि' (Master Gland)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पीयूष ग्रंथि (Pituitary)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अधिवृक्क ग्रंथि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अग्न्याशय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मानव शरीर की 'मास्टर ग्रंथि' (Master Gland)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पीयूष ग्रंथि (Pituitary)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अधिवृक्क ग्रंथि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अग्न्याशय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पीयूष ग्रंथि मस्तिष्क के आधार पर होती है और अन्य सभी अंतःस्रावी ग्रंथियों के हार्मोन स्राव को नियंत्रित करती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पुष्प में निषेचन के पश्चात अंडाशय (Ovary) किसमें परिवर्तित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बीज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फल (Fruit)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पत्ती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परागकण में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पुष्प में निषेचन के पश्चात अंडाशय (Ovary) किसमें परिवर्तित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बीज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फल (Fruit)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पत्ती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परागकण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निषेचन के बाद अंडाशय पककर फल बनता है तथा बीजांड कठोर होकर बीज में परिवर्तित होता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मेंढक के टैडपोल लार्वा के कायांतरण (Metamorphosis) के लिए जल में किस तत्व का होना अनिवार्य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आयोडीन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कैल्शियम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क्लोरीन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सल्फर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मेंढक के टैडपोल लार्वा के कायांतरण (Metamorphosis) के लिए जल में किस तत्व का होना अनिवार्य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आयोडीन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कैल्शियम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क्लोरीन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सल्फर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टैडपोल के वयस्क बनने हेतु थायरॉक्सिन हार्मोन आवश्यक है जिसके निर्माण के लिए जल में आयोडीन अनिवार्य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आपातकालीन हार्मोन / 'लड़ो या उड़ो' (Fight or Flight) हार्मोन किस ग्रंथि से स्रावित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थाइमस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एड्रिनल ग्रंथि (Adrenal)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पीयूष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थायरॉयड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आपातकालीन हार्मोन / 'लड़ो या उड़ो' (Fight or Flight) हार्मोन किस ग्रंथि से स्रावित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थाइमस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एड्रिनल ग्रंथि (Adrenal)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पीयूष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थायरॉयड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एड्रिनल (अधिवृक्क) ग्रंथि से एड्रिनेलिन हार्मोन निकलता है जो तनाव, भय और संकट के समय शरीर को तैयार करता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लड़कों में यौवनारंभ के समय द्वितीयक लैंगिक लक्षणों को प्रेरित करने वाला मुख्य नर हार्मोन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इंसुलिन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टेस्टोस्टेरोन (Testosterone)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एस्ट्रोजन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थायरॉक्सिन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लड़कों में यौवनारंभ के समय द्वितीयक लैंगिक लक्षणों को प्रेरित करने वाला मुख्य नर हार्मोन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इंसुलिन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टेस्टोस्टेरोन (Testosterone)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एस्ट्रोजन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थायरॉक्सिन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वृषण द्वारा टेस्टोस्टेरोन स्रावित होता है जो लड़कों में आवाज भारी होना, दाढ़ी-मूंछ आदि लक्षणों को प्रेरित करता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मानव कोशिका में कितने जोड़े गुणसूत्र (Chromosomes)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20 जोड़े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22 जोड़े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23 जोड़े (46)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24 जोड़े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मानव कोशिका में कितने जोड़े गुणसूत्र (Chromosomes)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20 जोड़े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22 जोड़े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23 जोड़े (46)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24 जोड़े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मनुष्य की प्रत्येक कायिक कोशिका में 23 जोड़े (कुल 46) गुणसूत्र होते हैं, जिनमें 23वां जोड़ा लिंग गुणसूत्र (XY/XX) होता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मादा में अंडोत्सर्ग एवं द्वितीयक लैंगिक लक्षणों का नियंत्रण कौन-सा हार्मोन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टेस्टोस्टेरोन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एस्ट्रोजन (Estrogen)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एड्रिनेलिन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ग्लूकागन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मादा में अंडोत्सर्ग एवं द्वितीयक लैंगिक लक्षणों का नियंत्रण कौन-सा हार्मोन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टेस्टोस्टेरोन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एस्ट्रोजन (Estrogen)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एड्रिनेलिन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ग्लूकागन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अंडाशय द्वारा स्रावित एस्ट्रोजन हार्मोन बालिकाओं में शारीरिक विकास और द्वितीयक लक्षणों को नियंत्रित करता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आलू में कायिक जनन किस रचना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जड़ों द्वारा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आंखों (कलिकाओं) द्वारा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बीजों द्वारा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पत्तियों द्वारा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आलू में कायिक जनन किस रचना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जड़ों द्वारा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आंखों (कलिकाओं) द्वारा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बीजों द्वारा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पत्तियों द्वारा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आलू एक भूमिगत रूपांतरित तना है जिसकी 'आंखों' (अंकुरण कलिकाओं) से नए पौधे उगते हैं।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पुष्प का कौन-सा भाग कीटों को परागण हेतु आकर्षित करने के लिए रंगीन व चमकदार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बाह्यदल (Sepal)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दलपुंज / पंखुड़ी (Petals)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वर्तिकाग्र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पुंकेसर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पुष्प का कौन-सा भाग कीटों को परागण हेतु आकर्षित करने के लिए रंगीन व चमकदार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बाह्यदल (Sepal)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दलपुंज / पंखुड़ी (Petals)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वर्तिकाग्र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पुंकेसर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पंखुड़ियां (दलपुंज) कीटों को परागण के लिए आकर्षित करने हेतु चमकीली व सुगंधित होती हैं।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अंडप्रजक (Oviparous) जंतु का सही उदाहरण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चमगादड़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व्हेल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मुर्गी (Hen)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मनुष्य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अंडप्रजक (Oviparous) जंतु का सही उदाहरण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चमगादड़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व्हेल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मुर्गी (Hen)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मनुष्य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मुर्गी अंडे देती है (अंडप्रजक), जबकि चमगादड़, व्हेल और मनुष्य सीधे बच्चे को जन्म देते हैं (जरायुज)।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Class 15 त्वरित रिवीजन सूत्र (Reproduction &amp; Hormones Memory Sheet)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अलैंगिक विधियां: द्विखंडन = अमीबा | मुकुलन = यीस्ट, हाइड्रा | कायिक प्रवर्धन = ब्रायोफिलम (पत्ती), आलू (आंख)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पुष्प जनन: नर अंग = पुंकेसर (परागकण) | मादा अंग = स्त्रीकेसर (अंडाशय) | निषेचन उपरांत: अंडाशय ➔ फल, बीजांड ➔ बीज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निषेचन प्रकार: आंतरिक = मनुष्य, पक्षी | बाह्य = मेंढक, मछली (जल में) | टैडपोल कायांतरण हेतु आयोडीन आवश्यक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प्रमुख अंतःस्रावी ग्रंथियां: मास्टर = पीयूष | आपातकालीन = एड्रिनल (एड्रिनेलिन) | घेंघा नियंत्रण = थायरॉयड (थायरॉक्सिन)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लिंग गुणसूत्र: कुल 23 जोड़े (46) | पुरुष = XY | स्त्री = XX | बच्चे का लिंग पिता के शुक्राणु (X या Y) पर निर्भर करता है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📝 घर पर अभ्यास के लिए 3 महत्वपूर्ण प्रश्न (Self Practice):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1.  स्व-परागण और पर-परागण में क्या अंतर है? पुष्प के जनन अंगों के नाम लिखिए।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2.  अलैंगिक जनन की किन्हीं तीन विधियों के नाम उदाहरण सहित स्पष्ट कीजिए।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3.  किशोरावस्था में होने वाले शारीरिक परिवर्तनों के लिए उत्तरदायी प्रमुख हार्मोनों के नाम और कार्य लिखिए।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