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🎯 राष्ट्रीय आय-सह-मेधा छात्रवृत्ति परीक्षा (NMMS All India Special) • मिशन 35/35 अंक</a:t>
            </a:r>
          </a:p>
        </p:txBody>
      </p:sp>
      <p:pic>
        <p:nvPicPr>
          <p:cNvPr id="4" name="Picture 3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640080"/>
            <a:ext cx="1216152" cy="12161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874519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D97706"/>
                </a:solidFill>
                <a:latin typeface="Segoe UI"/>
              </a:defRPr>
            </a:pPr>
            <a:r>
              <a:t>SAGAR COACHING CENTRE, BHAGWANPUR (SUPAUL, BIHAR)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46704" y="2468880"/>
            <a:ext cx="5486400" cy="457200"/>
          </a:xfrm>
          <a:prstGeom prst="roundRect">
            <a:avLst/>
          </a:prstGeom>
          <a:solidFill>
            <a:srgbClr val="0D9488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🌟 NMMS SCIENCE CLASS 14 • BIOLOGY PART 3 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श्वसन, परिसंचरण एवं उत्सर्जन तंत्र</a:t>
            </a:r>
            <a:br/>
            <a:r>
              <a:t>(Respiration, Circulation &amp; Excretion)</a:t>
            </a:r>
          </a:p>
          <a:p>
            <a:pPr algn="ctr">
              <a:spcBef>
                <a:spcPts val="400"/>
              </a:spcBef>
              <a:defRPr sz="1500">
                <a:solidFill>
                  <a:srgbClr val="CBD5E1"/>
                </a:solidFill>
                <a:latin typeface="Segoe UI"/>
              </a:defRPr>
            </a:pPr>
            <a:r>
              <a:t>कोशिकीय श्वसन, मानव हृदय की संरचना व दोहरा परिसंचरण, रक्त समूह एवं वृक्क (Kidney)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160520"/>
            <a:ext cx="9448495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400" b="1">
                <a:solidFill>
                  <a:srgbClr val="D97706"/>
                </a:solidFill>
                <a:latin typeface="Segoe UI"/>
              </a:defRPr>
            </a:pPr>
            <a:r>
              <a:t>🎯 आज की क्लास में क्या सीखेंगे (Key Topics):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श्वसन के प्रकार: वायवीय श्वसन (Aerobic) एवं अवायवीय श्वसन (Anaerobic)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मानव श्वसन तंत्र (Respiratory System): नासाछिद्र, श्वासनली, फेफड़े व डायफ्राम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रक्त के घटक: प्लाज्मा, RBC (हीमोग्लोबिन), WBC (प्रतिरक्षा), प्लेटलेट्स (थक्का)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मानव हृदय की संरचना, 4 कोष्ठ, दोहरा परिसंचरण एवं रक्त समूह (ABO System)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मानव उत्सर्जन तंत्र (Excretory System): वृक्क (Kidneys), नेफ्रॉन एवं डायलिसिस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15 प्रामाणिक विगत वर्षों के NMMS PYQs (विस्तृत व्याख्या सहित)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72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मार्गदर्शक: सागर सर (NMMS King)  |  Website: sagarcoaching.tech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श्वसन क्रिया एवं उसके प्रकार (Respiration Types)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 rIns="45720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📖 मुख्य वैज्ञानिक तथ्य एवं सिद्धांत (Key Concepts &amp; Exam Notes):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श्वसन एक जैव-रासायनिक अपचयी (Catabolic) क्रिया है जिसमें ग्लूकोज के ऑक्सीकरण से ऊर्जा (ATP) उत्पन्न होती है।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वायवीय श्वसन (Aerobic Respiration): ऑक्सीजन की उपस्थिति में माइटोकॉन्ड्रिया में होता है। इसमें 1 ग्लूकोज अणु से 38 ATP ऊर्जा, CO₂ और जल बनते हैं।</a:t>
            </a:r>
            <a:br/>
            <a:r>
              <a:t>C₆H₁₂O₆ + 6O₂ ➔ 6CO₂ + 6H₂O + 38 ATP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अवायवीय श्वसन (Anaerobic Respiration): ऑक्सीजन की अनुपस्थिति में कोशिकाद्रव्य में होता है।</a:t>
            </a:r>
            <a:br/>
            <a:r>
              <a:t>• यीस्ट में किण्वन (Fermentation): ग्लूकोज ➔ एथिल अल्कोहल (C₂H₅OH) + CO₂ + 2 ATP</a:t>
            </a:r>
            <a:br/>
            <a:r>
              <a:t>• मानव पेशियों में तीव्र व्यायाम के समय: ग्लूकोज ➔ लैक्टिक अम्ल (Lactic Acid) + 2 ATP (लैक्टिक अम्ल के जमाव से पेशियों में ऐंठन/थकावट होती है)।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विभिन्न जीवों में श्वसन अंग: मनुष्य/पक्षी (फेफड़े), मछली (गलफड़े/Gills), केंचुआ (नम त्वचा), कीट (श्वासनली/Trachea), मेंढक (त्वचा व फेफड़े)।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मानव रक्त के घटक एवं रक्त समूह (Blood Composition &amp; Groups)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 rIns="45720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📖 मुख्य वैज्ञानिक तथ्य एवं सिद्धांत (Key Concepts &amp; Exam Notes):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रक्त एक तरल संयोजी ऊतक (Fluid Connective Tissue) है। सामान्य वयस्क में लगभग 5-6 लीटर रक्त होता है (pH = 7.4, हल्का क्षारीय)।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प्लाज्मा (Plasma - 55%): रक्त का हल्का पीला तरल भाग, जिसमें 90-92% जल होता है।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रुधिर कणिकाएं (Corpuscles - 45%):</a:t>
            </a:r>
            <a:br/>
            <a:r>
              <a:t>• RBC (एरिथ्रोसाइट्स): केंद्रक विहीन, हीमोग्लोबिन युक्त (ऑक्सीजन वाहक), जीवनकाल 120 दिन।</a:t>
            </a:r>
            <a:br/>
            <a:r>
              <a:t>• WBC (ल्यूकोसाइट्स): 'शरीर के सैनिक' (प्रतिरक्षा प्रणाली), रोगाणुओं से लड़ते हैं।</a:t>
            </a:r>
            <a:br/>
            <a:r>
              <a:t>• प्लेटलेट्स (थ्रोम्बोसाइट्स): चोट लगने पर रक्त का थक्का (Blood Clot) जमाने में सहायक।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रक्त समूह (कार्ल लैंडस्टीनर, 1900): A, B, AB, O।</a:t>
            </a:r>
            <a:br/>
            <a:r>
              <a:t>• सर्वदाता (Universal Donor): 'O⁻' (या O) समूह (क्योंकि इसमें कोई प्रतिजन/Antigen नहीं होता)।</a:t>
            </a:r>
            <a:br/>
            <a:r>
              <a:t>• सर्वग्राही (Universal Acceptor): 'AB⁺' (या AB) समूह (क्योंकि इसमें कोई प्रतिरक्षी/Antibody नहीं होता)।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मानव हृदय एवं दोहरा परिसंचरण (Human Heart &amp; Circulation)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 rIns="45720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📖 मुख्य वैज्ञानिक तथ्य एवं सिद्धांत (Key Concepts &amp; Exam Notes):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मानव हृदय एक पेशीय अंग है जो बंद मुट्ठी के आकार का होता है और इसमें 4 कोष्ठ (Chambers) होते हैं: 2 अलिंद (Atria) व 2 निलय (Ventricles)।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हृदय का बायाँ भाग शुद्ध (ऑक्सीजनयुक्त) रक्त तथा दायाँ भाग अशुद्ध (CO₂-युक्त) रक्त पंप करता है। दोनों भागों को 'सेप्टम' (विभाजन पट्टिका) अलग रखती है।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धमनी (Artery): शुद्ध रक्त को हृदय से शरीर के विभिन्न अंगों तक ले जाती है। भित्ति मोटी व लचीली होती है, कपाट नहीं होते। (अपवाद: फुफ्फुस धमनी/Pulmonary Artery अशुद्ध रक्त ले जाती है)।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शिरा (Vein): अशुद्ध रक्त को अंगों से वापस हृदय में लाती है। भित्ति पतली होती है, कपाट (Valves) पाए जाते हैं। (अपवाद: फुफ्फुस शिरा/Pulmonary Vein शुद्ध रक्त लाती है)।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सामान्य रक्तचाप (Blood Pressure): 120/80 mm Hg (मापक यंत्र: स्फाइग्मोमैनोमीटर)। सामान्य नाड़ी दर: 72 बार प्रति मिनट।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मानव उत्सर्जन तंत्र एवं वृक्क (Human Excretory System)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 rIns="45720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📖 मुख्य वैज्ञानिक तथ्य एवं सिद्धांत (Key Concepts &amp; Exam Notes):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उत्सर्जन (Excretion): शरीर में उपापचयी क्रियाओं द्वारा बने हानिकारक नाइट्रोजनयुक्त अपशिष्टों (यूरिया, यूरिक अम्ल) को बाहर निकालने की प्रक्रिया।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मानव उत्सर्जन तंत्र के अंग: 1 जोड़ी वृक्क (Kidneys), 1 जोड़ी मूत्रवाहिनी (Ureters), 1 मूत्राशय (Urinary Bladder) तथा 1 मूत्रमार्ग (Urethra)।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वृक्क की संरचनात्मक एवं क्रियात्मक इकाई को 'नेफ्रॉन' (Nephron / वृक्काणु) कहते हैं। प्रत्येक वृक्क में लगभग 10-12 लाख नेफ्रॉन होते हैं।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नेफ्रॉन के बोमन संपुट (Bowman's Capsule) में ग्लोमेरुलस (केशिका गुच्छ) द्वारा रक्त का परा-निस्पंदन (Ultrafiltration) होता है।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अपोहन / डायलिसिस (Dialysis): जब किसी व्यक्ति के वृक्क कार्य करना बंद कर देते हैं, तो कृत्रिम वृक्क मशीन द्वारा रक्त से यूरिया छानने की प्रक्रिया को हीमोडायलिसिस कहते हैं।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1. मानव रक्त में ऑक्सीजन का परिवहन मुख्य रूप से किसके द्वारा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WBC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हीमोग्लोबिन (RBC)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रक्त प्लेटलेट्स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फाइब्रिनोजेन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7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1. मानव रक्त में ऑक्सीजन का परिवहन मुख्य रूप से किसके द्वारा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WBC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हीमोग्लोबिन (RBC)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रक्त प्लेटलेट्स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फाइब्रिनोजेन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RBC में उपस्थित लौहयुक्त लाल वर्णक हीमोग्लोबिन ऑक्सीजन से जुड़कर ऑक्सी-हीमोग्लोबिन बनाता है।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8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2. सर्वदाता रक्त समूह (Universal Blood Donor) कौन-सा कहलाता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रक्त समूह 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रक्त समूह 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रक्त समूह AB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रक्त समूह 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9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2. सर्वदाता रक्त समूह (Universal Blood Donor) कौन-सा कहलाता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रक्त समूह 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रक्त समूह 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रक्त समूह AB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(D)  रक्त समूह 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(D)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रक्त समूह O में कोई एंटीजन नहीं होता, अतः यह किसी भी समूह वाले व्यक्ति को दिया जा सकता है।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10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3. रक्त का थक्का (Blood Clotting) जमाने में कौन-सी रुधिर कणिकाएं अनिवार्य रूप से सहायक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लाल रक्त कणिकाएं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श्वेत रक्त कणिकाएं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प्लेटलेट्स (Thrombocytes)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प्लाज्मा प्रोटीन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11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3. रक्त का थक्का (Blood Clotting) जमाने में कौन-सी रुधिर कणिकाएं अनिवार्य रूप से सहायक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लाल रक्त कणिकाएं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श्वेत रक्त कणिकाएं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(C)  प्लेटलेट्स (Thrombocytes)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प्लाज्मा प्रोटीन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प्लेटलेट्स थ्रोम्बोप्लास्टिन और विटामिन K की सहायता से रक्त का थक्का जमाकर रक्तस्राव रोकती हैं।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4. मानव हृदय में कितने कोष्ठ (Chambers) होते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दो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तीन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चार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छह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4. मानव हृदय में कितने कोष्ठ (Chambers) होते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दो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तीन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(C)  चार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छह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मानव हृदय में 4 कोष्ठ होते हैं: दो ऊपरी अलिंद (Atria) और दो निचले निलय (Ventricles)।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  [NMMS Haryana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5. वृक्क (Kidney) की संरचनात्मक एवं क्रियात्मक इकाई क्या कहलाती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न्यूरॉन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नेफ्रॉन (Nephron)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कूपिका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यकृत पालिका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  [NMMS Haryana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5. वृक्क (Kidney) की संरचनात्मक एवं क्रियात्मक इकाई क्या कहलाती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न्यूरॉन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नेफ्रॉन (Nephron)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कूपिका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यकृत पालिका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वृक्क की सूक्ष्म छनन इकाई को नेफ्रॉन (वृक्काणु) कहते हैं, जो रक्त से यूरिया व अपशिष्ट छानती है।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#6  [NMMS Delhi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6. मछली किस अंग की सहायता से जल में श्वसन करती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त्वचा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फेफड़े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गलफड़े (Gills)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श्वासनली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#6  [NMMS Delhi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17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6. मछली किस अंग की सहायता से जल में श्वसन करती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त्वचा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फेफड़े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(C)  गलफड़े (Gills)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श्वासनली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मछलियां गलफड़ों (Gills) द्वारा जल में घुली हुई ऑक्सीजन का अवशोषण करती हैं।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#7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18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7. तीव्र व्यायाम या दौड़ने के बाद मांसपेशियों में ऐंठन व दर्द किस अम्ल के जमाव के कारण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एसिटिक अम्ल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लैक्टिक अम्ल (Lactic Acid)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साइट्रिक अम्ल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ऑक्जेलिक अम्ल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#7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19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7. तीव्र व्यायाम या दौड़ने के बाद मांसपेशियों में ऐंठन व दर्द किस अम्ल के जमाव के कारण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एसिटिक अम्ल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लैक्टिक अम्ल (Lactic Acid)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साइट्रिक अम्ल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ऑक्जेलिक अम्ल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ऑक्सीजन की कमी में मांसपेशियों में ग्लूकोज के अवायवीय अपघटन से लैक्टिक अम्ल बन जाता है।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#8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20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8. शुद्ध (ऑक्सीजनयुक्त) रक्त को फेफड़ों से हृदय के बाएं अलिंद में कौन लाती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फुफ्फुस धमनी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फुफ्फुस शिरा (Pulmonary Vein)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महाशिरा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यकृत शिरा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#8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21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8. शुद्ध (ऑक्सीजनयुक्त) रक्त को फेफड़ों से हृदय के बाएं अलिंद में कौन लाती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फुफ्फुस धमनी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फुफ्फुस शिरा (Pulmonary Vein)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महाशिरा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यकृत शिरा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फुफ्फुस शिरा अपवाद स्वरूप फेफड़ों से शुद्ध ऑक्सीजनयुक्त रक्त हृदय के बाएं अलिंद में लाती है।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#9  [NMMS MP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9. एक स्वस्थ वयस्क व्यक्ति का सामान्य रक्तचाप (Blood Pressure) कितना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80/120 mm Hg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120/80 mm Hg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100/70 mm Hg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140/90 mm Hg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#9  [NMMS MP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9. एक स्वस्थ वयस्क व्यक्ति का सामान्य रक्तचाप (Blood Pressure) कितना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80/120 mm Hg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120/80 mm Hg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100/70 mm Hg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140/90 mm Hg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सामान्य रक्तचाप 120/80 mm Hg होता है (120 सिस्टोलिक व 80 डायस्टोलिक)।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#10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10. रक्त परिसंचरण तंत्र (Blood Circulation System) की खोज किस वैज्ञानिक 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विलियम हार्वे (William Harvey)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रॉबर्ट हुक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एडवर्ड जेनर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लुई पाश्चर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#10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10. रक्त परिसंचरण तंत्र (Blood Circulation System) की खोज किस वैज्ञानिक 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(A)  विलियम हार्वे (William Harvey)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रॉबर्ट हुक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एडवर्ड जेनर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लुई पाश्चर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(A)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विलियम हार्वे ने 1628 में मानव रक्त परिसंचरण तंत्र की खोज की थी।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#11  [NMMS Gujarat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11. सर्वग्राही रक्त समूह (Universal Recipient) कौन-सा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रक्त समूह 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रक्त समूह 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रक्त समूह 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रक्त समूह AB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#11  [NMMS Gujarat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27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11. सर्वग्राही रक्त समूह (Universal Recipient) कौन-सा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रक्त समूह 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रक्त समूह 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रक्त समूह 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(D)  रक्त समूह AB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(D)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रक्त समूह AB में दोनों एंटीजन (A व B) होते हैं परंतु कोई एंटीबॉडी नहीं होती, अतः यह सभी से रक्त ले सकता है।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#12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28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12. रक्तचाप (Blood Pressure) मापने के लिए किस यंत्र का उपयोग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बैरोमीटर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थर्मामीटर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स्फाइग्मोमैनोमीटर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स्टेथोस्कोप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#12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29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12. रक्तचाप (Blood Pressure) मापने के लिए किस यंत्र का उपयोग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बैरोमीटर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थर्मामीटर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(C)  स्फाइग्मोमैनोमीटर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स्टेथोस्कोप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रक्तचाप स्फाइग्मोमैनोमीटर (Sphygmomanometer) से मापा जाता है।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#13  [NMMS Bihar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30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13. मानव शरीर के किस अंग में यूरिया (Urea) का निर्माण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वृक्क में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यकृत (Liver) में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फेफड़ों में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आमाशय में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#13  [NMMS Bihar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31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13. मानव शरीर के किस अंग में यूरिया (Urea) का निर्माण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वृक्क में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यकृत (Liver) में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फेफड़ों में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आमाशय में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अमोनिया से यूरिया का निर्माण यकृत (Liver) में ऑर्निथिन चक्र द्वारा होता है, जिसे वृक्क छानकर बाहर निकालता है।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#14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14. रक्त में ग्लूकोज की मात्रा को नियंत्रित करने वाला हार्मोन 'इंसुलिन' कहाँ से निकलता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थायरॉयड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पीयूष ग्रंथि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अग्न्याशय (Pancreas)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अधिवृक्क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#14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14. रक्त में ग्लूकोज की मात्रा को नियंत्रित करने वाला हार्मोन 'इंसुलिन' कहाँ से निकलता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थायरॉयड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पीयूष ग्रंथि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(C)  अग्न्याशय (Pancreas)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अधिवृक्क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अग्न्याशय की लैंगरहेंस की द्वीपिकाओं की बीटा कोशिकाओं से इंसुलिन हार्मोन निकलता है, जिसकी कमी से मधुमेह (Diabetes) होता है।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#15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15. पौधों में जल एवं खनिज लवणों का संवहन जड़ों से पत्तियों तक कौन-सा ऊतक करता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फ्लोएम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जाइलम (Xylem)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पैरेन्काइमा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कॉलेन्काइमा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#15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15. पौधों में जल एवं खनिज लवणों का संवहन जड़ों से पत्तियों तक कौन-सा ऊतक करता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फ्लोएम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जाइलम (Xylem)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पैरेन्काइमा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कॉलेन्काइमा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जाइलम (Xylem) ऊतक जड़ों द्वारा अवशोषित जल व खनिजों को पौधों के शीर्ष भागों तक पहुंचाता है।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Class 14 त्वरित रिवीजन सूत्र (Respiration &amp; Circulation Memory Sheet)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/>
          <a:lstStyle/>
          <a:p>
            <a:pPr algn="ctr">
              <a:defRPr sz="1900" b="1">
                <a:solidFill>
                  <a:srgbClr val="0F172A"/>
                </a:solidFill>
                <a:latin typeface="Segoe UI"/>
              </a:defRPr>
            </a:pPr>
            <a:r>
              <a:t>🔑 1-मिनट क्विक मेमोरी सूत्र (Revision Formulae):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श्वसन प्रकार: वायवीय = 38 ATP + CO₂ + जल | अवायवीय (यीस्ट) = 2 ATP + एथिल अल्कोहल | पेशी = लैक्टिक अम्ल (थकावट)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रक्त कोशिकाएं: RBC = हीमोग्लोबिन (O₂ संवहन, 120 दिन आयु) | WBC = रोग प्रतिरोधक सैनिक | प्लेटलेट्स = रक्त का थक्का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रक्त समूह: O = सर्वदाता (कोई एंटीजन नहीं) | AB = सर्वग्राही (कोई एंटीबॉडी नहीं) | खोज = कार्ल लैंडस्टीनर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हृदय तथ्य: 4 कोष्ठ (2 अलिंद, 2 निलय) | सामान्य BP = 120/80 mm Hg (स्फाइग्मोमैनोमीटर) | हृदय स्पंदन = 72 प्रति मिनट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उत्सर्जन इकाई: वृक्क की इकाई = नेफ्रॉन | पादप संवहन = जल हेतु जाइलम, भोजन हेतु फ्लोएम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आज का अभ्यास कार्य (Homework Questions)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37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/>
          <a:lstStyle/>
          <a:p>
            <a:pPr algn="ctr">
              <a:defRPr sz="1900" b="1">
                <a:solidFill>
                  <a:srgbClr val="0F172A"/>
                </a:solidFill>
                <a:latin typeface="Segoe UI"/>
              </a:defRPr>
            </a:pPr>
            <a:r>
              <a:t>📝 घर पर अभ्यास के लिए 3 महत्वपूर्ण प्रश्न (Self Practice):</a:t>
            </a:r>
          </a:p>
          <a:p>
            <a:pPr>
              <a:spcBef>
                <a:spcPts val="1600"/>
              </a:spcBef>
              <a:spcAft>
                <a:spcPts val="4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प्रश्न 1.  धमनी और शिरा में कोई तीन मुख्य अंतर स्पष्ट कीजिए।</a:t>
            </a:r>
          </a:p>
          <a:p>
            <a:pPr>
              <a:spcBef>
                <a:spcPts val="1600"/>
              </a:spcBef>
              <a:spcAft>
                <a:spcPts val="4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प्रश्न 2.  वायवीय और अवायवीय श्वसन में क्या अंतर है? रासायनिक समीकरण लिखिए।</a:t>
            </a:r>
          </a:p>
          <a:p>
            <a:pPr>
              <a:spcBef>
                <a:spcPts val="1600"/>
              </a:spcBef>
              <a:spcAft>
                <a:spcPts val="4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प्रश्न 3.  मानव उत्सर्जन तंत्र का नामांकित चित्र बनाकर नेफ्रॉन का मुख्य कार्य लिखिए।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