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NMMS SCIENCE CLASS 16 • BIOLOGY PART 5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सूक्ष्मजीव : मित्र एवं शत्रु</a:t>
            </a:r>
            <a:br/>
            <a:r>
              <a:t>(Microorganisms - Friends &amp; Foe)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जीवाणु, विषाणु, कवक, प्रोटोजोआ, उपयोगी सूक्ष्मजीव, मानव एवं पादप रोग, खाद्य परिरक्षण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सूक्ष्मजीवों के 4 प्रमुख वर्ग: जीवाणु (Bacteria), कवक (Fungi), प्रोटोजोआ व शैवाल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विषाणु (Virus) की विशिष्ट प्रकृति (सजीव व निर्जीव के बीच की संयोजी कड़ी)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मित्रवत सूक्ष्मजीव: लैक्टोबैसिलस, यीस्ट (किण्वन), राइजोबियम (नाइट्रोजन चक्र), एंटीबायोटिक्स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शत्रु सूक्ष्मजीव: मानव रोग (हैजा, टीबी, मलेरिया), पादप रोग (सिट्रस कैंकर, रस्ट)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खाद्य परिरक्षण (Food Preservation): पाश्चुरीकरण, नमक, चीनी, तेल एवं रासायनिक परिरक्षक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15 प्रामाणिक विगत वर्षों के NMMS PYQs (विस्तृत व्याख्या सहित)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Website: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सूक्ष्मजीवों का वर्गीकरण एवं विषाणु (Classification &amp; Viruses)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सूक्ष्मजीव (Microorganisms): वे अतिसूक्ष्म जीव जिन्हें नग्न आंखों से नहीं देखा जा सकता, केवल सूक्ष्मदर्शी (Microscope) से देखे जा सकते हैं।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सूक्ष्मजीवों के 4 मुख्य समूह:</a:t>
            </a:r>
            <a:br/>
            <a:r>
              <a:t>1. जीवाणु (Bacteria): एककोशिकीय प्रोकैरियोट (छड़ाकार, गोलाकार, सर्पिलाकार)। उदा: लैक्टोबैसिलस, राइजोबियम।</a:t>
            </a:r>
            <a:br/>
            <a:r>
              <a:t>2. कवक (Fungi): परपोषी, पर्णहरिम विहीन। उदा: यीस्ट, पेनिसिलियम, राइजोपस (ब्रेड मोल्ड), एस्परजिलस।</a:t>
            </a:r>
            <a:br/>
            <a:r>
              <a:t>3. प्रोटोजोआ (Protozoa): एककोशिकीय यूकैरियोट। उदा: अमीबा, पैरामीशियम, प्लाज्मोडियम।</a:t>
            </a:r>
            <a:br/>
            <a:r>
              <a:t>4. शैवाल (Algae): स्वपोषी, प्रकाश-संश्लेषण करने वाले। उदा: स्पाइरोगाइरा, क्लैमाइडोमोनास।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विषाणु (Virus): ये सबसे अनोखे हैं। जब तक पोषक जीव (Host) की कोशिका के बाहर होते हैं, निर्जीव कण की भांति रहते हैं; पोषक कोशिका में प्रवेश करते ही सजीव की तरह गुणन करते हैं। अतः इन्हें सजीव और निर्जीव के बीच की कड़ी कहते हैं। उदाहरण: पोलियो, इन्फ्लुएंजा, एड्स (HIV), कोविड-19।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मित्रवत सूक्ष्मजीव एवं उनके उपयोग (Beneficial Microorganisms)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दही निर्माण: लैक्टोबैसिलस (Lactobacillus) जीवाणु दूध की शर्करा (लैक्टोज) को लैक्टिक अम्ल में बदलकर दूध को दही में जमा देता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बेकिंग एवं शराब उद्योग: यीस्ट (Yeast) तीव्र गति से जनन करता है और श्वसन के दौरान CO₂ गैस निकालता है जिससे ब्रेड व केक का स्पंज फूलता है। शर्करा के अल्कोहल में बदलने की प्रक्रिया किण्वन (Fermentation) कहलाती है (खोज: लुई पाश्चर, 1857)।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प्रतिजैविक (Antibiotics): जीवाणुओं एवं कवकों से बनाई जाने वाली औषधियां जो रोगाणुओं को मारती हैं। सर्वप्रथम एंटीबायोटिक 'पेनिसिलिन' (Penicillin) की खोज अलेक्जेंडर फ्लेमिंग ने 1929 में 'पेनिसिलियम नोटेटम' कवक से की थी।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टीका (Vaccine): मृत या निष्क्रिय सूक्ष्मजीवों को शरीर में प्रविष्ट कराकर प्रतिरक्षा विकसित करना। चेचक के टीके की खोज एडवर्ड जेनर ने 1798 में की थी।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कृषि में उपयोग: राइजोबियम (दलहनी पौधों की जड़ों में) एवं नील-हरित शैवाल वायुमंडलीय नाइट्रोजन का स्थिरीकरण कर भूमि की उर्वरा शक्ति बढ़ाते हैं।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रोगजनक सूक्ष्मजीव एवं रोग वाहक (Pathogens &amp; Disease Vectors)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मानव में जीवाणु जनित रोग: तपेदिक/टीबी (Mycobacterium tuberculosis), हैजा (Vibrio cholerae), टाइफाइड (Salmonella typhi), डिप्थीरिया, टिटनेस।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मानव में विषाणु जनित रोग: पोलियो, खसरा (Measles), चेचक (Smallpox), चिकनपॉक्स, रेबीज (पागल कुत्ते के काटने से), हेपेटाइटिस-बी, एड्स (HIV)।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मानव में प्रोटोजोआ जनित रोग: मलेरिया (प्लाज्मोडियम - मादा एनाफिली मच्छर वाहक), पेचिश/अमीबियासिस, कालाजार (लीशमानिया - बालू मक्खी वाहक)।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मानव में कवक जनित रोग: दाद (Ringworm), एथलीट फुट, दमा।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पादप रोग:</a:t>
            </a:r>
            <a:br/>
            <a:r>
              <a:t>• सिट्रस कैंकर: जीवाणु द्वारा (वायु द्वारा फैलता है)।</a:t>
            </a:r>
            <a:br/>
            <a:r>
              <a:t>• गेहूं का रस्ट (Rust of Wheat): कवक द्वारा (वायु एवं बीज द्वारा)।</a:t>
            </a:r>
            <a:br/>
            <a:r>
              <a:t>• भिंडी का पीत शिरा मोज़ेक: विषाणु द्वारा (सफेद मक्खी कीट वाहक)।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खाद्य परिरक्षण के सिद्धांत (Food Preservation Methods)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खाद्य परिरक्षण: भोजन को सूक्ष्मजीवों द्वारा संदूषित होने और खराब होने से बचाने की वैज्ञानिक तकनीक।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रासायनिक परिरक्षक (Chemical Preservatives): सोडियम बेंजोएट (Sodium Benzoate) एवं सोडियम मेटाबाइसल्फाइट जैम, जेली और सॉस में सूक्ष्मजीवों की वृद्धि रोकते हैं।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नमक एवं चीनी द्वारा: नमक मांस, मछली, आंवला और अचार से नमी सोखकर निर्जलीकरण करता है। चीनी जैम-जेली में नमी कम कर जीवाणुओं को नष्ट करती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तेल एवं सिरका: अचार में तेल और सिरके (Acetic Acid) का उपयोग वातावरण को ऐसा बनाता है जिसमें जीवाणु जीवित नहीं रह सकते।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पाश्चुरीकरण (Pasteurization): दूध को 70°C पर 15 से 30 सेकंड तक गर्म करके अचानक ठंडा कर संचित करना। इससे हानिकारक जीवाणु नष्ट हो जाते हैं (खोज: लुई पाश्चर)।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भंडारण व पैकिंग: चिप्स के पैकेट में ऑक्सीजन हटाकर नाइट्रोजन गैस (N₂) भरी जाती है ताकि वसा का ऑक्सीकरण (विकृतगंधिता/Rancidity) न हो।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दूध को दही में बदलने वाला लाभकारी जीवाणु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राइजोबियम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लैक्टोबैसिलस (Lactobacillus)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यीस्ट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स्ट्रेप्टोकोकस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दूध को दही में बदलने वाला लाभकारी जीवाणु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राइजोबियम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लैक्टोबैसिलस (Lactobacillus)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यीस्ट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स्ट्रेप्टोकोकस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लैक्टोबैसिलस जीवाणु दूध की लैक्टोज शर्करा को लैक्टिक अम्ल में बदलकर दूध को दही में जमाता है।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सर्वप्रथम प्रतिजैविक (Antibiotic) पेनिसिलिन की खोज किस वैज्ञानिक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लुई पाश्चर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अलेक्जेंडर फ्लेमिंग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एडवर्ड जेनर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रॉबर्ट कोच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सर्वप्रथम प्रतिजैविक (Antibiotic) पेनिसिलिन की खोज किस वैज्ञानिक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लुई पाश्चर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अलेक्जेंडर फ्लेमिंग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एडवर्ड जेनर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रॉबर्ट कोच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1929 में अलेक्जेंडर फ्लेमिंग ने पेनिसिलियम नोटेटम कवक से विश्व की पहली एंटीबायोटिक 'पेनिसिलिन' बनाई थी।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मलेरिया रोग का वाहक कौन-सा कीट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मादा एडीज मच्छर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मादा एनाफिली मच्छर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घरेलू मक्खी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तिलचट्टा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मलेरिया रोग का वाहक कौन-सा कीट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मादा एडीज मच्छर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मादा एनाफिली मच्छर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घरेलू मक्खी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तिलचट्टा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मलेरिया प्लाज्मोडियम नामक प्रोटोजोआ से होता है जिसका वाहक मादा एनाफिली मच्छर (Female Anopheles) है।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शर्करा को अल्कोहल में परिवर्तित करने की प्रक्रिया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पाश्चुरीकरण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किण्वन (Fermentation)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नाइट्रोजन स्थिरीकरण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मोल्डिंग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शर्करा को अल्कोहल में परिवर्तित करने की प्रक्रिया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पाश्चुरीकरण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किण्वन (Fermentation)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नाइट्रोजन स्थिरीकरण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मोल्डिंग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यीस्ट द्वारा ऑक्सीजन की अनुपस्थिति में शर्करा को अल्कोहल में बदलना किण्वन (Fermentation) कहलाता है।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[NMMS Haryana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चेचक (Smallpox) के टीके की खोज 1798 में किस वैज्ञानिक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रॉबर्ट हुक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एडवर्ड जेनर (Edward Jenner)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अलेक्जेंडर फ्लेमिंग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लुई पाश्चर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[NMMS Haryana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चेचक (Smallpox) के टीके की खोज 1798 में किस वैज्ञानिक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रॉबर्ट हुक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एडवर्ड जेनर (Edward Jenner)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अलेक्जेंडर फ्लेमिंग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लुई पाश्चर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एडवर्ड जेनर ने 1798 में चेचक (माता रोग) के टीके का आविष्कार किया था।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[NMMS Delhi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सजीव और निर्जीव के बीच की योजक कड़ी किसे माना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जीवाणु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कवक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विषाणु (Virus)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शैवाल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[NMMS Delhi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सजीव और निर्जीव के बीच की योजक कड़ी किसे माना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जीवाणु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कवक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विषाणु (Virus)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शैवाल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विषाणु कोशिका के बाहर निर्जीव रवेदार कण होते हैं परंतु सजीव कोशिका में पहुंचते ही गुणन करने लगते हैं।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डेंगू बुखार का संचरण करने वाला मच्छर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मादा एनाफिली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मादा एडीज मच्छर (Aedes)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क्यूलेक्स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बालू मक्खी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डेंगू बुखार का संचरण करने वाला मच्छर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मादा एनाफिली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मादा एडीज मच्छर (Aedes)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क्यूलेक्स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बालू मक्खी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डेंगू वायरस का वाहक मादा एडीज मच्छर (Aedes aegypti) होता है जो दिन के समय काटता है।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गेहूं की रस्ट (Rust of Wheat) बीमारी किस सूक्ष्मजीव के कारण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जीवाणु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विषाणु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कवक (Fungus)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प्रोटोजोआ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गेहूं की रस्ट (Rust of Wheat) बीमारी किस सूक्ष्मजीव के कारण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जीवाणु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विषाणु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कवक (Fungus)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प्रोटोजोआ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गेहूं की रस्ट बीमारी पक्सीनिया नामक कवक (Fungus) द्वारा फैलती है जो हवा और बीज से फैलती है।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दलहनी पौधों की जड़ों की ग्रंथियों में नाइट्रोजन स्थिरीकरण करने वाला जीवाणु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लैक्टोबैसिलस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राइजोबियम (Rhizobium)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ई. कोलाई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स्पाइरिलम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दलहनी पौधों की जड़ों की ग्रंथियों में नाइट्रोजन स्थिरीकरण करने वाला जीवाणु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लैक्टोबैसिलस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राइजोबियम (Rhizobium)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ई. कोलाई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स्पाइरिलम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राइजोबियम जीवाणु दलहनी पौधों (चना, मटर, मूंग) की जड़ों में सहजीवी के रूप में नाइट्रोजन का स्थिरीकरण करता है।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दूध के पाश्चुरीकरण (Pasteurization) की तकनीक किस वैज्ञानिक ने खोजी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एडवर्ड जेनर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लुई पाश्चर (Louis Pasteur)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रॉबर्ट ब्राउन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विलियम हार्वे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दूध के पाश्चुरीकरण (Pasteurization) की तकनीक किस वैज्ञानिक ने खोजी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एडवर्ड जेनर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लुई पाश्चर (Louis Pasteur)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रॉबर्ट ब्राउन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विलियम हार्वे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फ्रांसीसी वैज्ञानिक लुई पाश्चर ने दूध को खराब होने से बचाने हेतु पाश्चुरीकरण विधि का आविष्कार किया।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जैम, जेली और स्क्वैश को खराब होने से बचाने के लिए किस रासायनिक परिरक्षक का उपयोग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सोडियम क्लोराइड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सोडियम बेंजोएट (Sodium Benzoate)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कैल्शियम कार्बोनेट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पोटेशियम क्लोराइड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जैम, जेली और स्क्वैश को खराब होने से बचाने के लिए किस रासायनिक परिरक्षक का उपयोग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सोडियम क्लोराइड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सोडियम बेंजोएट (Sodium Benzoate)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कैल्शियम कार्बोनेट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पोटेशियम क्लोराइड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सोडियम बेंजोएट और सोडियम मेटाबाइसल्फाइट प्रमुख रासायनिक खाद्य परिरक्षक हैं।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अमीबिक पेचिश (Dysentery) किस सूक्ष्मजीव के संक्रमण से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प्लाज्मोडियम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एंटअमीबा हिस्टोलिटिका (प्रोटोजोआ)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विब्रियो कॉलरी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पेनिसिलियम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अमीबिक पेचिश (Dysentery) किस सूक्ष्मजीव के संक्रमण से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प्लाज्मोडियम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एंटअमीबा हिस्टोलिटिका (प्रोटोजोआ)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विब्रियो कॉलरी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पेनिसिलियम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एंटअमीबा हिस्टोलिटिका एक परजीवी प्रोटोजोआ है जो दूषित जल व भोजन से आंतों में पेचिश पैदा करता है।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पागल कुत्ते, बिल्ली या बंदर के काटने से होने वाला घातक विषाणु जनित रोग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मलेरिया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रेबीज / हाइड्रोफोबिया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हैजा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तपेदिक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पागल कुत्ते, बिल्ली या बंदर के काटने से होने वाला घातक विषाणु जनित रोग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मलेरिया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रेबीज / हाइड्रोफोबिया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हैजा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तपेदिक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रेबीज वायरस युक्त लार से रेबीज (हाइड्रोफोबिया) रोग होता है, जिसमें रोगी को पानी से अत्यंत भय लगता है।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ब्रेड या जलेबी के घोल को फुलाने एवं स्पंजी बनाने के लिए किसका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शैवाल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यीस्ट (Yeast / खमीर)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विषाणु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प्रोटोजोआ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ब्रेड या जलेबी के घोल को फुलाने एवं स्पंजी बनाने के लिए किसका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शैवाल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यीस्ट (Yeast / खमीर)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विषाणु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प्रोटोजोआ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यीस्ट अवायवीय श्वसन से तेजी से कार्बन डाइऑक्साइड गैस निकालता है जिससे आटा फूलकर स्पंजी हो जाता है।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आलू या चिप्स के पैकेटों में विकृतगंधिता (Rancidity) रोकने हेतु कौन-सी अक्रिय गैस भरी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नाइट्रोजन (N₂)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क्लोरीन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सल्फर डाइऑक्साइड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आलू या चिप्स के पैकेटों में विकृतगंधिता (Rancidity) रोकने हेतु कौन-सी अक्रिय गैस भरी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नाइट्रोजन (N₂)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क्लोरीन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सल्फर डाइऑक्साइड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चिप्स के पैकेट में नाइट्रोजन गैस भरी जाती है ताकि तेल और वसा का वायुमंडलीय ऑक्सीजन से ऑक्सीकरण न हो।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Class 16 त्वरित रिवीजन सूत्र (Microbiology Memory Sheet)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चार मुख्य वर्ग: जीवाणु (लैक्टोबैसिलस), कवक (यीस्ट, पेनिसिलियम), प्रोटोजोआ (अमीबा, प्लाज्मोडियम), शैवाल (स्पाइरोगाइरा)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विषाणु (Virus): सजीव-निर्जीव की कड़ी (कोशिका के बाहर निर्जीव, अंदर सजीव) | पोलियो, चेचक, रेबीज, एड्स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ऐतिहासिक खोजें: एंटीबायोटिक पेनिसिलिन (फ्लेमिंग, 1929) | चेचक टीका (जेनर, 1798) | किण्वन व पाश्चुरीकरण (पाश्चर)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रोग वाहक: मलेरिया = मादा एनाफिली मच्छर (प्लाज्मोडियम) | डेंगू = मादा एडीज मच्छर (वायरस)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खाद्य परिरक्षण: पाश्चुरीकरण (70°C, 15-30s) | रासायनिक = सोडियम बेंजोएट | चिप्स पैकेट = नाइट्रोजन गैस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📝 घर पर अभ्यास के लिए 3 महत्वपूर्ण प्रश्न (Self Practice):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1.  विषाणु को सजीव और निर्जीव के बीच की योजक कड़ी क्यों माना जाता है?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2.  दूध से दही बनने की प्रक्रिया में कौन-सा जीवाणु भाग लेता है तथा किण्वन क्या है?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3.  खाद्य परिरक्षण की किन्हीं चार प्रमुख विधियों के नाम और उनके उदाहरण लिखिए।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