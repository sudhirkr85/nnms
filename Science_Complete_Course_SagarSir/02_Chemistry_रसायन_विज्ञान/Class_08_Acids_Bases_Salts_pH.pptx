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Class 08 • रसायन विज्ञान (Chemistry Special)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अम्ल, क्षारक, लवण एवं pH मान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Acids, Bases, Salts, Natural/Synthetic Indicators (Litmus, Turmeric, Phenolphthalein) &amp; Neutralization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अम्ल (Acids): स्वाद में खट्टे, नीले लिटमस को लाल करना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क्षारक (Bases): स्वाद में कड़वे, छूने पर साबुन जैसे, लाल लिटमस को नीला करना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प्राकृतिक स्रोत: सिरका (एसिटिक), नींबू (सिट्रिक), इमली (टार्टरिक), चींटी डंक (फॉर्मिक)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सूचक: लिटमस (लाइकेन), हल्दी, फेनोल्फथलीन व pH स्केल (0-14)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उदासीनीकरण (Neutralization): एंटासिड (मिल्क ऑफ मैग्नीशिया) का उपयोग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08: अम्ल एवं क्षारक के गुण तथा प्राकृतिक स्रोत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अम्ल (Acids): स्वाद में खट्टे होते हैं; नीले लिटमस पत्र को लाल कर देते हैं; जल में घुलकर H⁺ आयन देते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प्रमुख प्राकृतिक अम्ल एवं उनके स्रोत: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सिरका (Vinegar): एसिटिक अम्ल (Acetic Acid)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संतरा व नींबू: सिट्रिक अम्ल (Citric Acid)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इमली व कच्चा आम: टार्टरिक अम्ल (Tartaric Acid)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दही / खट्टा दूध: लैक्टिक अम्ल (Lactic Acid)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पालक व टमाटर: ऑक्सालिक अम्ल (Oxalic Acid)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चींटी व ततैया का डंक: फॉर्मिक अम्ल / मेथेनॉइक अम्ल (Formic Acid)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सेब: मैलिक अम्ल (Malic Acid)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क्षारक (Bases): स्वाद में कड़वे होते हैं, छूने पर साबुन जैसे चिकने लगते हैं; लाल लिटमस पत्र को नीला कर देते हैं; जल में OH⁻ आयन देते हैं (उदा. सोडियम हाइड्रॉक्साइड NaOH, चूने का पानी Ca(OH)2)।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08: सूचक (Indicators) एवं लिटमस का विज्ञान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सूचक (Indicator): वे पदार्थ जिनका उपयोग किसी विलयन के अम्लीय या क्षारकीय होने की पहचान करने के लिए किया जाता है (रंग बदलकर पहचान कराते हैं)।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1. लिटमस (Litmus): सबसे सामान्य प्राकृतिक सूचक है; यह 'लाइकेन' (Lichen - शैवाल + कवक सहजीवी) से निष्कर्षित किया जाता है। इसका प्राकृतिक रंग बैंगनी (Mauve) होता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अम्ल में -&gt; नीला लिटमस 'लाल' हो जाता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क्षार में -&gt; लाल लिटमस 'नीला' हो जाता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2. हल्दी (Turmeric): प्राकृतिक सूचक; क्षार के संपर्क में आने पर इसका पीला रंग 'लाल-भूरा' हो जाता है (जैसे कपड़े पर लगे सब्जी के दाग पर साबुन लगाने पर लाल होना)।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3. फेनोल्फथलीन (Phenolphthalein): कृत्रिम सूचक; अम्लीय माध्यम में 'रंगहीन' रहता है, परंतु क्षारीय माध्यम में सुंदर 'गुलाबी' (Pink) हो जाता है।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08: उदासीनीकरण अभिक्रिया एवं pH स्केल (Neutralization &amp; pH)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उदासीनीकरण (Neutralization): जब अम्ल और क्षारक आपस में क्रिया करते हैं, तो एक-दूसरे के प्रभाव को समाप्त कर 'लवण और जल' बनाते हैं तथा ऊष्मा निकलती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अम्ल + क्षारक —&gt; लवण (Salt) + जल (Water) + ऊष्मा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उदाहरण: HCl (हाइड्रोक्लोरिक अम्ल) + NaOH (कास्टिक सोडा) —&gt; NaCl (नमक) + H2O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दैनिक जीवन में उदासीनीकरण: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अपाचन / एसिडिटी: पेट में अधिक HCl बनने पर एंटासिड 'मिल्क ऑफ मैग्नीशिया' [Mg(OH)2] लेते हैं जो अम्ल को शांत करता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चींटी का डंक: चींटी फॉर्मिक अम्ल छोड़ती है; बेकिंग सोडा (सोडियम हाइड्रोजन कार्बोनेट) या कैलेमाइन लोशन (जिंक कार्बोनेट) लगाने से आराम मिलता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pH पैमाना (0 से 14): सोरेनसन ने 1909 में बनाया; pH = 7 (उदासीन - शुद्ध जल); pH &lt; 7 (अम्लीय); pH &gt; 7 (क्षारीय)।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चींटी या मधुमक्खी के डंक में कौन सा अम्ल पाया जाता है जो जलन और दर्द पैदा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एसिटिक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फॉर्मिक अम्ल (मेथेनॉइक अम्ल)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सिट्रिक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टार्टरिक अम्ल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चींटी या मधुमक्खी के डंक में कौन सा अम्ल पाया जाता है जो जलन और दर्द पैदा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एसिटिक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फॉर्मिक अम्ल (मेथेनॉइक अम्ल)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सिट्रिक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टार्टरिक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चींटी काटते समय त्वचा में फॉर्मिक अम्ल अंतःक्षेपित करती है जिसे बेकिंग सोडा से शांत करते हैं।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लिटमस (Litmus) प्राकृतिक सूचक निम्नलिखित में से किससे निष्कर्षित (प्राप्त)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गुलाब की पंखुड़ियों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लाइकेन (Lichen)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नीम के पेड़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हल्दी की गांठ से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लिटमस (Litmus) प्राकृतिक सूचक निम्नलिखित में से किससे निष्कर्षित (प्राप्त)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गुलाब की पंखुड़ियों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लाइकेन (Lichen)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नीम के पेड़ से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हल्दी की गांठ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लिटमस शैवाल और कवक के सहजीवी पौधे 'लाइकेन' से निकाला जाता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अम्ल नीले लिटमस पत्र को किस रंग में बदल देते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हरा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लाल रंग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पीला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रंगहीन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अम्ल नीले लिटमस पत्र को किस रंग में बदल देते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हरा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लाल रंग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पीला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रंगहीन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अम्ल नीले लिटमस को लाल (अनिल: अ-म्ल नि-ले को ल-ल) और क्षार लाल को नीला करते हैं।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दही और खट्टे दूध में मुख्य रूप से कौन सा अम्ल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सिट्रिक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लैक्टिक अम्ल (Lactic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ऑक्सालिक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एसिटिक अम्ल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दही और खट्टे दूध में मुख्य रूप से कौन सा अम्ल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सिट्रिक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लैक्टिक अम्ल (Lactic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ऑक्सालिक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एसिटिक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लैक्टोबैसिलस जीवाणु दूध की शर्करा को लैक्टिक अम्ल में बदलकर दही बनाते हैं।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पेट की अम्लता (एसिडिटी) दूर करने के लिए डॉक्टर कौन सा 'एंटासिड' (प्रति-अम्ल) देते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सल्फ्यूरिक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मिल्क ऑफ मैग्नीशिया [Mg(OH)2]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सोडियम क्लोराइड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सिरका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पेट की अम्लता (एसिडिटी) दूर करने के लिए डॉक्टर कौन सा 'एंटासिड' (प्रति-अम्ल) देते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सल्फ्यूरिक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मिल्क ऑफ मैग्नीशिया [Mg(OH)2]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सोडियम क्लोराइड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सिरका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मैग्नीशियम हाइड्रॉक्साइड एक दुर्बल क्षारक है जो आमाशय के अतिरिक्त अम्ल को उदासीन करता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हल्दी के पीले दाग पर जब कपड़े धोने वाला साबुन (क्षार) लगाया जाता है, तो उसका रंग कैसा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नीला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लाल-भूरा (Reddish Brown)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सफेद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हल्दी के पीले दाग पर जब कपड़े धोने वाला साबुन (क्षार) लगाया जाता है, तो उसका रंग कैसा हो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नीला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लाल-भूरा (Reddish Brown)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सफेद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साबुन क्षारीय प्रकृति का होता है जो हल्दी सूचक को लाल-भूरे रंग में बदल देता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शुद्ध एवं उदासीन जल का pH मान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शुद्ध एवं उदासीन जल का pH मान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pH पैमाने पर ठीक 7 उदासीन होता है (7 से कम अम्लीय, 7 से अधिक क्षारीय)।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अम्ल और क्षारक की परस्पर अभिक्रिया से लवण और जल बनने की 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ऑक्सीकरण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उदासीनीकरण (Neutralization)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अवक्षेपण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अपघटन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अम्ल और क्षारक की परस्पर अभिक्रिया से लवण और जल बनने की क्रिया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ऑक्सीकरण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उदासीनीकरण (Neutralization)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अवक्षेपण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अपघटन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अम्ल + क्षार —&gt; लवण + जल + ऊष्मा।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सिरके (Vinegar) में मुख्य रूप से कौन सा कार्बनिक अम्ल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फॉर्मिक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एसिटिक अम्ल (Acetic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टार्टरिक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मैलिक अम्ल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सिरके (Vinegar) में मुख्य रूप से कौन सा कार्बनिक अम्ल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फॉर्मिक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एसिटिक अम्ल (Acetic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टार्टरिक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मैलिक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सिरके में 4 से 8% तनु एसिटिक अम्ल (CH3COOH) होता है।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इमली और कच्चे अंगूर में कौन सा अम्ल प्रचुर मात्रा में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सिट्रिक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टार्टरिक अम्ल (Tartaric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लैक्टिक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नाइट्रिक अम्ल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इमली और कच्चे अंगूर में कौन सा अम्ल प्रचुर मात्रा में पाया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सिट्रिक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टार्टरिक अम्ल (Tartaric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लैक्टिक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नाइट्रिक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इमली में टार्टरिक अम्ल पाया जाता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फेनोल्फथलीन सूचक क्षारीय विलयन (जैसे सोडियम हाइड्रॉक्साइड) में कैसा रंग देता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पीला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गुलाबी रंग (Pink)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रंगहीन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फेनोल्फथलीन सूचक क्षारीय विलयन (जैसे सोडियम हाइड्रॉक्साइड) में कैसा रंग देता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पीला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गुलाबी रंग (Pink)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लाल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रंगहीन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फेनोल्फथलीन क्षार में गुलाबी और अम्ल में रंगहीन रहता है।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नींबू और संतरे जैसे खट्टे रसीले फलों में कौन सा अम्ल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ऑक्सालिक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सिट्रिक अम्ल (Citric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एसिटिक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फॉर्मिक अम्ल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नींबू और संतरे जैसे खट्टे रसीले फलों में कौन सा अम्ल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ऑक्सालिक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सिट्रिक अम्ल (Citric Acid)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एसिटिक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फॉर्मिक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नींबू कुल (सिट्रस) के फलों में सिट्रिक अम्ल और विटामिन सी (एस्कॉर्बिक अम्ल) होता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मानव आमाशय (पेट) में भोजन के पाचन और जीवाणुओं को नष्ट करने हेतु कौन सा अम्ल स्रावित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सल्फ्यूरिक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हाइड्रोक्लोरिक अम्ल (HCl)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नाइट्रिक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एसिटिक अम्ल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मानव आमाशय (पेट) में भोजन के पाचन और जीवाणुओं को नष्ट करने हेतु कौन सा अम्ल स्रावित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सल्फ्यूरिक अम्ल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हाइड्रोक्लोरिक अम्ल (HCl)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नाइट्रिक अम्ल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एसिटिक अम्ल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आमाशय की जठर ग्रंथियां हाइड्रोक्लोरिक अम्ल (HCl) बनाती हैं।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अम्ल वर्षा (Acid Rain) के जल का pH मान सामान्यतः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7.0 से अधिक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5.6 से कम (अम्लीय)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8.5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अम्ल वर्षा (Acid Rain) के जल का pH मान सामान्यतः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7.0 से अधिक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5.6 से कम (अम्लीय)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8.5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वायुमंडलीय SO2 और NO2 घुलकर वर्षा जल का pH मान 5.6 से कम कर देते हैं।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चूने के पानी (Calcium Hydroxide) की प्रकृति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अम्लीय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क्षारकीय (Basic)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उदासीन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लवणीय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चूने के पानी (Calcium Hydroxide) की प्रकृति कैसी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अम्लीय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क्षारकीय (Basic)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उदासीन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लवणीय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चूने का पानी [Ca(OH)2] क्षारीय होता है और लाल लिटमस को नीला करता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08: सागर सर की 1-मिनट मेमोरी चाबी (अम्ल-क्षार सूत्र)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अम्ल = स्वाद में खट्टे, नीले लिटमस को लाल (pH &lt; 7)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क्षारक = स्वाद में कड़वे, साबुन जैसे, लाल लिटमस को नीला (pH &gt; 7)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सिरका = एसिटिक | इमली = टार्टरिक | दही = लैक्टिक | चींटी = फॉर्मिक अम्ल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नींबू/संतरा = सिट्रिक | पेट में = हाइड्रोक्लोरिक अम्ल (HCl)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लिटमस = लाइकेन से प्राप्त | हल्दी क्षार में = लाल-भूरा | फेनोल्फथलीन क्षार में = गुलाबी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एंटासिड = मिल्क ऑफ मैग्नीशिया [Mg(OH)2] | pH = 7 उदासीन जल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वेबसाइट: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📝 घर पर अभ्यास के लिए 3 महत्वपूर्ण प्रश्न (Self Practice):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1.  अम्ल और क्षारक में तीन मुख्य अंतर लिखिए।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2.  चींटी के काटने पर बेकिंग सोडा या कैलेमाइन लोशन लगाने से राहत क्यों मिलती है?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3.  लिटमस किस पौधे से प्राप्त किया जाता है और अम्ल व क्षार में इसका रंग कैसा होता है?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Class 08 Complete! कल मिलेंगे Class 09 में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कल का विषय: धातु एवं अधातु — गुण एवं अभिक्रियाएं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इस क्लास की PDF डाउनलोड करें: sagarcoaching.tech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धातुओं के भौतिक गुण: आघातवर्ध्यता, तन्यता, चालकता व धात्विक ध्वनि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अपवाद: सोडियम/पोटेशियम (चाकू से कटने वाली), पारा (द्रव धातु), ब्रोमीन (द्रव अधातु)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सक्रियता श्रेणी व विस्थापन अभिक्रियाएं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धातुओं व अधातुओं के ऑक्साइड की प्रकृति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Website: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