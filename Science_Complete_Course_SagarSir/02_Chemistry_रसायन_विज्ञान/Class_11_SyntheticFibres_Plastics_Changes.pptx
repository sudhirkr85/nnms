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Class 11 • रसायन विज्ञान (Chemistry Special)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संश्लेषित रेशे, प्लास्टिक एवं रासायनिक परिवर्तन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Synthetic Fibres (Rayon, Nylon, Polyester, Acrylic), Thermoplastics, Thermosetting &amp; 4R Principle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रेयान (Rayon): कृत्रिम रेशम (लकड़ी की लुगदी का रासायनिक उपचार)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नायलॉन (Nylon): प्रथम पूर्ण संश्लेषित रेशा (कोयला, जल व वायु से)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पॉलिएस्टर (PET) व ऐक्रिलिक (कृत्रिम ऊन)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प्लास्टिक: थर्मोप्लास्टिक (PVC, पॉलीथीन) व थर्मोसेटिंग (बैकेलाइट, मेलामाइन)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पर्यावरण एवं 4R सिद्धांत (Reduce, Reuse, Recycle, Recover)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11: प्रमुख संश्लेषित रेशे (Synthetic Fibres) एवं विशेषताएं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बहुलक (Polymer): अनेक छोटी समान इकाइयों (मोनोमर्स) के जुड़ने से बनी विशाल श्रृंखला (जैसे कपास सेल्यूलोस का बहुलक है)।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1. रेयान (Rayon / कृत्रिम रेशम):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प्राकृतिक स्रोत 'काष्ठ लुगदी' (Wood Pulp) के रासायनिक उपचार से बनाया जाता है; रेशम जैसा चमकदार और सस्ता होता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2. नायलॉन (Nylon - 1931):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मानव द्वारा निर्मित 'प्रथम पूर्ण रूप से संश्लेषित रेशा' (कोयला, जल और वायु से निर्मित)।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यह बहुत मजबूत, लचीला, हल्का, चमकीला और धुलने में आसान होता है। इसका तार 'इस्पात (स्टील) के तार से भी अधिक मजबूत' होता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उपयोग: पैराशूट की रस्सियां, चट्टानों पर चढ़ने की रस्सियां, मोजे, टूथब्रश के ब्रिसल।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3. पॉलिएस्टर (Polyester): इसमें आसानी से सिलवटें नहीं पड़तीं; टेरीलीन प्रसिद्ध रेशा है; PET (पॉलीएथिलीन टेरेफ्थालेट) से बोतलें व बर्तन बनते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4. ऐक्रिलिक (Acrylic / कृत्रिम ऊन): ऊन जैसा दिखने वाला सस्ता संश्लेषित रेशा; स्वेटर व शॉल बनाने में।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11: प्लास्टिक के प्रकार — थर्मोप्लास्टिक एवं थर्मोसेटिंग प्लास्टिक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प्लास्टिक भी संश्लेषित रेशों की तरह एक बहुलक (Polymer)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1. थर्मोप्लास्टिक (Thermoplastics):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जो गर्म करने पर आसानी से पिघलकर मुड़ जाते हैं और ठंडा करने पर जम जाते हैं; इन्हें बार-बार सांचों में ढाला जा सकता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उदाहरण: पॉलीथीन (Polythene), पीवीसी (PVC - पॉलीविनाइल क्लोराइड)।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उपयोग: खिलौने, कंघियां, पाइप, बाल्टी, पानी की बोतलें।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2. थर्मोसेटिंग प्लास्टिक (Thermosetting Plastics):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जिन्हें एक बार सांचे में ढालने के बाद गर्म करके दोबारा नर्म नहीं किया जा सकता (दृढ़ संरचना)।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बैकेलाइट (Bakelite): ऊष्मा और विद्युत का कुचालक; बिजली के स्विच, प्लग, बर्तनों के हैंडल बनाने में।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मेलामाइन (Melamine): आग का प्रतिरोधक और ऊष्मा सहने वाला; फर्श की टाइलें, अग्निरोधक कपड़े, डिनर सेट।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टेफ्लॉन (Teflon): इस पर तेल और जल नहीं चिपकता; नॉन-स्टिक बर्तनों की कोटिंग में।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11: प्लास्टिक, पर्यावरण प्रदूषण एवं 4R / 5R सिद्धांत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जैव-निम्नीकरणीय (Biodegradable): जो प्राकृतिक प्रक्रियाओं (जीवाणुओं) द्वारा आसानी से अपघटित हो जाते हैं (जैसे सब्जी के छिलके, कागज, लकड़ी, सूती कपड़ा)।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जैव-अनिम्नीकरणीय (Non-biodegradable): जो कई सौ वर्षों तक अपघटित नहीं होते (जैसे प्लास्टिक, पॉलीथीन बैग, टिन, एल्युमिनियम कैन)।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प्लास्टिक के खतरे: नालियों का जाम होना, पशुओं द्वारा निगलने से मृत्यु, जलाने पर अत्यंत विषैली गैसें निकलना।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पर्यावरण मित्र 4R / 5R सिद्धांत: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1. Reduce (उपयोग कम करना)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2. Reuse (पुनः उपयोग करना)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3. Recycle (पुनर्चक्रण करना)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4. Recover (पुनः प्राप्त करना)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5. Refuse (प्लास्टिक को मना करना - जूट/कपड़े के थैले अपनाना)।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मानव द्वारा निर्मित 'प्रथम पूर्ण रूप से संश्लेषित रेशा' (Fully Synthetic Fibre) कौन सा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रेयान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नायलॉन (Nylon)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पॉलिएस्टर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ऐक्रिलिक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मानव द्वारा निर्मित 'प्रथम पूर्ण रूप से संश्लेषित रेशा' (Fully Synthetic Fibre) कौन सा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रेयान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नायलॉन (Nylon)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पॉलिएस्टर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ऐक्रिलिक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1931 में बिना किसी प्राकृतिक कच्चे माल के कोयले, जल व वायु से नायलॉन बनाया गया था।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काष्ठ लुगदी (Wood Pulp) के रासायनिक उपचार से प्राप्त रेशे को 'कृत्रिम रेशम' कहा जाता है, वह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नायलॉन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रेयान (Rayon)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टेरीलीन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कपास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काष्ठ लुगदी (Wood Pulp) के रासायनिक उपचार से प्राप्त रेशे को 'कृत्रिम रेशम' कहा जाता है, वह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नायलॉन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रेयान (Rayon)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टेरीलीन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कपास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रेयान प्राकृतिक स्रोत से बनता है परंतु इसके गुण रेशम जैसे होते हैं, अतः कृत्रिम रेशम कहलाता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पैराशूट और चट्टानों पर चढ़ने वाली मजबूत रस्सियां बनाने के लिए किस रेशे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कपास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नायलॉन (Nylon)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ऊन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जूट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पैराशूट और चट्टानों पर चढ़ने वाली मजबूत रस्सियां बनाने के लिए किस रेशे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कपास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नायलॉन (Nylon)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ऊन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जूट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नायलॉन का तार समान मोटाई के स्टील के तार से भी अधिक मजबूत और लचीला होता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बिजली के स्विच, प्लग और बर्तनों के हैंडल बनाने में किस थर्मोसेटिंग प्लास्टिक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पीवीसी (PVC)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बैकेलाइट (Bakelite)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पॉलीथीन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नायलॉन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बिजली के स्विच, प्लग और बर्तनों के हैंडल बनाने में किस थर्मोसेटिंग प्लास्टिक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पीवीसी (PVC)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बैकेलाइट (Bakelite)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पॉलीथीन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नायलॉन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बैकेलाइट ऊष्मा और विद्युत का उत्कृष्ट कुचालक है जो गर्म करने पर पिघलता नहीं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नॉन-स्टिक (ना चिपकने वाले) खाना पकाने के बर्तनों पर किस विशेष प्लास्टिक की परत चढ़ाई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मेलामाइन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टेफ्लॉन (Teflon)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बैकेलाइट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पीवीसी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नॉन-स्टिक (ना चिपकने वाले) खाना पकाने के बर्तनों पर किस विशेष प्लास्टिक की परत चढ़ाई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मेलामाइन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टेफ्लॉन (Teflon)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बैकेलाइट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पीवीसी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टेफ्लॉन पर तेल और पानी नहीं चिपकते, इसलिए फ्राइंग पैन पर टेफ्लॉन कोटिंग होती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अग्निशामक कर्मचारियों के कपड़ों को अग्निरोधक बनाने के लिए उस पर किस प्लास्टिक की परत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बैकेलाइट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मेलामाइन (Melamine)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पॉलीथीन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रेयान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अग्निशामक कर्मचारियों के कपड़ों को अग्निरोधक बनाने के लिए उस पर किस प्लास्टिक की परत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बैकेलाइट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मेलामाइन (Melamine)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पॉलीथीन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रेयान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मेलामाइन आग का प्रतिरोध करता है और भारी गर्मी सहन कर सकता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ऊन जैसा दिखने वाला सस्ता संश्लेषित रेशा जिससे स्वेटर और शॉल बनाए जाते हैं,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पॉलिएस्टर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ऐक्रिलिक (Acrylic)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नायलॉन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रेयान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ऊन जैसा दिखने वाला सस्ता संश्लेषित रेशा जिससे स्वेटर और शॉल बनाए जाते हैं,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पॉलिएस्टर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ऐक्रिलिक (Acrylic)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नायलॉन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रेयान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ऐक्रिलिक को कृत्रिम ऊन कहा जाता है जो प्राकृतिक ऊन से काफी सस्ती और टिकाऊ होती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निम्नलिखित में से कौन सा एक 'थर्मोप्लास्टिक' का उदाहरण है जिसे गर्म करके मोड़ा जा सकता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बैकेलाइट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पीवीसी (PVC / पॉलीविनाइल क्लोराइड)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मेलामाइन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वल्केनाइज्ड रबर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निम्नलिखित में से कौन सा एक 'थर्मोप्लास्टिक' का उदाहरण है जिसे गर्म करके मोड़ा जा सकता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बैकेलाइट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पीवीसी (PVC / पॉलीविनाइल क्लोराइड)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मेलामाइन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वल्केनाइज्ड रबर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पीवीसी और पॉलीथीन गर्म करने पर आसानी से पिघलने वाले थर्मोप्लास्टिक हैं।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[Maharashtra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कपास (रूई) प्राकृतिक रूप से किस जटिल बहुलक (Polymer) से बनी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प्रोटीन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सेल्यूलोस (Cellulose)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वसा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नायलॉन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[Maharashtra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कपास (रूई) प्राकृतिक रूप से किस जटिल बहुलक (Polymer) से बनी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प्रोटीन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सेल्यूलोस (Cellulose)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वसा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नायलॉन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कपास ग्लूकोज इकाइयों से बने सेल्यूलोस का प्राकृतिक बहुलक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पानी की बोतलें और पतली पन्नियां बनाने में प्रयुक्त PET वास्तव में किस वर्ग का पदार्थ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नायलॉन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पॉलिएस्टर (Polyester)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रेयान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ऐक्रिलिक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पानी की बोतलें और पतली पन्नियां बनाने में प्रयुक्त PET वास्तव में किस वर्ग का पदार्थ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नायलॉन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पॉलिएस्टर (Polyester)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रेयान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ऐक्रिलिक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PET (पॉलीएथिलीन टेरेफ्थालेट) एक बहुत परिचित पॉलिएस्टर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[MP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निम्नलिखित में से कौन सा पदार्थ 'जैव-निम्नीकरणीय' (Biodegradable) है जो मिट्टी में गल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पॉलीथीन की थैली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कागज एवं सूती कपड़ा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प्लास्टिक की बोतल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एल्युमिनियम फॉयल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[MP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निम्नलिखित में से कौन सा पदार्थ 'जैव-निम्नीकरणीय' (Biodegradable) है जो मिट्टी में गल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पॉलीथीन की थैली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कागज एवं सूती कपड़ा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प्लास्टिक की बोतल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एल्युमिनियम फॉयल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कागज, लकड़ी और सूती कपड़ा जीवाणुओं द्वारा अपघटित होकर मिट्टी में मिल जाते हैं।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[All India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पर्यावरण संरक्षण के लिए प्रसिद्ध '4R' सिद्धांत में 4R का सही अर्थ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Read, Right, Run, Rise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Reduce, Reuse, Recycle, Recover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Red, Rose, Ring, Ray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Real, Rare, Raw, Root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[All India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पर्यावरण संरक्षण के लिए प्रसिद्ध '4R' सिद्धांत में 4R का सही अर्थ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Read, Right, Run, Rise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Reduce, Reuse, Recycle, Recover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Red, Rose, Ring, Ray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Real, Rare, Raw, Root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कम उपयोग (Reduce), पुनः उपयोग (Reuse), पुनर्चक्रण (Recycle), पुनः प्राप्ति (Recover)।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[Bihar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संश्लेषित रेशों का सबसे बड़ा नुकसान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ये बहुत महंगे होते हैं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आग पकड़ने पर पिघलकर शरीर से चिपक जाते हैं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ये मजबूत नहीं होते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ये धुलते नहीं हैं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[Bihar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संश्लेषित रेशों का सबसे बड़ा नुकसान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ये बहुत महंगे होते हैं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आग पकड़ने पर पिघलकर शरीर से चिपक जाते हैं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ये मजबूत नहीं होते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ये धुलते नहीं हैं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सिंथेटिक कपड़े गर्म होकर पिघलते हैं, अतः रसोईघर या प्रयोगशाला में इन्हें नहीं पहनना चाहिए।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[UP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बिजली के तारों के ऊपर चढ़ाया जाने वाला प्लास्टिक आवरण सामान्यतः किसका बना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टेफ्लॉन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पीवीसी (PVC)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बैकेलाइट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मेलामाइन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[UP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बिजली के तारों के ऊपर चढ़ाया जाने वाला प्लास्टिक आवरण सामान्यतः किसका बना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टेफ्लॉन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पीवीसी (PVC)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बैकेलाइट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मेलामाइन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पीवीसी लचीला और विद्युतरोधी थर्मोप्लास्टिक है जो बिजली के तारों पर इंसुलेशन देता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प्लास्टिक को 'जैव-अनिम्नीकरणीय' पदार्थ क्यों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क्योंकि यह बहुत हल्का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क्योंकि यह जीवाणुओं द्वारा कई वर्षों तक अपघटित नहीं होता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क्योंकि यह जल में घुल जाता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क्योंकि यह चुंबक से चिपकता है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प्लास्टिक को 'जैव-अनिम्नीकरणीय' पदार्थ क्यों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क्योंकि यह बहुत हल्का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क्योंकि यह जीवाणुओं द्वारा कई वर्षों तक अपघटित नहीं होता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क्योंकि यह जल में घुल जाता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क्योंकि यह चुंबक से चिपकता है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प्राकृतिक जीवाणु प्लास्टिक के जटिल रासायनिक बंधनों को तोड़ नहीं पाते।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11: सागर सर की 1-मिनट मेमोरी चाबी (रेशे व प्लास्टिक सूत्र)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रेयान = कृत्रिम रेशम (काष्ठ लुगदी से निर्मित)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नायलॉन = प्रथम पूर्ण संश्लेषित रेशा (स्टील से मजबूत तार - पैराशूट/रस्सियां)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ऐक्रिलिक = कृत्रिम ऊन (स्वेटर/शॉल) | कपास = सेल्यूलोस बहुलक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थर्मोप्लास्टिक = पॉलीथीन + PVC (गर्म करने पर पिघलने वाले)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थर्मोसेटिंग = बैकेलाइट (स्विच/हैंडल - कुचालक) + मेलामाइन (अग्निरोधक)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टेफ्लॉन = नॉन-स्टिक बर्तनों की कोटिंग | 4R = Reduce, Reuse, Recycle, Recover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📝 घर पर अभ्यास के लिए 3 महत्वपूर्ण प्रश्न (Self Practice):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1.  थर्मोप्लास्टिक और थर्मोसेटिंग प्लास्टिक में दो मुख्य अंतर उदाहरण सहित लिखिए।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2.  रसोईघर में खाना बनाते समय नायलॉन या पॉलिएस्टर के कपड़े क्यों नहीं पहनने चाहिए?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3.  4R सिद्धांत क्या है और यह प्लास्टिक प्रदूषण रोकने में कैसे मदद करता है?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रसायन विज्ञान (Chemistry) 100% Complete!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बधाई! रसायन विज्ञान के सभी 5 अध्याय पूर्ण!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अगला भाग: जीव विज्ञान (Biology) — कोशिका, पोषण, श्वसन व जनन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Class 12: कोशिका — संरचना, कार्य एवं कोशिकांग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Class 13: पादपों व जंतुओं में पोषण (पाचन तंत्र)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Class 14: श्वसन, परिसंचरण तंत्र (हृदय) व उत्सर्जन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Class 15: पादपों एवं जंतुओं में जनन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Class 16: सूक्ष्मजीव (मित्र व शत्रु) एवं बीमारियां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Class 17: फसल उत्पादन, रेड डाटा बुक व जैव विविधता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Website: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