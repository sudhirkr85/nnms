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SCIENCE CLASS 21 • GRAND FINAL MAHAMANTHAN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सम्पूर्ण विज्ञान महामंथन (50 PYQs)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भौतिकी + रसायन + जीव विज्ञान का सम्पूर्ण पाठ्यक्रम ऑल इंडिया मॉक टेस्ट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भौतिकी के सर्वाधिक पूछे गए 17 प्रश्न (गति, प्रकाश, ध्वनि, विद्युत व ऊष्मा)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रसायन विज्ञान के 16 अचूक प्रश्न (अम्ल-क्षार, धातु, दहन, बहुलक व ईंधन)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जीव विज्ञान के 17 महत्वपूर्ण प्रश्न (कोशिका, पाचन, परिसंचरण, जनन व पर्यावरण)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विगत 10 वर्षों के ऑल इंडिया NMMS पेपर्स पर आधारित शत-प्रतिशत प्रामाणिक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प्रत्येक प्रश्न का 2-स्लाइड इंटरैक्टिव पैटर्न एवं विस्तृत वैज्ञानिक व्याख्या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सम्पूर्ण विज्ञान महामंथन (50 PYQs) — परीक्षा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परीक्षा निर्देश एवं मूल्यांकन नियमावली (Exam Rules &amp; Scoring Pattern):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इस टेस्ट में राष्ट्रीय आय-सह-मेधा छात्रवृत्ति परीक्षा (NMMS) के विज्ञान (SAT) पाठ्यक्रम के कुल 50 प्रामाणिक प्रश्न शामिल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प्रत्येक प्रश्न के लिए 1 अंक निर्धारित है। परीक्षा में कोई नकारात्मक अंकन (Negative Marking) नहीं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प्रश्न स्लाइड पर उत्तर पूरी तरह छुपा हुआ है ताकि छात्र स्वयं विचार कर उत्तर दे सकें।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अगली स्लाइड पर सही विकल्प हरे रंग में प्रकाशित होगा तथा नीचे संपूर्ण वैज्ञानिक तथ्य और व्याख्या दी गई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लक्ष्य: विज्ञान के 35 प्रश्नों में से शत-प्रतिशत 35/35 अंक प्राप्त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चाल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km/h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cm/s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m/min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चाल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km/h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cm/s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m/min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चाल = दूरी / समय, अतः इसका SI मात्रक मीटर प्रति सेकंड (m/s) होता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कमरे के तापमान पर द्रव अवस्था में पाई जाने वाली एकमात्र 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सोडियम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पारा (Mercury)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ब्रोमीन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पोटेशियम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कमरे के तापमान पर द्रव अवस्था में पाई जाने वाली एकमात्र 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सोडियम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पारा (Mercury)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ब्रोमीन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पोटेशियम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पारा (Hg) एकमात्र ऐसी धातु है जो सामान्य ताप पर द्रव अवस्था में पाई जाती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कोशिका का 'शक्ति गृह' (Powerhouse of the Cell)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लाइसोसोम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माइटोकॉन्ड्रिया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गॉल्जीकाय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कोशिका का 'शक्ति गृह' (Powerhouse of the Cell)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लाइसोसोम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माइटोकॉन्ड्रिया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गॉल्जीकाय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माइटोकॉन्ड्रिया में कोशिकीय श्वसन द्वारा ऊर्जा ATP के रूप में संचित होती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वाहनों में पीछे का दृश्य देखने के लिए किस दर्पण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उत्तल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अवतल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परवलयिक दर्पण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वाहनों में पीछे का दृश्य देखने के लिए किस दर्पण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समतल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उत्तल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अवतल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परवलयिक दर्पण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उत्तल दर्पण सदैव सीधा, छोटा और विस्तृत दृष्टि क्षेत्र का प्रतिबिंब बनाता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नीले लिटमस पत्र को लाल करने वाले पदार्थ की प्रकृति कैसी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क्षारीय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अम्लीय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उदासीन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लवणीय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नीले लिटमस पत्र को लाल करने वाले पदार्थ की प्रकृति कैसी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क्षारीय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अम्लीय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उदासीन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लवणीय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अम्ल नीले लिटमस को लाल कर देते हैं, जबकि क्षार लाल लिटमस को नीला करते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रक्त में ऑक्सीजन का परिवहन मुख्य रूप से किसके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WBC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हीमोग्लोबिन (RBC)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प्लेटलेट्स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प्लाज्मा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रक्त में ऑक्सीजन का परिवहन मुख्य रूप से किसके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WBC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हीमोग्लोबिन (RBC)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प्लेटलेट्स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प्लाज्मा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RBC में उपस्थित हीमोग्लोबिन ऑक्सीजन से संयुक्त होकर ऑक्सी-हीमोग्लोबिन बनाता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दाब (Pressure)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न्यूटन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पास्कल (Pascal)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दाब (Pressure)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न्यूटन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पास्कल (Pascal)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वाट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दाब = बल / क्षेत्रफल = N/m², जिसे पास्कल (Pa) कहते हैं।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चींटी के डंक में कौन-सा अम्ल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फॉर्मिक अम्ल (मेथेनोइक अम्ल)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एसिटिक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चींटी के डंक में कौन-सा अम्ल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फॉर्मिक अम्ल (मेथेनोइक अम्ल)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एसिटिक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चींटी के डंक में फॉर्मिक अम्ल होता है, जिसे बेकिंग सोडा लगाकर उदासीन किया जाता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मानव रक्त परिसंचरण तंत्र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रॉबर्ट हुक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विलियम हार्वे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लैंडस्टीनर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एडवर्ड जेनर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मानव रक्त परिसंचरण तंत्र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रॉबर्ट हुक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विलियम हार्वे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लैंडस्टीनर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एडवर्ड जेनर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1628 में विलियम हार्वे ने रक्त परिसंचरण तंत्र की खोज की थी।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मानव कान के लिए श्रव्य ध्वनि की आवृत्ति परास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20 Hz से कम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20 Hz से 20,000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20,000 Hz से अधिक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100 Hz से 1,000 Hz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मानव कान के लिए श्रव्य ध्वनि की आवृत्ति परास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20 Hz से कम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20 Hz से 20,000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20,000 Hz से अधिक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100 Hz से 1,000 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कान 20 हर्ट्ज़ से 20,000 हर्ट्ज़ तक की ध्वनि तरंगों को सुन सकता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लोहे पर जंग लगने के लिए किन दो घटकों की उपस्थिति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केवल 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ऑक्सीजन और जलवाष्प (नमी)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नाइट्रोजन व धूल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लोहे पर जंग लगने के लिए किन दो घटकों की उपस्थिति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केवल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केवल 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ऑक्सीजन और जलवाष्प (नमी)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नाइट्रोजन व धूल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लोहा हवा की ऑक्सीजन और नमी के संपर्क में आकर आयरन ऑक्साइड (जंग) बनाता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वृक्क (Kidney) की संरचनात्मक एवं क्रियात्मक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न्यूरॉन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नेफ्रॉन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कूपिका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विली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वृक्क (Kidney) की संरचनात्मक एवं क्रियात्मक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न्यूरॉन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नेफ्रॉन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कूपिका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वृक्क की सूक्ष्म छनन इकाई को नेफ्रॉन (वृक्काणु) कहते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स्वस्थ मानव नेत्र के लिए स्पष्ट दृष्टि की न्यूनतम दूरी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 सेमी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25 सेमी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50 सेमी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अनंत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स्वस्थ मानव नेत्र के लिए स्पष्ट दृष्टि की न्यूनतम दूरी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10 सेमी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25 सेमी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50 सेमी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अनंत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सामान्य आंख बिना किसी तनाव के 25 सेमी की दूरी पर रखी वस्तु को स्पष्ट देख सकती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अग्निशामक यंत्रों में आग बुझाने हेतु कौन-सी गैस प्रयुक्त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कार्बन डाइऑक्साइड (CO₂)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नाइट्रोजन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अग्निशामक यंत्रों में आग बुझाने हेतु कौन-सी गैस प्रयुक्त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कार्बन डाइऑक्साइड (CO₂)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नाइट्रोजन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CO₂ भारी होने के कारण आग को कंबल की तरह ढककर ऑक्सीजन का संपर्क काट देती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दूध को दही में बदलने वाला लाभकारी जीवाणु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राइजोबियम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लैक्टोबैसिलस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यीस्ट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स्पाइरिलम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दूध को दही में बदलने वाला लाभकारी जीवाणु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राइजोबियम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लैक्टोबैसिलस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यीस्ट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स्पाइरिलम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लैक्टोबैसिलस दूध की लैक्टोज शर्करा को लैक्टिक अम्ल में बदलकर दही जमाता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विद्युत धारा की प्रबलता मापने वाले यंत्र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वोल्टमीटर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स्पीडोमीटर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बैरोमीटर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विद्युत धारा की प्रबलता मापने वाले यंत्र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वोल्टमीटर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स्पीडोमीटर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बैरोमीटर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अमीटर विद्युत धारा को एम्पीयर में मापता है और परिपथ में श्रेणीक्रम में जुड़ता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विद्युत की एकमात्र सुचालक अधातु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हीरा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ग्रेफाइट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सल्फर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फास्फोरस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विद्युत की एकमात्र सुचालक अधातु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हीरा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ग्रेफाइट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सल्फर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फास्फोरस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ग्रेफाइट में मुक्त इलेक्ट्रॉन होते हैं, जिससे यह विद्युत का अच्छा चालक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सर्वदाता रक्त समूह (Universal Blood Donor) कौन-सा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O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सर्वदाता रक्त समूह (Universal Blood Donor) कौन-सा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रक्त समूह O में कोई एंटीजन नहीं होता, अतः यह सभी को दिया जा सकता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सूर्य के प्रकाश को सात रंगों में विभाजित करने की घटना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वर्ण-विक्षेपण (Dispersion)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विवर्तन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सूर्य के प्रकाश को सात रंगों में विभाजित करने की घटना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वर्ण-विक्षेपण (Dispersion)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विवर्तन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प्रिज्म द्वारा श्वेत प्रकाश का सात रंगों (VIBGYOR) में बिखरना वर्ण-विक्षेपण कहलाता है।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सोडियम धातु को किस द्रव में सुरक्षित डुबोकर रखा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अल्कोहल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मिट्टी के तेल (केरोसिन)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ईथर में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सोडियम धातु को किस द्रव में सुरक्षित डुबोकर रखा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जल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अल्कोहल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मिट्टी के तेल (केरोसिन)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ईथर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सोडियम अत्यधिक क्रियाशील होने से हवा व पानी में आग पकड़ लेता है, अतः केरोसिन में रखते हैं।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पौधों में पत्तियों द्वारा निर्मित भोजन को पूरे पौधे में कौन संवहन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फ्लोएम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रंध्र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मूलरोम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पौधों में पत्तियों द्वारा निर्मित भोजन को पूरे पौधे में कौन संवहन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फ्लोएम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रंध्र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मूलरोम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फ्लोएम ऊतक भोजन को संवहन करता है और जाइलम जल व खनिजों को पहुंचाता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भूकंप की तरंगों की तीव्रता किस पैमाने पर मापी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पास्कल स्केल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डेसिबल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रिक्टर पैमाना (Richter Scale)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सेल्सियस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भूकंप की तरंगों की तीव्रता किस पैमाने पर मापी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पास्कल स्केल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डेसिबल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रिक्टर पैमाना (Richter Scale)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सेल्सियस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सीस्मोग्राफ यंत्र द्वारा भूकंप की तीव्रता रिक्टर पैमाने पर दर्ज की जाती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सिरके (Vinegar) में कौन-सा अम्ल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एसिटिक अम्ल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लैक्टिक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सिरके (Vinegar) में कौन-सा अम्ल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सिट्रिक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एसिटिक अम्ल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लैक्टिक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टार्टरिक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सिरका 5% से 8% तनु एसिटिक अम्ल (CH₃COOH) का घोल होता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इंसुलिन हार्मोन की कमी से कौन-सा रोग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घेंघा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एनीमिया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मधुमेह (Diabetes)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रतौंधी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इंसुलिन हार्मोन की कमी से कौन-सा रोग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घेंघा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एनीमिया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मधुमेह (Diabetes)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रतौंधी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अग्न्याशय से निकलने वाले इंसुलिन की कमी से रक्त में शर्करा बढ़ जाती है (डायबिटीज)।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ध्वनि की गति सर्वाधिक किस माध्यम में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निर्वात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वायु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जल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ठोस (स्टील/लोहा) में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ध्वनि की गति सर्वाधिक किस माध्यम में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निर्वात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वायु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जल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ठोस (स्टील/लोहा)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ध्वनि ठोसों में सबसे तेज (~5000 m/s), द्रवों में मध्यम और गैसों में सबसे धीमी चलती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प्रथम पूर्ण रूप से संश्लेषित रेशा (Synthetic Fibre) कौन-सा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रेयॉन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नायलॉन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पॉलिएस्टर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एक्रिलिक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प्रथम पूर्ण रूप से संश्लेषित रेशा (Synthetic Fibre) कौन-सा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रेयॉन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नायलॉन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पॉलिएस्टर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एक्रिलिक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नायलॉन 1931 में कोयले, जल व हवा से तैयार किया गया प्रथम पूर्णतः मानव निर्मित रेशा था।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मलेरिया रोग का वाहक कौन-सा कीट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मादा एडीज मच्छर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मादा एनाफिली मच्छर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घरेलू मक्खी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बालू मक्खी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मलेरिया रोग का वाहक कौन-सा कीट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मादा एडीज मच्छर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मादा एनाफिली मच्छर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घरेलू मक्खी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बालू मक्खी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मादा एनाफिली मच्छर प्लाज्मोडियम नामक मलेरिया परजीवी का वाहक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समतल दर्पण द्वारा बना प्रतिबिंब सदैव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वास्तविक और उल्टा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आभासी और सीधा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वास्तविक और सीधा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आभासी और उल्टा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समतल दर्पण द्वारा बना प्रतिबिंब सदैव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वास्तविक और उल्टा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आभासी और सीधा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वास्तविक और सीधा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आभासी और उल्टा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समतल दर्पण का प्रतिबिंब आभासी, सीधा, वस्तु के बराबर और पार्श्व परिवर्तित होता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सीएनजी (CNG) का मुख्य गैसीय घटक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ब्यूटेन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मीथेन (CH₄)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प्रोपेन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ईथेन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सीएनजी (CNG) का मुख्य गैसीय घटक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ब्यूटेन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मीथेन (CH₄)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प्रोपेन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ईथेन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संपीड़ित प्राकृतिक गैस (CNG) में लगभग 85-95% मीथेन गैस होती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पेनिसिलिन नामक प्रथम प्रतिजैविक औषधि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अलेक्जेंडर फ्लेमिंग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एडवर्ड जेनर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रॉबर्ट कोच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पेनिसिलिन नामक प्रथम प्रतिजैविक औषधि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अलेक्जेंडर फ्लेमिंग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एडवर्ड जेनर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रॉबर्ट कोच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1929 में अलेक्जेंडर फ्लेमिंग ने पेनिसिलियम कवक से पेनिसिलिन बनाई थी।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घर्षण बल सदैव वस्तु की गति की किस दिशा में कार्य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गति की दिशा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गति की विपरीत दिशा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लंबवत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किसी भी दिशा में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घर्षण बल सदैव वस्तु की गति की किस दिशा में कार्य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गति की दिशा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गति की विपरीत दिशा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लंबवत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किसी भी दिशा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घर्षण बल दो संपर्क सतहों के बीच होने वाली सापेक्ष गति का सदैव विरोध करता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शुद्ध जल का pH मान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 (उदासीन)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शुद्ध जल का pH मान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7 (उदासीन)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शुद्ध जल न अम्लीय होता है न क्षारीय, अतः इसका pH मान 7 (उदासीन) होता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अमीबा में जनन किस अलैंगिक विधि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द्विखंडन (Binary Fission)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मुकुलन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खंडन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बीजाणु जनन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अमीबा में जनन किस अलैंगिक विधि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द्विखंडन (Binary Fission)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मुकुलन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खंडन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बीजाणु जनन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अमीबा में एक जनक कोशिका विभाजित होकर दो संतति कोशिकाएं बनाती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प्रकाश वर्ष (Light Year) किसका मात्रक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समय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खगोलीय दूरी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तीव्रता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चाल का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प्रकाश वर्ष (Light Year) किसका मात्रक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समय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खगोलीय दूरी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तीव्रता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चाल 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प्रकाश द्वारा 1 वर्ष में तय की गई दूरी को प्रकाश वर्ष कहते हैं (दूरी का मात्रक)।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बर्तनों पर न चिपकने वाली (Non-stick) परत हेतु कौन-सा प्लास्टिक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नायलॉन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पीवीसी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टेफ्लॉन (Teflon)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बेकेलाइट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बर्तनों पर न चिपकने वाली (Non-stick) परत हेतु कौन-सा प्लास्टिक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नायलॉन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पीवीसी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टेफ्लॉन (Teflon)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बेकेलाइट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टेफ्लॉन पर तेल और पानी नहीं चिपकते, अतः नॉन-स्टिक बर्तनों में प्रयुक्त होता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की सबसे बड़ी ग्रंथि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अग्न्याशय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थायरॉयड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यकृत (Liver)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पीयूष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की सबसे बड़ी ग्रंथि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अग्न्याशय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थायरॉयड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यकृत (Liver)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पीयूष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यकृत (Liver) मानव शरीर की सबसे बड़ी ग्रंथि है जो पित्त रस बनाती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ध्वनि तरंगें किस माध्यम में संचरण नहीं कर सकती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ठोस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द्रव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गैस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निर्वात (Vacuum) में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ध्वनि तरंगें किस माध्यम में संचरण नहीं कर सकती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ठोस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द्रव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गैस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निर्वात (Vacuum)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ध्वनि को संचरण हेतु माध्यम की आवश्यकता होती है, यह निर्वात में नहीं चल सकती।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अम्ल एवं क्षार की परस्पर क्रिया से लवण व जल बनने की 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अपघटन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उदासीनीकरण (Neutralization)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संयोजन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विस्थापन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अम्ल एवं क्षार की परस्पर क्रिया से लवण व जल बनने की 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अपघटन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उदासीनीकरण (Neutralization)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संयोजन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विस्थापन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अम्ल + क्षार ➔ लवण + जल + ऊष्मा। इसे उदासीनीकरण अभिक्रिया कहते हैं।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चेचक (Smallpox) के टीके का आविष्कार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एडवर्ड जेनर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अलेक्जेंडर फ्लेमिंग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रॉबर्ट हुक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चेचक (Smallpox) के टीके का आविष्कार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एडवर्ड जेनर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अलेक्जेंडर फ्लेमिंग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रॉबर्ट हुक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एडवर्ड जेनर ने 1798 में चेचक के टीके की खोज की थी।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तड़ित (बिजली) से भवनों की सुरक्षा के लिए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लोहे की जाली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तड़ित चालक (तांबे की छड़)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कांच का गुंबद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एल्युमिनियम शीट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तड़ित (बिजली) से भवनों की सुरक्षा के लिए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लोहे की जाली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तड़ित चालक (तांबे की छड़)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कांच का गुंबद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एल्युमिनियम शीट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तड़ित चालक आकाशीय विद्युत आवेश को सुरक्षित रूप से पृथ्वी में विसर्जित कर देता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कमरे के तापमान पर द्रव अवस्था में पाई जाने वाली एकमात्र अधातु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क्लोरीन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ब्रोमीन (Bromine)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आयोडीन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सल्फर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कमरे के तापमान पर द्रव अवस्था में पाई जाने वाली एकमात्र अधातु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क्लोरीन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ब्रोमीन (Bromine)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आयोडीन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सल्फर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ब्रोमीन (Br) लाल-भूरे रंग की अधातु है जो कमरे के ताप पर द्रव रहती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संकटापन्न प्रजातियों की अंतरराष्ट्रीय सूची किस पुस्तक में दर्ज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ग्रीन बुक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रेड डाटा बुक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येलो बुक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ब्लू बुक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संकटापन्न प्रजातियों की अंतरराष्ट्रीय सूची किस पुस्तक में दर्ज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ग्रीन बुक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रेड डाटा बुक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येलो बुक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ब्लू बुक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IUCN द्वारा प्रकाशित रेड डाटा बुक में संकटग्रस्त पादप व जंतुओं का रिकॉर्ड होता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सोलर कुकर में सूर्य किरणों को एक बिंदु पर केंद्रित करने हेतु कौन-सा दर्पण सर्वोत्तम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सोलर कुकर में सूर्य किरणों को एक बिंदु पर केंद्रित करने हेतु कौन-सा दर्पण सर्वोत्तम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अवतल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दर्पण अभिसारी होता है जो सूर्य की समानांतर किरणों को फोकस पर एकत्रित करता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किस ईंधन का कैलोरी मान (ऊष्मीय मान) सबसे अधिक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एलपीजी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सीएनजी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हाइड्रोजन गैस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पेट्रोल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किस ईंधन का कैलोरी मान (ऊष्मीय मान) सबसे अधिक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एलपीजी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सीएनजी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हाइड्रोजन गैस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पेट्रोल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हाइड्रोजन का कैलोरी मान सबसे अधिक (1,50,000 kJ/kg) होता है।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दलहनी पौधों की जड़ों में कौन-सा नाइट्रोजन स्थिरीकारी जीवाणु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लैक्टोबैसिलस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राइजोबियम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ई. कोलाई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यीस्ट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दलहनी पौधों की जड़ों में कौन-सा नाइट्रोजन स्थिरीकारी जीवाणु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लैक्टोबैसिलस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राइजोबियम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ई. कोलाई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यीस्ट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राइजोबियम दलहन की जड़ों में सहजीवी रहकर नाइट्रोजन का स्थिरीकरण करता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नेत्रदान में दाता की आंख का कौन-सा भाग प्रत्यारोपित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रेटिना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आईरिस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कॉर्निया (Cornea)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पुतली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नेत्रदान में दाता की आंख का कौन-सा भाग प्रत्यारोपित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रेटिना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आईरिस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कॉर्निया (Cornea)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पुतली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नेत्रदान में आंख का केवल सामने वाला पारदर्शी भाग कॉर्निया ही प्रत्यारोपित होता है।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विद्युत बल्ब का तंतु (Filament) किस धातु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नाइक्रोम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टंगस्टन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लोहा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विद्युत बल्ब का तंतु (Filament) किस धातु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नाइक्रोम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टंगस्टन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लोहा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टंगस्टन का गलनांक बहुत उच्च (~3422°C) होता है, जिससे यह तप्त होकर चमकता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अम्लीय वर्षा के लिए कौन-सी दो गैसें मुख्य रूप से उत्तरदायी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CO व CO₂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SO₂ व NO₂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मीथेन व प्रोपेन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हीलियम व हाइड्रोजन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अम्लीय वर्षा के लिए कौन-सी दो गैसें मुख्य रूप से उत्तरदायी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CO व CO₂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SO₂ व NO₂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मीथेन व प्रोपेन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हीलियम व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सल्फर डाइऑक्साइड (SO₂) व नाइट्रोजन डाइऑक्साइड (NO₂) वर्षा जल में घुलकर अम्ल बनाती हैं।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टैडपोल लार्वा के कायांतरण हेतु जल में किस तत्व का होना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कैल्शियम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आयोडीन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सल्फर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टैडपोल लार्वा के कायांतरण हेतु जल में किस तत्व का होना अनिवार्य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कैल्शियम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आयोडीन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सल्फर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थायरॉक्सिन हार्मोन बनने के लिए जल में आयोडीन अनिवार्य होता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सिंचाई की वह आधुनिक विधि जिसमें जल सीधे पौधों की जड़ों में बूंद-बूंद गिरता है: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छिड़काव तंत्र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ड्रिप तंत्र (Drip System)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रहली तंत्र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ढेकली तंत्र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सिंचाई की वह आधुनिक विधि जिसमें जल सीधे पौधों की जड़ों में बूंद-बूंद गिरता है: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छिड़काव तंत्र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ड्रिप तंत्र (Drip System)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रहली तंत्र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ढेकली तंत्र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ड्रिप सिंचाई विधि जल संरक्षण की सर्वोत्तम विधि है जिससे 100% जल उपयोग दक्षता मिलती है।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सम्पूर्ण विज्ञान महामंथन (50 PYQs) : त्वरित रिवीजन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भौतिकी सूत्र: चाल = m/s | 1/6 भार चंद्रमा पर | श्रव्य सीमा = 20-20,000 Hz | पश्च दर्पण = उत्तल | न्यूनतम दूरी = 25 cm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रसायन सूत्र: द्रव धातु = पारा | द्रव अधातु = ब्रोमीन | उदासीन जल pH = 7 | सुरक्षित भंडारण = सोडियम (केरोसिन), P (जल)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जीव विज्ञान सूत्र: पावर हाउस = माइटोकॉन्ड्रिया | O = सर्वदाता, AB = सर्वग्राही | यकृत = सबसे बड़ी ग्रंथि | नेफ्रॉन = वृक्क इकाई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ऐतिहासिक खोजें: रक्त परिसंचरण = हार्वे (1628) | चेचक टीका = जेनर (1798) | पेनिसिलिन = फ्लेमिंग (1929)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पर्यावरण सूत्र: ड्रिप सिंचाई = बूंद-बूंद जल | अम्लीय वर्षा = SO₂ + NO₂ | ओजोन = CFCs क्षरण | रेड डाटा = IUCN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सम्पूर्ण विज्ञान महामंथन (50 PYQs) — स्कोर विश्लेषण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🎯 स्व-मूल्यांकन एवं प्रदर्शन विश्लेषण (Self Evaluation Chart):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45+ सही उत्तर (उत्कृष्ट प्रदर्शन): State Merit List में सर्वोच्च स्थान सुनिश्चित! तैयारी पूर्ण है।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38 - 44 सही उत्तर (सराहनीय प्रदर्शन): छात्रवृत्ति पक्की! कमजोर टॉपिक्स का 1 बार त्वरित रिवीजन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30 - 37 सही उत्तर (औसत प्रदर्शन): भौतिकी व रसायन के सूत्रों का पुनः अभ्यास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से कम सही उत्तर: क्लास 01 से 17 की थ्योरी स्लाइड्स को दोबारा पढ़ें और नोट्स बनाएं।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सम्पूर्ण विज्ञान महामंथन (50 PYQs) — सफलता का संकल्प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6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निकट - माँ भगवती मंदिर, भगवानपुर (सुपौल, बिहार) • पिन - 852109</a:t>
            </a:r>
          </a:p>
          <a:p>
            <a:pPr algn="ctr">
              <a:spcBef>
                <a:spcPts val="16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🌟 NMMS SCIENCE CLASS 21 • GRAND FINAL MAHAMANTHAN : सम्पूर्ण पाठ्यक्रम सफलता किट 🌟</a:t>
            </a:r>
          </a:p>
          <a:p>
            <a:pPr algn="ctr"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मार्गदर्शक: सागर सर (NMMS King)  |  WhatsApp / Helpline: +91 91101 13671</a:t>
            </a:r>
          </a:p>
          <a:p>
            <a:pPr algn="ctr">
              <a:spcBef>
                <a:spcPts val="8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ऑनलाइन टेस्ट, क्लास नोट्स व PDF सामग्री हेतु वेबसाइट पर पधारें: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