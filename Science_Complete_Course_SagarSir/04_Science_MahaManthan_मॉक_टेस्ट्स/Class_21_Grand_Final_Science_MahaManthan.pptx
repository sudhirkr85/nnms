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🎯 राष्ट्रीय आय-सह-मेधा छात्रवृत्ति परीक्षा (NMMS All India Special) • मिशन 35/35 अंक</a:t>
            </a:r>
          </a:p>
        </p:txBody>
      </p:sp>
      <p:pic>
        <p:nvPicPr>
          <p:cNvPr id="4" name="Picture 3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40080"/>
            <a:ext cx="1216152" cy="1216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74519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 (SUPAUL, BIHAR)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6704" y="2468880"/>
            <a:ext cx="5486400" cy="457200"/>
          </a:xfrm>
          <a:prstGeom prst="roundRect">
            <a:avLst/>
          </a:prstGeom>
          <a:solidFill>
            <a:srgbClr val="0D9488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🌟 NMMS SCIENCE CLASS 21 • GRAND FINAL MAHAMANTHAN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सम्पूर्ण विज्ञान महामंथन (50 PYQs)</a:t>
            </a:r>
          </a:p>
          <a:p>
            <a:pPr algn="ctr">
              <a:spcBef>
                <a:spcPts val="400"/>
              </a:spcBef>
              <a:defRPr sz="1500">
                <a:solidFill>
                  <a:srgbClr val="CBD5E1"/>
                </a:solidFill>
                <a:latin typeface="Segoe UI"/>
              </a:defRPr>
            </a:pPr>
            <a:r>
              <a:t>भौतिकी + रसायन + जीव विज्ञान का सम्पूर्ण पाठ्यक्रम ऑल इंडिया मॉक टेस्ट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160520"/>
            <a:ext cx="9448495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D97706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भौतिकी के सर्वाधिक पूछे गए 17 प्रश्न (गति, प्रकाश, ध्वनि, विद्युत व ऊष्मा)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रसायन विज्ञान के 16 अचूक प्रश्न (अम्ल-क्षार, धातु, दहन, बहुलक व ईंधन)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जीव विज्ञान के 17 महत्वपूर्ण प्रश्न (कोशिका, पाचन, परिसंचरण, जनन व पर्यावरण)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विगत 10 वर्षों के ऑल इंडिया NMMS पेपर्स पर आधारित शत-प्रतिशत प्रामाणिक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प्रत्येक प्रश्न का 2-स्लाइड इंटरैक्टिव पैटर्न एवं विस्तृत वैज्ञानिक व्याख्या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मार्गदर्शक: सागर सर (NMMS King)  |  Website: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सम्पूर्ण विज्ञान महामंथन (50 PYQs) — परीक्षा निर्देश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📋 परीक्षा निर्देश एवं मूल्यांकन नियमावली (Exam Rules &amp; Scoring Pattern):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इस टेस्ट में राष्ट्रीय आय-सह-मेधा छात्रवृत्ति परीक्षा (NMMS) के विज्ञान (SAT) पाठ्यक्रम के कुल 50 प्रामाणिक प्रश्न शामिल हैं।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प्रत्येक प्रश्न के लिए 1 अंक निर्धारित है। परीक्षा में कोई नकारात्मक अंकन (Negative Marking) नहीं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प्रश्न स्लाइड पर उत्तर पूरी तरह छुपा हुआ है ताकि छात्र स्वयं विचार कर उत्तर दे सकें।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अगली स्लाइड पर सही विकल्प हरे रंग में प्रकाशित होगा तथा नीचे संपूर्ण वैज्ञानिक तथ्य और व्याख्या दी गई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लक्ष्य: विज्ञान के 35 प्रश्नों में से शत-प्रतिशत 35/35 अंक प्राप्त करना!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1. चाल का SI मात्रक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km/h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m/s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cm/s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m/min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1. चाल का SI मात्रक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km/h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m/s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cm/s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m/min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चाल = दूरी / समय, अतः इसका SI मात्रक मीटर प्रति सेकंड (m/s) होता है।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2. कमरे के तापमान पर द्रव अवस्था में पाई जाने वाली एकमात्र धातु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सोडियम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पारा (Mercury)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ब्रोमीन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पोटेशियम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2. कमरे के तापमान पर द्रव अवस्था में पाई जाने वाली एकमात्र धातु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सोडियम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पारा (Mercury)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ब्रोमीन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पोटेशियम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पारा (Hg) एकमात्र ऐसी धातु है जो सामान्य ताप पर द्रव अवस्था में पाई जाती है।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3. कोशिका का 'शक्ति गृह' (Powerhouse of the Cell) किसे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लाइसोसोम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माइटोकॉन्ड्रिया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राइबोसोम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गॉल्जीकाय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3. कोशिका का 'शक्ति गृह' (Powerhouse of the Cell) किसे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लाइसोसोम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माइटोकॉन्ड्रिया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राइबोसोम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गॉल्जीकाय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माइटोकॉन्ड्रिया में कोशिकीय श्वसन द्वारा ऊर्जा ATP के रूप में संचित होती है।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4. वाहनों में पीछे का दृश्य देखने के लिए किस दर्पण का उपयोग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समतल दर्पण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उत्तल दर्पण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अवतल दर्पण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परवलयिक दर्पण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4. वाहनों में पीछे का दृश्य देखने के लिए किस दर्पण का उपयोग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समतल दर्पण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उत्तल दर्पण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अवतल दर्पण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परवलयिक दर्पण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उत्तल दर्पण सदैव सीधा, छोटा और विस्तृत दृष्टि क्षेत्र का प्रतिबिंब बनाता है।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#5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5. नीले लिटमस पत्र को लाल करने वाले पदार्थ की प्रकृति कैसी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क्षारीय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अम्लीय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उदासीन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लवणीय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#5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5. नीले लिटमस पत्र को लाल करने वाले पदार्थ की प्रकृति कैसी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क्षारीय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अम्लीय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उदासीन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लवणीय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अम्ल नीले लिटमस को लाल कर देते हैं, जबकि क्षार लाल लिटमस को नीला करते हैं।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#6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6. रक्त में ऑक्सीजन का परिवहन मुख्य रूप से किसके द्वारा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WBC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हीमोग्लोबिन (RBC)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प्लेटलेट्स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प्लाज्मा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#6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6. रक्त में ऑक्सीजन का परिवहन मुख्य रूप से किसके द्वारा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WBC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हीमोग्लोबिन (RBC)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प्लेटलेट्स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प्लाज्मा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RBC में उपस्थित हीमोग्लोबिन ऑक्सीजन से संयुक्त होकर ऑक्सी-हीमोग्लोबिन बनाता है।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#7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7. दाब (Pressure) का SI मात्रक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जूल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न्यूटन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पास्कल (Pascal)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वाट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#7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7. दाब (Pressure) का SI मात्रक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जूल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न्यूटन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पास्कल (Pascal)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वाट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दाब = बल / क्षेत्रफल = N/m², जिसे पास्कल (Pa) कहते हैं।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#8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8. चींटी के डंक में कौन-सा अम्ल पाया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सिट्रिक अम्ल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फॉर्मिक अम्ल (मेथेनोइक अम्ल)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एसिटिक अम्ल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टार्टरिक अम्ल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#8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8. चींटी के डंक में कौन-सा अम्ल पाया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सिट्रिक अम्ल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फॉर्मिक अम्ल (मेथेनोइक अम्ल)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एसिटिक अम्ल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टार्टरिक अम्ल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चींटी के डंक में फॉर्मिक अम्ल होता है, जिसे बेकिंग सोडा लगाकर उदासीन किया जाता है।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#9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9. मानव रक्त परिसंचरण तंत्र की खोज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रॉबर्ट हुक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विलियम हार्वे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लैंडस्टीनर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एडवर्ड जेनर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#9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9. मानव रक्त परिसंचरण तंत्र की खोज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रॉबर्ट हुक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विलियम हार्वे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लैंडस्टीनर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एडवर्ड जेनर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1628 में विलियम हार्वे ने रक्त परिसंचरण तंत्र की खोज की थी।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#10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10. मानव कान के लिए श्रव्य ध्वनि की आवृत्ति परास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20 Hz से कम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20 Hz से 20,000 Hz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20,000 Hz से अधिक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100 Hz से 1,000 Hz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#10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10. मानव कान के लिए श्रव्य ध्वनि की आवृत्ति परास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20 Hz से कम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20 Hz से 20,000 Hz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20,000 Hz से अधिक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100 Hz से 1,000 Hz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मानव कान 20 हर्ट्ज़ से 20,000 हर्ट्ज़ तक की ध्वनि तरंगों को सुन सकता है।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#11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11. लोहे पर जंग लगने के लिए किन दो घटकों की उपस्थिति अनिवार्य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केवल ऑक्सीजन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केवल जल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ऑक्सीजन और जलवाष्प (नमी)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नाइट्रोजन व धूल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#11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11. लोहे पर जंग लगने के लिए किन दो घटकों की उपस्थिति अनिवार्य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केवल ऑक्सीजन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केवल जल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ऑक्सीजन और जलवाष्प (नमी)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नाइट्रोजन व धूल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लोहा हवा की ऑक्सीजन और नमी के संपर्क में आकर आयरन ऑक्साइड (जंग) बनाता है।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#12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12. वृक्क (Kidney) की संरचनात्मक एवं क्रियात्मक इकाई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न्यूरॉन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नेफ्रॉन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कूपिका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विली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#12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12. वृक्क (Kidney) की संरचनात्मक एवं क्रियात्मक इकाई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न्यूरॉन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नेफ्रॉन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कूपिका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विली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वृक्क की सूक्ष्म छनन इकाई को नेफ्रॉन (वृक्काणु) कहते हैं।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#13  [NMMS Bihar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13. स्वस्थ मानव नेत्र के लिए स्पष्ट दृष्टि की न्यूनतम दूरी कितनी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10 सेमी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25 सेमी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50 सेमी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अनंत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#13  [NMMS Bihar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13. स्वस्थ मानव नेत्र के लिए स्पष्ट दृष्टि की न्यूनतम दूरी कितनी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10 सेमी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25 सेमी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50 सेमी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अनंत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सामान्य आंख बिना किसी तनाव के 25 सेमी की दूरी पर रखी वस्तु को स्पष्ट देख सकती है।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#14  [NMMS UP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14. अग्निशामक यंत्रों में आग बुझाने हेतु कौन-सी गैस प्रयुक्त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ऑक्सीजन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कार्बन डाइऑक्साइड (CO₂)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हाइड्रोजन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नाइट्रोजन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#14  [NMMS UP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14. अग्निशामक यंत्रों में आग बुझाने हेतु कौन-सी गैस प्रयुक्त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ऑक्सीजन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कार्बन डाइऑक्साइड (CO₂)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हाइड्रोजन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नाइट्रोजन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CO₂ भारी होने के कारण आग को कंबल की तरह ढककर ऑक्सीजन का संपर्क काट देती है।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#15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15. दूध को दही में बदलने वाला लाभकारी जीवाणु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राइजोबियम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लैक्टोबैसिलस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यीस्ट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स्पाइरिलम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#15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15. दूध को दही में बदलने वाला लाभकारी जीवाणु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राइजोबियम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लैक्टोबैसिलस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यीस्ट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स्पाइरिलम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लैक्टोबैसिलस दूध की लैक्टोज शर्करा को लैक्टिक अम्ल में बदलकर दही जमाता है।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#16  [NMMS Rajasthan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16. विद्युत धारा की प्रबलता मापने वाले यंत्र को क्या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वोल्टमीटर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अमीटर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स्पीडोमीटर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बैरोमीटर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#16  [NMMS Rajasthan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16. विद्युत धारा की प्रबलता मापने वाले यंत्र को क्या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वोल्टमीटर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अमीटर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स्पीडोमीटर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बैरोमीटर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अमीटर विद्युत धारा को एम्पीयर में मापता है और परिपथ में श्रेणीक्रम में जुड़ता है।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#17  [NMMS Delhi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17. विद्युत की एकमात्र सुचालक अधातु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हीरा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ग्रेफाइट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सल्फर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फास्फोरस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#17  [NMMS Delhi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17. विद्युत की एकमात्र सुचालक अधातु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हीरा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ग्रेफाइट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सल्फर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फास्फोरस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ग्रेफाइट में मुक्त इलेक्ट्रॉन होते हैं, जिससे यह विद्युत का अच्छा चालक है।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#18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18. सर्वदाता रक्त समूह (Universal Blood Donor) कौन-सा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AB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O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#18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18. सर्वदाता रक्त समूह (Universal Blood Donor) कौन-सा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AB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(D)  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(D)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रक्त समूह O में कोई एंटीजन नहीं होता, अतः यह सभी को दिया जा सकता है।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#19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19. सूर्य के प्रकाश को सात रंगों में विभाजित करने की घटना क्या कहलाती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परावर्तन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अपवर्तन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वर्ण-विक्षेपण (Dispersion)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विवर्तन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#19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19. सूर्य के प्रकाश को सात रंगों में विभाजित करने की घटना क्या कहलाती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परावर्तन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अपवर्तन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वर्ण-विक्षेपण (Dispersion)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विवर्तन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प्रिज्म द्वारा श्वेत प्रकाश का सात रंगों (VIBGYOR) में बिखरना वर्ण-विक्षेपण कहलाता है।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#20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20. सोडियम धातु को किस द्रव में सुरक्षित डुबोकर रखा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जल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अल्कोहल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मिट्टी के तेल (केरोसिन)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ईथर में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#20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20. सोडियम धातु को किस द्रव में सुरक्षित डुबोकर रखा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जल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अल्कोहल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मिट्टी के तेल (केरोसिन)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ईथर में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सोडियम अत्यधिक क्रियाशील होने से हवा व पानी में आग पकड़ लेता है, अतः केरोसिन में रखते हैं।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#21  [NMMS Haryana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21. पौधों में पत्तियों द्वारा निर्मित भोजन को पूरे पौधे में कौन संवहन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जाइलम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फ्लोएम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रंध्र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मूलरोम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#21  [NMMS Haryana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21. पौधों में पत्तियों द्वारा निर्मित भोजन को पूरे पौधे में कौन संवहन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जाइलम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फ्लोएम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रंध्र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मूलरोम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फ्लोएम ऊतक भोजन को संवहन करता है और जाइलम जल व खनिजों को पहुंचाता है।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#22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22. भूकंप की तरंगों की तीव्रता किस पैमाने पर मापी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पास्कल स्केल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डेसिबल स्केल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रिक्टर पैमाना (Richter Scale)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सेल्सियस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#22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22. भूकंप की तरंगों की तीव्रता किस पैमाने पर मापी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पास्कल स्केल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डेसिबल स्केल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रिक्टर पैमाना (Richter Scale)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सेल्सियस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सीस्मोग्राफ यंत्र द्वारा भूकंप की तीव्रता रिक्टर पैमाने पर दर्ज की जाती है।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#23  [NMMS All India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23. सिरके (Vinegar) में कौन-सा अम्ल पाया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सिट्रिक अम्ल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एसिटिक अम्ल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लैक्टिक अम्ल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टार्टरिक अम्ल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#23  [NMMS All India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23. सिरके (Vinegar) में कौन-सा अम्ल पाया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सिट्रिक अम्ल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एसिटिक अम्ल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लैक्टिक अम्ल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टार्टरिक अम्ल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सिरका 5% से 8% तनु एसिटिक अम्ल (CH₃COOH) का घोल होता है।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#24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24. इंसुलिन हार्मोन की कमी से कौन-सा रोग हो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घेंघा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एनीमिया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मधुमेह (Diabetes)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रतौंधी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#24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24. इंसुलिन हार्मोन की कमी से कौन-सा रोग हो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घेंघा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एनीमिया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मधुमेह (Diabetes)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रतौंधी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अग्न्याशय से निकलने वाले इंसुलिन की कमी से रक्त में शर्करा बढ़ जाती है (डायबिटीज)।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#25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25. ध्वनि की गति सर्वाधिक किस माध्यम में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निर्वात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वायु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जल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ठोस (स्टील/लोहा) में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#25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25. ध्वनि की गति सर्वाधिक किस माध्यम में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निर्वात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वायु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जल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(D)  ठोस (स्टील/लोहा) में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(D)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ध्वनि ठोसों में सबसे तेज (~5000 m/s), द्रवों में मध्यम और गैसों में सबसे धीमी चलती है।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#26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26. प्रथम पूर्ण रूप से संश्लेषित रेशा (Synthetic Fibre) कौन-सा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रेयॉन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नायलॉन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पॉलिएस्टर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एक्रिलिक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#26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26. प्रथम पूर्ण रूप से संश्लेषित रेशा (Synthetic Fibre) कौन-सा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रेयॉन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नायलॉन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पॉलिएस्टर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एक्रिलिक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नायलॉन 1931 में कोयले, जल व हवा से तैयार किया गया प्रथम पूर्णतः मानव निर्मित रेशा था।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#27  [NMMS Gujarat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27. मलेरिया रोग का वाहक कौन-सा कीट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मादा एडीज मच्छर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मादा एनाफिली मच्छर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घरेलू मक्खी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बालू मक्खी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#27  [NMMS Gujarat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27. मलेरिया रोग का वाहक कौन-सा कीट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मादा एडीज मच्छर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मादा एनाफिली मच्छर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घरेलू मक्खी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बालू मक्खी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मादा एनाफिली मच्छर प्लाज्मोडियम नामक मलेरिया परजीवी का वाहक है।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#28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28. समतल दर्पण द्वारा बना प्रतिबिंब सदैव कैसा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वास्तविक और उल्टा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आभासी और सीधा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वास्तविक और सीधा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आभासी और उल्टा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#28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28. समतल दर्पण द्वारा बना प्रतिबिंब सदैव कैसा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वास्तविक और उल्टा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आभासी और सीधा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वास्तविक और सीधा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आभासी और उल्टा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समतल दर्पण का प्रतिबिंब आभासी, सीधा, वस्तु के बराबर और पार्श्व परिवर्तित होता है।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#29  [NMMS Bihar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29. सीएनजी (CNG) का मुख्य गैसीय घटक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ब्यूटेन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मीथेन (CH₄)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प्रोपेन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ईथेन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#29  [NMMS Bihar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29. सीएनजी (CNG) का मुख्य गैसीय घटक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ब्यूटेन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मीथेन (CH₄)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प्रोपेन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ईथेन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संपीड़ित प्राकृतिक गैस (CNG) में लगभग 85-95% मीथेन गैस होती है।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#30  [NMMS UP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30. पेनिसिलिन नामक प्रथम प्रतिजैविक औषधि की खोज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लुई पाश्चर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अलेक्जेंडर फ्लेमिंग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एडवर्ड जेनर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रॉबर्ट कोच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#30  [NMMS UP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30. पेनिसिलिन नामक प्रथम प्रतिजैविक औषधि की खोज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लुई पाश्चर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अलेक्जेंडर फ्लेमिंग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एडवर्ड जेनर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रॉबर्ट कोच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1929 में अलेक्जेंडर फ्लेमिंग ने पेनिसिलियम कवक से पेनिसिलिन बनाई थी।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#31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31. घर्षण बल सदैव वस्तु की गति की किस दिशा में कार्य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गति की दिशा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गति की विपरीत दिशा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लंबवत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किसी भी दिशा में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#31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31. घर्षण बल सदैव वस्तु की गति की किस दिशा में कार्य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गति की दिशा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गति की विपरीत दिशा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लंबवत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किसी भी दिशा में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घर्षण बल दो संपर्क सतहों के बीच होने वाली सापेक्ष गति का सदैव विरोध करता है।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#32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32. शुद्ध जल का pH मान कितना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7 (उदासीन)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#32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32. शुद्ध जल का pH मान कितना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7 (उदासीन)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शुद्ध जल न अम्लीय होता है न क्षारीय, अतः इसका pH मान 7 (उदासीन) होता है।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#33  [NMMS Rajasthan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33. अमीबा में जनन किस अलैंगिक विधि द्वारा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द्विखंडन (Binary Fission)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मुकुलन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खंडन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बीजाणु जनन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#33  [NMMS Rajasthan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33. अमीबा में जनन किस अलैंगिक विधि द्वारा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(A)  द्विखंडन (Binary Fission)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मुकुलन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खंडन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बीजाणु जनन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अमीबा में एक जनक कोशिका विभाजित होकर दो संतति कोशिकाएं बनाती है।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#34  [NMMS Delhi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34. प्रकाश वर्ष (Light Year) किसका मात्रक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समय का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खगोलीय दूरी का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तीव्रता का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चाल का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#34  [NMMS Delhi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70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34. प्रकाश वर्ष (Light Year) किसका मात्रक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समय का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खगोलीय दूरी का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तीव्रता का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चाल का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प्रकाश द्वारा 1 वर्ष में तय की गई दूरी को प्रकाश वर्ष कहते हैं (दूरी का मात्रक)।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#35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71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35. बर्तनों पर न चिपकने वाली (Non-stick) परत हेतु कौन-सा प्लास्टिक प्रयुक्त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नायलॉन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पीवीसी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टेफ्लॉन (Teflon)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बेकेलाइट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#35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72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35. बर्तनों पर न चिपकने वाली (Non-stick) परत हेतु कौन-सा प्लास्टिक प्रयुक्त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नायलॉन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पीवीसी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टेफ्लॉन (Teflon)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बेकेलाइट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टेफ्लॉन पर तेल और पानी नहीं चिपकते, अतः नॉन-स्टिक बर्तनों में प्रयुक्त होता है।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#36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73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36. मानव शरीर की सबसे बड़ी ग्रंथि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अग्न्याशय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थायरॉयड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यकृत (Liver)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पीयूष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#36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74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36. मानव शरीर की सबसे बड़ी ग्रंथि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अग्न्याशय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थायरॉयड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यकृत (Liver)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पीयूष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यकृत (Liver) मानव शरीर की सबसे बड़ी ग्रंथि है जो पित्त रस बनाती है।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#37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75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37. ध्वनि तरंगें किस माध्यम में संचरण नहीं कर सकती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ठोस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द्रव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गैस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निर्वात (Vacuum) में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#37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76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37. ध्वनि तरंगें किस माध्यम में संचरण नहीं कर सकती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ठोस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द्रव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गैस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(D)  निर्वात (Vacuum) में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(D)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ध्वनि को संचरण हेतु माध्यम की आवश्यकता होती है, यह निर्वात में नहीं चल सकती।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#38  [NMMS Haryana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77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38. अम्ल एवं क्षार की परस्पर क्रिया से लवण व जल बनने की क्रिया क्या कहलाती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अपघटन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उदासीनीकरण (Neutralization)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संयोजन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विस्थापन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#38  [NMMS Haryana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78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38. अम्ल एवं क्षार की परस्पर क्रिया से लवण व जल बनने की क्रिया क्या कहलाती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अपघटन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उदासीनीकरण (Neutralization)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संयोजन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विस्थापन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अम्ल + क्षार ➔ लवण + जल + ऊष्मा। इसे उदासीनीकरण अभिक्रिया कहते हैं।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#39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79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39. चेचक (Smallpox) के टीके का आविष्कार किसने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लुई पाश्चर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एडवर्ड जेनर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अलेक्जेंडर फ्लेमिंग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रॉबर्ट हुक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#39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80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39. चेचक (Smallpox) के टीके का आविष्कार किसने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लुई पाश्चर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एडवर्ड जेनर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अलेक्जेंडर फ्लेमिंग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रॉबर्ट हुक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एडवर्ड जेनर ने 1798 में चेचक के टीके की खोज की थी।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#40  [NMMS All India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81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40. तड़ित (बिजली) से भवनों की सुरक्षा के लिए किसका उपयोग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लोहे की जाली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तड़ित चालक (तांबे की छड़)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कांच का गुंबद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एल्युमिनियम शीट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#40  [NMMS All India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82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40. तड़ित (बिजली) से भवनों की सुरक्षा के लिए किसका उपयोग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लोहे की जाली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तड़ित चालक (तांबे की छड़)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कांच का गुंबद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एल्युमिनियम शीट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तड़ित चालक आकाशीय विद्युत आवेश को सुरक्षित रूप से पृथ्वी में विसर्जित कर देता है।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#41  [NMMS Gujarat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83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41. कमरे के तापमान पर द्रव अवस्था में पाई जाने वाली एकमात्र अधातु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क्लोरीन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ब्रोमीन (Bromine)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आयोडीन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सल्फर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#41  [NMMS Gujarat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84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41. कमरे के तापमान पर द्रव अवस्था में पाई जाने वाली एकमात्र अधातु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क्लोरीन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ब्रोमीन (Bromine)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आयोडीन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सल्फर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ब्रोमीन (Br) लाल-भूरे रंग की अधातु है जो कमरे के ताप पर द्रव रहती है।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#42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85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42. संकटापन्न प्रजातियों की अंतरराष्ट्रीय सूची किस पुस्तक में दर्ज की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ग्रीन बुक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रेड डाटा बुक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येलो बुक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ब्लू बुक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#42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86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42. संकटापन्न प्रजातियों की अंतरराष्ट्रीय सूची किस पुस्तक में दर्ज की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ग्रीन बुक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रेड डाटा बुक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येलो बुक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ब्लू बुक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IUCN द्वारा प्रकाशित रेड डाटा बुक में संकटग्रस्त पादप व जंतुओं का रिकॉर्ड होता है।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#43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87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43. सोलर कुकर में सूर्य किरणों को एक बिंदु पर केंद्रित करने हेतु कौन-सा दर्पण सर्वोत्तम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उत्तल दर्पण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अवतल दर्पण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समतल दर्पण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उत्तल लेंस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#43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88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43. सोलर कुकर में सूर्य किरणों को एक बिंदु पर केंद्रित करने हेतु कौन-सा दर्पण सर्वोत्तम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उत्तल दर्पण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अवतल दर्पण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समतल दर्पण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उत्तल लेंस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अवतल दर्पण अभिसारी होता है जो सूर्य की समानांतर किरणों को फोकस पर एकत्रित करता है।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#44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89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44. किस ईंधन का कैलोरी मान (ऊष्मीय मान) सबसे अधिक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एलपीजी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सीएनजी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हाइड्रोजन गैस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पेट्रोल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#44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90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44. किस ईंधन का कैलोरी मान (ऊष्मीय मान) सबसे अधिक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एलपीजी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सीएनजी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हाइड्रोजन गैस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पेट्रोल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हाइड्रोजन का कैलोरी मान सबसे अधिक (1,50,000 kJ/kg) होता है।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#45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91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45. दलहनी पौधों की जड़ों में कौन-सा नाइट्रोजन स्थिरीकारी जीवाणु पाया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लैक्टोबैसिलस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राइजोबियम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ई. कोलाई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यीस्ट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#45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92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45. दलहनी पौधों की जड़ों में कौन-सा नाइट्रोजन स्थिरीकारी जीवाणु पाया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लैक्टोबैसिलस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राइजोबियम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ई. कोलाई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यीस्ट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राइजोबियम दलहन की जड़ों में सहजीवी रहकर नाइट्रोजन का स्थिरीकरण करता है।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#46  [NMMS Bihar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93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46. नेत्रदान में दाता की आंख का कौन-सा भाग प्रत्यारोपित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रेटिना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आईरिस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कॉर्निया (Cornea)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पुतली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#46  [NMMS Bihar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94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46. नेत्रदान में दाता की आंख का कौन-सा भाग प्रत्यारोपित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रेटिना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आईरिस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कॉर्निया (Cornea)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पुतली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नेत्रदान में आंख का केवल सामने वाला पारदर्शी भाग कॉर्निया ही प्रत्यारोपित होता है।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#47  [NMMS UP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95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47. विद्युत बल्ब का तंतु (Filament) किस धातु का बना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तांबा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नाइक्रोम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टंगस्टन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लोहा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#47  [NMMS UP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96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47. विद्युत बल्ब का तंतु (Filament) किस धातु का बना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तांबा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नाइक्रोम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टंगस्टन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लोहा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टंगस्टन का गलनांक बहुत उच्च (~3422°C) होता है, जिससे यह तप्त होकर चमकता है।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#48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97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48. अम्लीय वर्षा के लिए कौन-सी दो गैसें मुख्य रूप से उत्तरदायी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CO व CO₂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SO₂ व NO₂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मीथेन व प्रोपेन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हीलियम व हाइड्रोजन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#48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98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48. अम्लीय वर्षा के लिए कौन-सी दो गैसें मुख्य रूप से उत्तरदायी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CO व CO₂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SO₂ व NO₂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मीथेन व प्रोपेन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हीलियम व हाइड्रोजन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सल्फर डाइऑक्साइड (SO₂) व नाइट्रोजन डाइऑक्साइड (NO₂) वर्षा जल में घुलकर अम्ल बनाती हैं।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#49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99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49. टैडपोल लार्वा के कायांतरण हेतु जल में किस तत्व का होना अनिवार्य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कैल्शियम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आयोडीन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सोडियम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सल्फर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#49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100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49. टैडपोल लार्वा के कायांतरण हेतु जल में किस तत्व का होना अनिवार्य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कैल्शियम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आयोडीन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सोडियम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सल्फर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थायरॉक्सिन हार्मोन बनने के लिए जल में आयोडीन अनिवार्य होता है।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#50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101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50. सिंचाई की वह आधुनिक विधि जिसमें जल सीधे पौधों की जड़ों में बूंद-बूंद गिरता है: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छिड़काव तंत्र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ड्रिप तंत्र (Drip System)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रहली तंत्र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ढेकली तंत्र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#50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102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50. सिंचाई की वह आधुनिक विधि जिसमें जल सीधे पौधों की जड़ों में बूंद-बूंद गिरता है: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छिड़काव तंत्र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ड्रिप तंत्र (Drip System)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रहली तंत्र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ढेकली तंत्र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ड्रिप सिंचाई विधि जल संरक्षण की सर्वोत्तम विधि है जिससे 100% जल उपयोग दक्षता मिलती है।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सम्पूर्ण विज्ञान महामंथन (50 PYQs) : त्वरित रिवीजन सूत्र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103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900" b="1">
                <a:solidFill>
                  <a:srgbClr val="0F172A"/>
                </a:solidFill>
                <a:latin typeface="Segoe UI"/>
              </a:defRPr>
            </a:pPr>
            <a:r>
              <a:t>🔑 1-मिनट क्विक मेमोरी सूत्र (Revision Formulae):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भौतिकी सूत्र: चाल = m/s | 1/6 भार चंद्रमा पर | श्रव्य सीमा = 20-20,000 Hz | पश्च दर्पण = उत्तल | न्यूनतम दूरी = 25 cm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रसायन सूत्र: द्रव धातु = पारा | द्रव अधातु = ब्रोमीन | उदासीन जल pH = 7 | सुरक्षित भंडारण = सोडियम (केरोसिन), P (जल)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जीव विज्ञान सूत्र: पावर हाउस = माइटोकॉन्ड्रिया | O = सर्वदाता, AB = सर्वग्राही | यकृत = सबसे बड़ी ग्रंथि | नेफ्रॉन = वृक्क इकाई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ऐतिहासिक खोजें: रक्त परिसंचरण = हार्वे (1628) | चेचक टीका = जेनर (1798) | पेनिसिलिन = फ्लेमिंग (1929)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पर्यावरण सूत्र: ड्रिप सिंचाई = बूंद-बूंद जल | अम्लीय वर्षा = SO₂ + NO₂ | ओजोन = CFCs क्षरण | रेड डाटा = IUCN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सम्पूर्ण विज्ञान महामंथन (50 PYQs) — स्कोर विश्लेषण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104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900" b="1">
                <a:solidFill>
                  <a:srgbClr val="0F172A"/>
                </a:solidFill>
                <a:latin typeface="Segoe UI"/>
              </a:defRPr>
            </a:pPr>
            <a:r>
              <a:t>🎯 स्व-मूल्यांकन एवं प्रदर्शन विश्लेषण (Self Evaluation Chart):</a:t>
            </a:r>
          </a:p>
          <a:p>
            <a:pPr>
              <a:spcBef>
                <a:spcPts val="1200"/>
              </a:spcBef>
              <a:defRPr sz="1550">
                <a:solidFill>
                  <a:srgbClr val="1E293B"/>
                </a:solidFill>
                <a:latin typeface="Segoe UI"/>
              </a:defRPr>
            </a:pPr>
            <a:r>
              <a:t>🏆  45+ सही उत्तर (उत्कृष्ट प्रदर्शन): State Merit List में सर्वोच्च स्थान सुनिश्चित! तैयारी पूर्ण है।</a:t>
            </a:r>
          </a:p>
          <a:p>
            <a:pPr>
              <a:spcBef>
                <a:spcPts val="1200"/>
              </a:spcBef>
              <a:defRPr sz="1550">
                <a:solidFill>
                  <a:srgbClr val="1E293B"/>
                </a:solidFill>
                <a:latin typeface="Segoe UI"/>
              </a:defRPr>
            </a:pPr>
            <a:r>
              <a:t>🏆  38 - 44 सही उत्तर (सराहनीय प्रदर्शन): छात्रवृत्ति पक्की! कमजोर टॉपिक्स का 1 बार त्वरित रिवीजन करें।</a:t>
            </a:r>
          </a:p>
          <a:p>
            <a:pPr>
              <a:spcBef>
                <a:spcPts val="1200"/>
              </a:spcBef>
              <a:defRPr sz="1550">
                <a:solidFill>
                  <a:srgbClr val="1E293B"/>
                </a:solidFill>
                <a:latin typeface="Segoe UI"/>
              </a:defRPr>
            </a:pPr>
            <a:r>
              <a:t>🏆  30 - 37 सही उत्तर (औसत प्रदर्शन): भौतिकी व रसायन के सूत्रों का पुनः अभ्यास करें।</a:t>
            </a:r>
          </a:p>
          <a:p>
            <a:pPr>
              <a:spcBef>
                <a:spcPts val="1200"/>
              </a:spcBef>
              <a:defRPr sz="1550">
                <a:solidFill>
                  <a:srgbClr val="1E293B"/>
                </a:solidFill>
                <a:latin typeface="Segoe UI"/>
              </a:defRPr>
            </a:pPr>
            <a:r>
              <a:t>🏆  30 से कम सही उत्तर: क्लास 01 से 17 की थ्योरी स्लाइड्स को दोबारा पढ़ें और नोट्स बनाएं।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सम्पूर्ण विज्ञान महामंथन (50 PYQs) — सफलता का संकल्प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105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0F172A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</a:t>
            </a:r>
          </a:p>
          <a:p>
            <a:pPr algn="ctr">
              <a:spcBef>
                <a:spcPts val="600"/>
              </a:spcBef>
              <a:defRPr sz="1500">
                <a:solidFill>
                  <a:srgbClr val="CBD5E1"/>
                </a:solidFill>
                <a:latin typeface="Segoe UI"/>
              </a:defRPr>
            </a:pPr>
            <a:r>
              <a:t>निकट - माँ भगवती मंदिर, भगवानपुर (सुपौल, बिहार) • पिन - 852109</a:t>
            </a:r>
          </a:p>
          <a:p>
            <a:pPr algn="ctr">
              <a:spcBef>
                <a:spcPts val="16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🌟 NMMS SCIENCE CLASS 21 • GRAND FINAL MAHAMANTHAN : सम्पूर्ण पाठ्यक्रम सफलता किट 🌟</a:t>
            </a:r>
          </a:p>
          <a:p>
            <a:pPr algn="ctr">
              <a:spcBef>
                <a:spcPts val="1400"/>
              </a:spcBef>
              <a:defRPr sz="1600" b="1">
                <a:solidFill>
                  <a:srgbClr val="D97706"/>
                </a:solidFill>
                <a:latin typeface="Segoe UI"/>
              </a:defRPr>
            </a:pPr>
            <a:r>
              <a:t>मार्गदर्शक: सागर सर (NMMS King)</a:t>
            </a:r>
          </a:p>
          <a:p>
            <a:pPr algn="ctr">
              <a:spcBef>
                <a:spcPts val="800"/>
              </a:spcBef>
              <a:defRPr sz="1400">
                <a:solidFill>
                  <a:srgbClr val="E2E8F0"/>
                </a:solidFill>
                <a:latin typeface="Segoe UI"/>
              </a:defRPr>
            </a:pPr>
            <a:r>
              <a:t>ऑनलाइन टेस्ट, क्लास नोट्स व PDF सामग्री हेतु वेबसाइट पर पधारें: sagarcoaching.tech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