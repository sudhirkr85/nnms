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01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यांत्रिकी, प्रकाश, तरंग व आधुनिक भौतिकी के 15 चुनिंदा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अम्ल, क्षार, लवण, धातु, मिश्र धातु व रासायनिक सूत्रों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कंकाल तंत्र, विटामिन, मानव कार्यिकी व पर्यावरण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का सटीक हल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बल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न्यूटन (Newton)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बल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न्यूटन (Newton)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बल (Force) = द्रव्यमान × त्वरण, इसका अंतरराष्ट्रीय मानक मात्रक न्यूटन (N)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हीटर का तापन अवयव (Heating Element) किस तार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नाइक्रोम (Nichrome)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हीटर का तापन अवयव (Heating Element) किस तार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नाइक्रोम (Nichrome)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नाइक्रोम (निकेल + क्रोमियम) का प्रतिरोध और गलनांक उच्च होता है, जिससे यह लाल-तप्त हो जाता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ध्वनि की प्रबलता (Loudness) ध्वनि तरंग के किस गुण पर निर्भर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आवृत्ति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आयाम (Amplitude)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तरंगदैर्घ्य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 पर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ध्वनि की प्रबलता (Loudness) ध्वनि तरंग के किस गुण पर निर्भर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आवृत्ति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आयाम (Amplitude)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तरंगदैर्घ्य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की प्रबलता कंपन के आयाम के वर्ग (Amplitude²) के समानुपाती होती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समतल दर्पण की फोकस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शून्य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अनंत (Infinity)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सेमी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समतल दर्पण की फोकस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शून्य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अनंत (Infinity)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सेमी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की वक्रता त्रिज्या अनंत होती है, अतः इसकी फोकस दूरी भी अनंत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आकाश का नीला रंग प्रकाश की किस परिघटना के कारण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प्रकीर्णन (Scattering)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वर्ण-विक्षेपण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आकाश का नीला रंग प्रकाश की किस परिघटना के कारण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प्रकीर्णन (Scattering)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वर्ण-विक्षेपण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के सूक्ष्म कण सूर्य के प्रकाश के नीले रंग का प्रकीर्णन सबसे अधिक करते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समुद्र की गहराई या जल में डूबी वस्तुओं का पता लगाने हेतु किस तकनीक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राडार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सोनार (SONAR)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लेजर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सीस्मोग्राफ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समुद्र की गहराई या जल में डूबी वस्तुओं का पता लगाने हेतु किस तकनीक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राडार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सोनार (SONAR)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लेजर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सीस्मोग्राफ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सोनार (Sound Navigation and Ranging) में पराश्रव्य तरंगों (Ultrasound) का उपयोग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वायुमंडलीय दाब को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बैरोमीटर (Barometer)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मैनोमीटर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हाइग्रोमीटर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वायुमंडलीय दाब को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बैरोमीटर (Barometer)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मैनोमीटर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हाइग्रोमीटर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बैरोमीटर में पारे के स्तंभ की ऊंचाई से वायुमंडलीय दाब मापा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धूप के चश्मों और कैमरों के लेंस बनाने में किस प्रकार के कांच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मृदु कांच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फ्लिंट कांच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पाइरेक्स कांच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क्रुक्स कांच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धूप के चश्मों और कैमरों के लेंस बनाने में किस प्रकार के कांच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मृदु कांच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फ्लिंट कांच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पाइरेक्स कांच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क्रुक्स कांच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क्रुक्स कांच पराबैंगनी किरणों को सोख लेता है, अतः धूप के चश्मों में प्रयुक्त होता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तारे के रंग से उसके किस भौतिक गुण का पता चलता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तापमान (Temperature)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आकार का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तारे के रंग से उसके किस भौतिक गुण का पता चलता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भार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तापमान (Temperature)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आकार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तारे का रंग उसके पृष्ठीय तापमान पर निर्भर करता है (नीला तारा सबसे गर्म, लाल सबसे ठंडा)।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तड़ित चालक (Lightning Conductor) का आविष्कार किस वैज्ञानिक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थॉमस एडिसन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बेंजामिन फ्रैंकलिन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माइकल फैराडे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न्यूटन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तड़ित चालक (Lightning Conductor) का आविष्कार किस वैज्ञानिक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थॉमस एडिसन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बेंजामिन फ्रैंकलिन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माइकल फैराडे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बेंजामिन फ्रैंकलिन ने तड़ित चालक का आविष्कार कर आकाशीय बिजली से सुरक्षा का उपाय खोजा।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जल का घनत्व किस तापमान पर अधिकतम (1 g/cm³)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0°C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4°C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100°C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-4°C पर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जल का घनत्व किस तापमान पर अधिकतम (1 g/cm³)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0°C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4°C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100°C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-4°C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का असामान्य प्रसार होने के कारण 4°C पर इसका घनत्व अधिकतम और आयतन न्यूनतम होता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दाढ़ी बनाने वाले शेविंग ब्रश के बाल जल से बाहर निकालने पर आपस में क्यों चिपक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श्यानता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पृष्ठ तनाव (Surface Tension)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के कारण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 के कारण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दाढ़ी बनाने वाले शेविंग ब्रश के बाल जल से बाहर निकालने पर आपस में क्यों चिपक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श्यानता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पृष्ठ तनाव (Surface Tension)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के कारण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गुरुत्व के कारण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के पृष्ठ तनाव के कारण पानी की सतह सिकुड़कर न्यूनतम क्षेत्रफल घेरने का प्रयास करती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ऊर्जा को यांत्रिक ऊर्जा में बदलने वाला उपकरण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डायनेमो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विद्युत मोटर (Electric Motor)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विद्युत सेल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ट्रांसफार्मर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ऊर्जा को यांत्रिक ऊर्जा में बदलने वाला उपकरण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डायनेमो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विद्युत मोटर (Electric Motor)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विद्युत सेल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ट्रांसफार्मर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मोटर विद्युत ऊर्जा को यांत्रिक ऊर्जा में बदलती है (जैसे पंखे, मिक्सी में)।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एक हॉर्स पावर (1 HP) में कितने वाट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500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746 वाट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1000 वाट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250 वाट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एक हॉर्स पावर (1 HP) में कितने वाट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500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746 वाट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1000 वाट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250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शक्ति का व्यावहारिक मात्रक 1 अश्वशक्ति (Horse Power) = 746 वाट होता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चंद्रमा पर कोई वायुमंडल न होने का मुख्य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कम तापमान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पलायन वेग का गैस अणुओं के वेग से कम होना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सूर्य का प्रकाश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का अभाव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चंद्रमा पर कोई वायुमंडल न होने का मुख्य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कम तापमान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पलायन वेग का गैस अणुओं के वेग से कम होना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सूर्य का प्रकाश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जल का अभाव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चंद्रमा का गुरुत्वाकर्षण कम होने से वहाँ का पलायन वेग गैस के तापीय वेग से कम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खट्टे दूध एवं दही में कौन-सा प्राकृतिक अम्ल उपस्थित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ऑक्जेलिक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खट्टे दूध एवं दही में कौन-सा प्राकृतिक अम्ल उपस्थित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ऑक्जेलिक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जीवाणु द्वारा दूध की लैक्टोज शर्करा लैक्टिक अम्ल में बदल जाती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टार्टरिक अम्ल प्राकृतिक रूप से किस फल में प्रचुर मात्रा में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संतरा व नींबू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इमली एवं कच्चे अंगूर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टमाटर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टार्टरिक अम्ल प्राकृतिक रूप से किस फल में प्रचुर मात्रा में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संतरा व नींबू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इमली एवं कच्चे अंगूर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टमाटर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इमली और कच्चे अंगूर में टार्टरिक अम्ल प्रचुर मात्रा में पाया जाता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टमाटर में कौन-सा कार्बनिक अम्ल मुख्य रूप से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ऑक्जेलिक अम्ल (Oxalic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टमाटर में कौन-सा कार्बनिक अम्ल मुख्य रूप से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ऑक्जेलिक अम्ल (Oxalic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टमाटर में ऑक्जेलिक अम्ल तथा सिट्रिक अम्ल पाए जाते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लोहे को संक्षारण व जंग से बचाने हेतु उस पर जस्ते (जिंक) की परत चढ़ाना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विद्युत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यशदलेपन / गैल्वनीकरण (Galvanization)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पायसीकरण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लोहे को संक्षारण व जंग से बचाने हेतु उस पर जस्ते (जिंक) की परत चढ़ाना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विद्युत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यशदलेपन / गैल्वनीकरण (Galvanization)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पायसीकरण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लोहे पर पिघले हुए जिंक की सुरक्षा परत चढ़ाने की विधि को गैल्वनीकरण कहते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पीतल (Brass)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और टिन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और जस्ता (Cu + Zn)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सीसा और टिन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पीतल (Brass)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और टिन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तांबा और जस्ता (Cu + Zn)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सीसा और टिन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पीतल तांबा (70%) और जस्ता (30%) की मिश्र धातु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कांसा (Bronze)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और टिन (Cu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सीसा और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कांसा (Bronze)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तांबा और टिन (Cu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सीसा और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कांसा तांबे (88%) और टिन (12%) की प्राचीन मिश्र धातु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बेकिंग सोडा (खाने का सोडा)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हाइड्रोजन 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सोडियम क्लोराइड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बेकिंग सोडा (खाने का सोडा)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हाइड्रोजन 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सोडियम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बेकिंग सोडा का रासायनिक नाम सोडियम बाइकार्बोनेट (NaHCO₃)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धावन सोडा (Washing Soda) का सही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NaHCO₃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Na₂CO₃.10H₂O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CaSO₄.2H₂O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NaOH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धावन सोडा (Washing Soda) का सही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NaHCO₃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Na₂CO₃.10H₂O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CaSO₄.2H₂O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NaOH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धावन सोडा सोडियम कार्बोनेट डेकाहाइड्रेट (Na₂CO₃.10H₂O)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प्लास्टर ऑफ पेरिस (POP)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CaSO₄.2H₂O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CaSO₄.½H₂O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CaO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प्लास्टर ऑफ पेरिस (POP)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CaSO₄.2H₂O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CaSO₄.½H₂O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CaO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जिप्सम को 373 K पर गर्म करने पर प्लास्टर ऑफ पेरिस (कैल्शियम सल्फेट हेमीहाइड्रेट) बनता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विरंजक चूर्ण (Bleaching Powder)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NaCl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CaOCl₂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NaOH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विरंजक चूर्ण (Bleaching Powder)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NaCl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CaOCl₂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NaOH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शुष्क बुझे चूने पर क्लोरीन गैस गुजारने पर ब्लीचिंग पाउडर (CaOCl₂) बनता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आतिशबाजी में हरा रंग किस धातु के लवण की उपस्थिति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स्ट्रोंशियम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बेरियम (Barium)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तांबा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आतिशबाजी में हरा रंग किस धातु के लवण की उपस्थिति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स्ट्रोंशियम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बेरियम (Barium)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आतिशबाजी में बेरियम से हरा रंग तथा स्ट्रोंशियम से गहरा लाल रंग उत्पन्न होता है।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भविष्य का ईंधन (Fuel of Future)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प्राकृतिक गैस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हाइड्रोजन गैस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पेट्रोलियम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कोयला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भविष्य का ईंधन (Fuel of Future)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प्राकृतिक गैस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हाइड्रोजन गैस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पेट्रोलियम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कोयला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हाइड्रोजन का ऊष्मीय मान सर्वाधिक है और इसके दहन से केवल जल बनता है, कोई प्रदूषण नहीं।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प्राकृतिक रबर किसका बहुलक (Polymer)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एथीन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आइसोप्रीन (Isoprene)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ब्यूटाडाइन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विनाइल क्लोराइड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प्राकृतिक रबर किसका बहुलक (Polymer)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एथीन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आइसोप्रीन (Isoprene)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ब्यूटाडाइन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विनाइल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प्राकृतिक रबर लैटेक्स से प्राप्त आइसोप्रीन का बहुलक होता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रबर को कठोर व टिकाऊ बनाने हेतु सल्फर के साथ गर्म करने की प्रक्रिया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वल्कनीकरण (Vulcanization)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किण्वन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आसवन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रबर को कठोर व टिकाऊ बनाने हेतु सल्फर के साथ गर्म करने की प्रक्रिया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वल्कनीकरण (Vulcanization)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किण्वन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आसवन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चार्ल्स गुडईयर ने वल्कनीकरण की खोज की, जिसमें रबर को गंधक (सल्फर) के साथ गर्म करते हैं।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साबुन निर्माण में सह-उत्पाद (By-product) के रूप में क्या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ग्लिसरॉल (Glycerol)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अल्कोहल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सिरका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साबुन निर्माण में सह-उत्पाद (By-product) के रूप में क्या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ग्लिसरॉल (Glycerol)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अल्कोहल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सिरका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वसा और कास्टिक सोडे के साबुनीकरण (Saponification) में ग्लिसरॉल सह-उत्पाद बनता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की सबसे छोटी हड्डी (Smallest Bone)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फीमर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स्टेप्स / स्टेपीज (Stapes)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टिबिया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ह्यूमरस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की सबसे छोटी हड्डी (Smallest Bone)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फीमर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स्टेप्स / स्टेपीज (Stapes)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टिबिया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ह्यूमरस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के मध्य भाग में स्थित स्टेपीज (Stapes) शरीर की सबसे छोटी हड्डी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लंबी और मजबूत हड्डी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स्टेप्स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फीमर (जांघ की हड्डी)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रीढ़ की हड्डी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रेडियस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लंबी और मजबूत हड्डी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स्टेप्स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फीमर (जांघ की हड्डी)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रीढ़ की हड्डी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रेडियस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जांघ की हड्डी 'फीमर' (Femur) मानव शरीर की सबसे बड़ी और भारी हड्डी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खोपड़ी में हड्डियों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(खोपड़ी)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खोपड़ी में हड्डियों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22 (खोपड़ी)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खोपड़ी में 8 कपाल (Cranial) और 14 चेहरे की मिलाकर कुल 22 हड्डियां होती हैं।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वयस्क मानव शरीर में कुल कितनी अस्थियां (हड्डियां)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206 हड्डियां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180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वयस्क मानव शरीर में कुल कितनी अस्थियां (हड्डियां)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206 हड्डियां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नवजात शिशु में लगभग 300 अस्थियां होती हैं जो जुड़कर वयस्क में 206 रह जाती हैं।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रक्त का थक्का जमाने के लिए कौन-सा विटामिन अनिवार्य रूप से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रक्त का थक्का जमाने के लिए कौन-सा विटामिन अनिवार्य रूप से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K यकृत में प्रोथ्रोम्बिन निर्माण हेतु आवश्यक है जो रक्त का थक्का जमाता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सूर्य की किरणों से हमारे शरीर की त्वचा में कौन-सा विटामिन संश्लेषित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B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सूर्य की किरणों से हमारे शरीर की त्वचा में कौन-सा विटामिन संश्लेषित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सूर्य की UV किरणों के प्रभाव से त्वचा का कोलेस्ट्रॉल विटामिन D में बदल जाता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रतौंधी (Night Blindness) रोग किस विटामिन की कमी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रतौंधी (Night Blindness) रोग किस विटामिन की कमी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विटामिन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A (रेटिनॉल) की कमी से कम रोशनी में देखने की क्षमता घट जाती है (रतौंधी)।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स्कर्वी रोग (मसूड़ों से खून आना) किस विटामिन की कमी का लक्षण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C (एस्कॉर्बिक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K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स्कर्वी रोग (मसूड़ों से खून आना) किस विटामिन की कमी का लक्षण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C (एस्कॉर्बिक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C खट्टे फलों में मिलता है, इसकी कमी से मसूड़े सूज जाते हैं और खून निकलता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सूखा रोग (Rickets) बच्चों में किस विटामिन की कमी से होता है जिसमें हड्डियां मुड़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सूखा रोग (Rickets) बच्चों में किस विटामिन की कमी से होता है जिसमें हड्डियां मुड़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D और कैल्शियम की कमी से बच्चों की अस्थियां कमजोर व टेढ़ी हो जाती हैं (रिकेट्स)।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बेरी-बेरी रोग किस विटामिन की कमी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B₁ (थायमीन)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बेरी-बेरी रोग किस विटामिन की कमी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B₁ (थायमीन)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B₁ की कमी से तंत्रिका तंत्र कमजोर होता है और बेरी-बेरी रोग होता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शरीर का 'रक्त बैंक' (Blood Bank of Body)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प्लीहा / तिल्ली (Spleen)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वृक्क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शरीर का 'रक्त बैंक' (Blood Bank of Body)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प्लीहा / तिल्ली (Spleen)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वृक्क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प्लीहा (Spleen) अतिरिक्त रक्त संचित रखती है और मृत RBC को नष्ट करती है (RBC का कब्रिस्तान)।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सामान्य अवस्था में मनुष्य की श्वसन दर प्रति मिनट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72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15 से 18 बार प्रति मिनट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50 बार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सामान्य अवस्था में मनुष्य की श्वसन दर प्रति मिनट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72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15 से 18 बार प्रति मिनट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50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विश्राम अवस्था में एक स्वस्थ वयस्क प्रति मिनट 15 से 18 बार सांस लेता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पेसमेकर (Pacemaker) का संबंध मानव शरीर के किस अंग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वृक्क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फेफड़े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पेसमेकर (Pacemaker) का संबंध मानव शरीर के किस अंग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वृक्क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फेफड़े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हृदय के SA नोड को प्राकृतिक पेसमेकर कहते हैं जो धड़कन की विद्युत तरंगें शुरू करता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ईईजी (EEG) परीक्षण किस अंग की कार्यप्रणाली का अध्ययन करने हेतु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मस्तिष्क (Brain)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नेत्र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ईईजी (EEG) परीक्षण किस अंग की कार्यप्रणाली का अध्ययन करने हेतु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मस्तिष्क (Brain)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नेत्र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इलेक्ट्रोएन्सेफेलोग्राम (EEG) मस्तिष्क की विद्युत तरंगों को रिकॉर्ड करता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ईसीजी (ECG) का संबंध किस अंग की जांच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गुर्दे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हड्डी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ईसीजी (ECG) का संबंध किस अंग की जांच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गुर्दे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हड्डी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इलेक्ट्रोकार्डियोग्राम (ECG) हृदय के स्पंदन और विद्युत गतिविधियों की जांच करता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चिपको आंदोलन (Chipko Movement) का संबंध किसके संरक्षण से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वन / वृक्ष संरक्षण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बाघ संरक्षण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संरक्षण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मृदा संरक्षण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चिपको आंदोलन (Chipko Movement) का संबंध किसके संरक्षण से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वन / वृक्ष संरक्षण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बाघ संरक्षण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संरक्षण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मृदा संरक्षण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सुंदरलाल बहुगुणा व गौरा देवी के नेतृत्व में उत्तराखंड में पेड़ों से चिपककर कटाई रोकी गई।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पर्यावरण दिवस (World Environment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 (5th June)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दिसंबर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पर्यावरण दिवस (World Environment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5 जून (5th June)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 दिसंबर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संयुक्त राष्ट्र द्वारा पर्यावरण संरक्षण हेतु प्रतिवर्ष 5 जून को विश्व पर्यावरण दिवस मनाया जाता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विश्व ओजोन दिवस (World Ozone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16 सितंबर (16th Sept)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28 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विश्व ओजोन दिवस (World Ozone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16 सितंबर (16th Sept)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28 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मॉन्ट्रियल प्रोटोकॉल की याद में प्रतिवर्ष 16 सितंबर को ओजोन दिवस मनाया जाता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राष्ट्रीय विज्ञान दिवस (National Science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14 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28 फरवरी (28th Feb)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अक्टूबर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22 दिसंबर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राष्ट्रीय विज्ञान दिवस (National Science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14 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28 फरवरी (28th Feb)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 अक्टूबर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22 दिसंबर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सर सी. वी. रमन द्वारा 'रमन प्रभाव' की खोज के उपलक्ष्य में 28 फरवरी को विज्ञान दिवस मनाते हैं।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भोपाल गैस त्रासदी (1984) में यूनियन कार्बाइड कारखाने से कौन-सी जहरीली गैस का रिसाव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मिथाइल आइसोसाइनेट (MIC)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अमोनिया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 डाइऑक्साइड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भोपाल गैस त्रासदी (1984) में यूनियन कार्बाइड कारखाने से कौन-सी जहरीली गैस का रिसाव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मिथाइल आइसोसाइनेट (MIC)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अमोनिया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 डाइऑक्साइड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2-3 दिसंबर 1984 को भोपाल में मिथाइल आइसोसाइनेट (MIC) गैस के रिसाव से भीषण त्रासदी हुई थी।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भौतिकी तथ्य: बल = न्यूटन | 1 HP = 746 वाट | 4°C पर जल का घनत्व अधिकतम | तड़ित चालक = फ्रैंकलिन | सोनार = पराश्रव्य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मिश्र धातु: पीतल = तांबा + जस्ता (Cu+Zn) | कांसा = तांबा + टिन (Cu+Sn) | गैल्वनीकरण = जिंक की परत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रासायनिक सूत्र: बेकिंग = NaHCO₃ | धावन = Na₂CO₃.10H₂O | POP = CaSO₄.½H₂O | विरंजक = CaOCl₂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विटामिन संक्षेप: A = रतौंधी | B₁ = बेरीबेरी | C = स्कर्वी | D = रिकेट्स | K = रक्त थक्का | धूप = विटामिन D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पर्यावरण दिवस: 5 जून = पर्यावरण दिवस | 16 सितंबर = ओजोन दिवस | 28 फरवरी = विज्ञान दिवस | भोपाल गैस = MIC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01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