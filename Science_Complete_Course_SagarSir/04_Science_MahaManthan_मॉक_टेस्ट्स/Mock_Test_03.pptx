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ALL INDIA SCIENCE MOCK TEST 03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03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मिशन 35/35 अंक • 50 अति-महत्वपूर्ण विगत वर्षों के प्रश्न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बल के प्रकार, गति, प्रकाशिकी, थर्मामीटर व तारत्व के 15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परमाणु संरचना, खोजकर्ता, रासायनिक प्रतीक व लवणों के 15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कोशिकांग, श्वसन अंग, सूक्ष्मजीव जनित रोग व वायुमंडल के 20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ऑल इंडिया NMMS परीक्षा स्तर के शत-प्रतिशत प्रामाणिक प्रश्न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प्रत्येक प्रश्न का सटीक हल एवं विस्तृत व्याख्या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03 — परीक्षा निर्देश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परीक्षा निर्देश एवं मूल्यांकन नियमावली (Exam Rules &amp; Scoring Pattern):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इस टेस्ट में राष्ट्रीय आय-सह-मेधा छात्रवृत्ति परीक्षा (NMMS) के विज्ञान (SAT) पाठ्यक्रम के कुल 50 प्रामाणिक प्रश्न शामिल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प्रत्येक प्रश्न के लिए 1 अंक निर्धारित है। परीक्षा में कोई नकारात्मक अंकन (Negative Marking) नहीं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प्रश्न स्लाइड पर उत्तर पूरी तरह छुपा हुआ है ताकि छात्र स्वयं विचार कर उत्तर दे सकें।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अगली स्लाइड पर सही विकल्प हरे रंग में प्रकाशित होगा तथा नीचे संपूर्ण वैज्ञानिक तथ्य और व्याख्या दी गई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लक्ष्य: विज्ञान के 35 प्रश्नों में से शत-प्रतिशत 35/35 अंक प्राप्त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सड़क पर चलती हुई कार की गति किस प्रकार की गति का उदाहरण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सरल रेखीय गति (Linear Motion)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आवर्ती गति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दोलन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घूर्णन गति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सड़क पर चलती हुई कार की गति किस प्रकार की गति का उदाहरण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सरल रेखीय गति (Linear Motion)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आवर्ती गति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दोलन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घूर्णन गति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जब कोई वस्तु सीधी रेखा में गति करती है, तो उसकी गति को सरल रेखीय गति कहते हैं।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घड़ी की सुइयों की गति किस प्रकार की गति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सरल रेखीय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आवर्ती एवं वृत्ताकार गति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दोलन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अनियमित गति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घड़ी की सुइयों की गति किस प्रकार की गति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सरल रेखीय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आवर्ती एवं वृत्ताकार गति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दोलन गति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अनियमित गति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घड़ी की सुइयां निश्चित समय बाद अपनी गति को दोहराती हैं (आवर्ती गति)।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पेड़ से सेब का नीचे जमीन पर गिरना किस बल का परिणाम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घर्षण 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पेशीय बल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गुरुत्वाकर्षण बल (Gravity)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विद्युत बल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पेड़ से सेब का नीचे जमीन पर गिरना किस बल का परिणाम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घर्षण 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पेशीय बल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गुरुत्वाकर्षण बल (Gravity)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विद्युत बल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पृथ्वी प्रत्येक वस्तु को अपने केंद्र की ओर गुरुत्वाकर्षण बल द्वारा आकर्षित करती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कुएं से पानी की बाल्टी खींचते समय हम किस प्रकार का बल लगाते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गुरुत्वीय 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पेशीय बल (Muscular Force)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चुंबकीय बल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घर्षण बल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कुएं से पानी की बाल्टी खींचते समय हम किस प्रकार का बल लगाते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गुरुत्वीय 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पेशीय बल (Muscular Force)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चुंबकीय बल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घर्षण बल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शरीर की मांसपेशियों द्वारा लगाए गए खिंचाव बल को पेशीय बल कहते हैं।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निम्नलिखित में से कौन-सा एक 'असंपर्क बल' (Non-contact Force)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घर्षण 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पेशीय बल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चुंबकीय बल (Magnetic Force)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तनाव बल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निम्नलिखित में से कौन-सा एक 'असंपर्क बल' (Non-contact Force)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घर्षण 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पेशीय बल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चुंबकीय बल (Magnetic Force)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तनाव बल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चुंबकीय बल बिना किसी भौतिक स्पर्श के भी दूरी से कार्य करता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कैलोरी (Calorie) किसका मात्रक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तापमान 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ऊष्मा (Heat Energy) 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शक्ति 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विद्युत का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कैलोरी (Calorie) किसका मात्रक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तापमान 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ऊष्मा (Heat Energy) 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शक्ति 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विद्युत 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कैलोरी ऊष्मा ऊर्जा का पारम्परिक मात्रक है (1 कैलोरी = 4.184 जूल)।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तापमान का SI मात्रक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सेल्सियस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केल्विन (Kelvin - 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फारेनहाइट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कैलोरी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तापमान का SI मात्रक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सेल्सियस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केल्विन (Kelvin - 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फारेनहाइट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कैलोरी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तापमान का अंतरराष्ट्रीय मानक (SI) मात्रक केल्विन (K) होता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सूर्य से पृथ्वी तक ऊष्मा किस विधि द्वारा पहुँचती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चालन विधि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संवहन विधि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विकिरण विधि (Radiation)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परावर्तन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सूर्य से पृथ्वी तक ऊष्मा किस विधि द्वारा पहुँचती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चालन विधि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संवहन विधि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विकिरण विधि (Radiation)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परावर्तन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विकिरण विधि द्वारा ऊष्मा बिना किसी माध्यम के निर्वात में यात्रा कर सकती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सर्दियों में ऊनी कपड़े हमें गर्म क्यों रखते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वे ऊष्मा पैदा करते हैं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ऊन ऊष्मा का कुचालक है और हवा रोकती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वे भारी होते हैं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वे प्रकाश सोखते हैं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सर्दियों में ऊनी कपड़े हमें गर्म क्यों रखते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वे ऊष्मा पैदा करते हैं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ऊन ऊष्मा का कुचालक है और हवा रोकती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वे भारी होते हैं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वे प्रकाश सोखते हैं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ऊन के रेशों के बीच फंसी वायु ऊष्मा की कुचालक होती है जो शरीर की ऊष्मा बाहर नहीं जाने देती।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मानव शरीर का आंतरिक तापमान मापने वाले डॉक्टरी थर्मामीटर का परास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0°C से 100°C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35°C से 42°C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-10°C से 110°C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20°C से 50°C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मानव शरीर का आंतरिक तापमान मापने वाले डॉक्टरी थर्मामीटर का परास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0°C से 100°C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35°C से 42°C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-10°C से 110°C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20°C से 50°C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क्लिनिकल थर्मामीटर का पैमाना केवल 35°C से 42°C (या 94°F से 108°F) तक होता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प्रकाश का किसी चिकनी चमकदार सतह से टकराकर वापस लौटना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प्रकाश का परावर्तन (Reflection)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अपवर्तन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विक्षेपण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अवशोषण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प्रकाश का किसी चिकनी चमकदार सतह से टकराकर वापस लौटना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प्रकाश का परावर्तन (Reflection)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अपवर्तन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विक्षेपण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अवशोषण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जब प्रकाश किरण किसी दर्पण या चमकदार सतह से टकराकर उसी माध्यम में लौटती है, उसे परावर्तन कहते हैं।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उत्तल लेंस की प्रकृति कैसी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अभिसारी (Converging)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अपसारी (Diverging)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समतल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पार्श्व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उत्तल लेंस की प्रकृति कैसी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अभिसारी (Converging)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अपसारी (Diverging)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समतल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पार्श्व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उत्तल लेंस समानांतर प्रकाश किरणों को फोकस पर एक बिंदु पर एकत्रित (अभिसारित) करता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अवतल लेंस द्वारा बना प्रतिबिंब सदैव कैसा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वास्तविक और बड़ा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आभासी, सीधा और छोटा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वास्तविक और सीधा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उल्टा और बड़ा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अवतल लेंस द्वारा बना प्रतिबिंब सदैव कैसा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वास्तविक और बड़ा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आभासी, सीधा और छोटा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वास्तविक और सीधा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उल्टा और बड़ा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अवतल लेंस सदैव आभासी, सीधा और वस्तु से छोटा प्रतिबिंब बनाता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ध्वनि संचरण के दौरान माध्यम के कणों का अधिकतम विस्थापन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तरंगदैर्घ्य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आवृत्ति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आयाम (Amplitude)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आवर्तकाल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ध्वनि संचरण के दौरान माध्यम के कणों का अधिकतम विस्थापन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तरंगदैर्घ्य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आवृत्ति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आयाम (Amplitude)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आवर्तकाल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माध्यम के कणों की माध्य स्थिति से अधिकतम दूरी को आयाम (Amplitude) कहते हैं।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ध्वनि का तारत्व (Pitch/तीखापन) ध्वनि के किस गुण पर निर्भर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आयाम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आवृत्ति (Frequency)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चाल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तीव्रता पर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ध्वनि का तारत्व (Pitch/तीखापन) ध्वनि के किस गुण पर निर्भर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आयाम पर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आवृत्ति (Frequency) पर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चाल पर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तीव्रता पर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उच्च आवृत्ति वाली ध्वनि पतली/तीखी होती है (जैसे स्त्रियों की आवाज और मच्छर की भिनभिनाहट)।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16. पदार्थ की किस अवस्था में कणों के बीच अंतराणुक आकर्षण बल सबसे मजबूत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ठोस अवस्था में (Solid)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द्रव अवस्था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गैस अवस्था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प्लाज्मा में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16. पदार्थ की किस अवस्था में कणों के बीच अंतराणुक आकर्षण बल सबसे मजबूत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ठोस अवस्था में (Solid)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द्रव अवस्था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गैस अवस्था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प्लाज्मा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ठोसों में कण अत्यधिक पास-पास होते हैं और उनके बीच आकर्षण बल सर्वाधिक होता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17. किसी ठोस का गर्म करने पर बिना द्रव में बदले सीधे वाष्प में बदलना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वाष्पीकरण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उर्ध्वपातन (Sublimation)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संघनन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गलनांक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17. किसी ठोस का गर्म करने पर बिना द्रव में बदले सीधे वाष्प में बदलना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वाष्पीकरण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उर्ध्वपातन (Sublimation)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संघनन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गलनांक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कपूर, नेफ्थलीन और अमोनियम क्लोराइड गर्म करने पर सीधे गैस बन जाते हैं (उर्ध्वपातन)।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18. जल का क्वथनांक (Boiling Point) सामान्य वायुमंडलीय दाब पर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0°C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50°C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100°C (373 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150°C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18. जल का क्वथनांक (Boiling Point) सामान्य वायुमंडलीय दाब पर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0°C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50°C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100°C (373 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150°C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सामान्य दाब पर जल 100°C पर उबलकर वाष्प में परिवर्तित होने लगता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19. परमाणु के नाभिक (Nucleus) में कौन-से मूल कण उपस्थित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इलेक्ट्रॉन व प्रोटॉन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प्रोटॉन और न्यूट्रॉन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इलेक्ट्रॉन व न्यूट्रॉन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केवल इलेक्ट्रॉन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#19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19. परमाणु के नाभिक (Nucleus) में कौन-से मूल कण उपस्थित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इलेक्ट्रॉन व प्रोटॉन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प्रोटॉन और न्यूट्रॉन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इलेक्ट्रॉन व न्यूट्रॉन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केवल इलेक्ट्रॉन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परमाणु के केंद्रक (नाभिक) में प्रोटॉन और न्यूट्रॉन होते हैं, जबकि इलेक्ट्रॉन बाहर चक्कर लगाते हैं।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#20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20. इलेक्ट्रॉन (Electron) की खोज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जे. जे. थॉमसन (J.J. Thomson)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रदरफोर्ड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जेम्स चैडविक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डाल्टन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#20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20. इलेक्ट्रॉन (Electron) की खोज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जे. जे. थॉमसन (J.J. Thomson)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रदरफोर्ड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जेम्स चैडविक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डाल्टन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1897 में जे. जे. थॉमसन ने कैथोड किरणों के अध्ययन द्वारा ऋण-आवेशित इलेक्ट्रॉन की खोज की।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#21  [NMMS Haryana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21. प्रोटॉन (Proton) पर कौन-सा विद्युत आवेश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ऋणात्मक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धनात्मक (+ve Charge)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आवेशहीन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परिवर्तनीय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#21  [NMMS Haryana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21. प्रोटॉन (Proton) पर कौन-सा विद्युत आवेश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ऋणात्मक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धनात्मक (+ve Charge)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आवेशहीन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परिवर्तनीय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प्रोटॉन पर 1.6 × 10⁻¹⁹ कूलॉम का धन-आवेश होता है (खोज: गोल्डस्टीन/रदरफोर्ड)।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#22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22. न्यूट्रॉन (Neutron) की खोज 1932 में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जे. जे. थॉमसन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जेम्स चैडविक (James Chadwick)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रॉबर्ट ब्राउन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नील्स बोर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#22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22. न्यूट्रॉन (Neutron) की खोज 1932 में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जे. जे. थॉमसन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जेम्स चैडविक (James Chadwick)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रॉबर्ट ब्राउन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नील्स बोर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जेम्स चैडविक ने बेरिलियम पर अल्फा कणों की बमबारी करके आवेशहीन न्यूट्रॉन की खोज की।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#23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23. तत्वों के रासायनिक प्रतीकों को एक या दो अक्षरों में लिखने की आधुनिक पद्धति किसने दी?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डाल्टन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जे. जे. बर्जिलियस (Berzelius)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मेंडेलीव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लैवोजिए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#23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23. तत्वों के रासायनिक प्रतीकों को एक या दो अक्षरों में लिखने की आधुनिक पद्धति किसने दी?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डाल्टन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जे. जे. बर्जिलियस (Berzelius)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मेंडेलीव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लैवोजिए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बर्जिलियस ने तत्वों के लैटिन या अंग्रेजी नामों के अक्षरों से प्रतीक बनाने का सुझाव दिया था।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#24  [NMMS Gujarat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24. सोना (Gold) का रासायनिक प्रतीक लैटिन नाम 'ऑरम' के आधार पर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Cu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#24  [NMMS Gujarat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24. सोना (Gold) का रासायनिक प्रतीक लैटिन नाम 'ऑरम' के आधार पर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Cu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सोने का लैटिन नाम Aurum है, अतः इसका रासायनिक प्रतीक Au होता है।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#25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25. चांदी (Silver) का रासायनिक प्रतीक लैटिन नाम 'अर्जेंटम' के आधार पर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Sn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Pb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#25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25. चांदी (Silver) का रासायनिक प्रतीक लैटिन नाम 'अर्जेंटम' के आधार पर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Sn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Pb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चांदी का लैटिन नाम Argentum है, अतः इसका रासायनिक प्रतीक Ag होता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#26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26. लोहा (Iron) का रासायनिक प्रतीक लैटिन नाम 'फेरम' के आधार पर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Pb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In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#26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26. लोहा (Iron) का रासायनिक प्रतीक लैटिन नाम 'फेरम' के आधार पर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Pb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लोहे का लैटिन नाम Ferrum है, अतः इसका प्रतीक Fe होता है।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#27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27. पारे (Mercury) का रासायनिक प्रतीक लैटिन नाम 'हाइड्रारजिरम' के आधार पर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Hg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Mg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#27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27. पारे (Mercury) का रासायनिक प्रतीक लैटिन नाम 'हाइड्रारजिरम' के आधार पर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Hg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Mg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पारे का लैटिन नाम Hydrargyrum है, अतः इसका रासायनिक प्रतीक Hg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#28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28. हवा में किस गैस की अधिकता से पीतल का रंग फीका पड़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हाइड्रोजन सल्फाइड (H₂S)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कार्बन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नाइट्रोजन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#28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28. हवा में किस गैस की अधिकता से पीतल का रंग फीका पड़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हाइड्रोजन सल्फाइड (H₂S)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कार्बन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नाइट्रोजन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वायु में उपस्थित H₂S गैस पीतल के तांबे से क्रिया कर काला कॉपर सल्फाइड बनाती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#29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29. भारी जल (Heavy Water) का रासायनिक सूत्र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H₂O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D₂O (ड्यूटेरियम ऑक्साइड)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H₂O₂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D₂O₂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#29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29. भारी जल (Heavy Water) का रासायनिक सूत्र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H₂O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D₂O (ड्यूटेरियम ऑक्साइड)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H₂O₂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D₂O₂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ड्यूटेरियम (हाइड्रोजन का समस्थानिक) के ऑक्साइड D₂O को भारी जल कहते हैं (परमाणु भट्टियों में मंदक)।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#30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30. साधारण नमक (Common Salt) का रासायनिक नाम एवं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सोडियम कार्बोनेट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सोडियम क्लोराइड (NaCl)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सोडियम हाइड्रोक्साइड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पोटेशियम क्लोराइड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#30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30. साधारण नमक (Common Salt) का रासायनिक नाम एवं सूत्र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सोडियम कार्बोनेट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सोडियम क्लोराइड (NaCl)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सोडियम हाइड्रोक्साइड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पोटेशियम क्लोराइड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साधारण नमक सोडियम क्लोराइड (NaCl) होता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#31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31. सजीवों की आनुवंशिक सामग्री DNA का पूर्ण रूप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डीऑक्सीराइबो न्यूक्लिक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राइबो न्यूक्लिक अम्ल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डाइफॉस्फेट न्यूक्लिक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डीऑक्सी न्यूक्लिक एसिड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#31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31. सजीवों की आनुवंशिक सामग्री DNA का पूर्ण रूप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डीऑक्सीराइबो न्यूक्लिक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राइबो न्यूक्लिक अम्ल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डाइफॉस्फेट न्यूक्लिक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डीऑक्सी न्यूक्लिक एसिड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DNA का पूर्ण नाम Deoxyribonucleic Acid होता है जो आनुवंशिक सूचनाओं का भंडार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#32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32. पादप कोशिका की रसोईघर (Kitchen of Cell)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माइटोकॉन्ड्रिया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हरितलवक (Chloroplast)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राइबोसोम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केंद्रक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#32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32. पादप कोशिका की रसोईघर (Kitchen of Cell)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माइटोकॉन्ड्रिया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हरितलवक (Chloroplast)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राइबोसोम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केंद्रक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हरितलवक में क्लोरोफिल द्वारा प्रकाश-संश्लेषण से भोजन बनता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#33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33. जंतु कोशिका में कौन-सी संरचना अनुपस्थित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कोशिका झिल्ली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कोशिका भित्ति (Cell Wall)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केंद्रक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माइटोकॉन्ड्रिया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#33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33. जंतु कोशिका में कौन-सी संरचना अनुपस्थित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कोशिका झिल्ली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कोशिका भित्ति (Cell Wall)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केंद्रक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माइटोकॉन्ड्रिया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कोशिका भित्ति केवल पौधों, कवकों और जीवाणुओं में होती है, जंतु कोशिका में नहीं होती।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#34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34. मनुष्य की लार में कौन-सा स्टार्च पाचक एंजाइम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पेप्सिन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टायलिन / एमाइलेज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ट्रिप्सिन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रेनिन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#34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34. मनुष्य की लार में कौन-सा स्टार्च पाचक एंजाइम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पेप्सिन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टायलिन / एमाइलेज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ट्रिप्सिन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रेनिन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टायलिन भोजन के जटिल कार्बोहाइड्रेट (मंड) को मीठी माल्टोज शर्करा में तोड़ता है।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#35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35. दूध के केसीन प्रोटीन को पचाने वाला एंजाइम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पेप्सिन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रेनिन (Rennin)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लाइपेज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इरेप्सिन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#35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35. दूध के केसीन प्रोटीन को पचाने वाला एंजाइम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पेप्सिन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रेनिन (Rennin)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लाइपेज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इरेप्सिन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रेनिन एंजाइम बच्चों के आमाशय में दूध को दही में फाड़कर पचाता है।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#36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36. मानव शरीर में यूरिया (Urea) का निर्माण किस अंग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वृक्क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यकृत (Liver)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हृदय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फेफड़े में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#36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36. मानव शरीर में यूरिया (Urea) का निर्माण किस अंग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वृक्क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यकृत (Liver)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हृदय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फेफड़े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अमोनिया से यूरिया का संश्लेषण यकृत (Liver) में होता है, जिसे बाद में गुर्दे छानते हैं।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#37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37. अस्थियों एवं दांतों के निर्माण हेतु कौन-से खनिज तत्व अनिवार्य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लोहा और आयोडीन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कैल्शियम और फास्फोरस (Ca &amp; 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सोडियम व पोटेशियम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सल्फर व क्लोरीन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#37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37. अस्थियों एवं दांतों के निर्माण हेतु कौन-से खनिज तत्व अनिवार्य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लोहा और आयोडीन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कैल्शियम और फास्फोरस (Ca &amp; 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सोडियम व पोटेशियम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सल्फर व क्लोरीन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हड्डियों व दांतों की मजबूती के लिए कैल्शियम और फास्फोरस सर्वाधिक महत्वपूर्ण हैं।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#38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38. पौधों में जलीय वाष्प के उत्सर्जन का कार्य कौन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जाइलम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रंध्र (Stomata)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फ्लोएम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जड़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#38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38. पौधों में जलीय वाष्प के उत्सर्जन का कार्य कौन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जाइलम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रंध्र (Stomata)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फ्लोएम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जड़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पत्तियों के रंध्रों (Stomata) द्वारा वाष्पोत्सर्जन की प्रक्रिया संपन्न होती है।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#39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39. जड़ों द्वारा जल अवशोषण हेतु जड़ों की सतह पर क्या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पत्तियां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मूलरोम (Root Hairs)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रंध्र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कंटक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#39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39. जड़ों द्वारा जल अवशोषण हेतु जड़ों की सतह पर क्या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पत्तियां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मूलरोम (Root Hairs)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रंध्र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कंटक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मूलरोम जड़ों का सतही क्षेत्रफल बढ़ाकर जल व खनिज लवणों का तेजी से अवशोषण करते हैं।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#40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40. केंचुए का मुख्य श्वसन अंग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फेफड़े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नम एवं श्लेष्मी त्वचा (Moist Skin)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गलफड़े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श्वासनली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#40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40. केंचुए का मुख्य श्वसन अंग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फेफड़े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नम एवं श्लेष्मी त्वचा (Moist Skin)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गलफड़े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श्वासनली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केंचुआ अपनी नम त्वचा द्वारा सीधे वायुमंडलीय ऑक्सीजन का विसरण करता है।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#41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41. मछली का मुख्य श्वसन अंग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त्वचा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गलफड़े / क्लोम (Gills)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फेफड़े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नासाछिद्र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#41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41. मछली का मुख्य श्वसन अंग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त्वचा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गलफड़े / क्लोम (Gills)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फेफड़े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नासाछिद्र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मछलियां गलफड़ों द्वारा जल में घुली ऑक्सीजन को अवशोषित करती हैं।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#42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42. तिलचट्टे (Cockroach) का श्वसन तंत्र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फेफड़े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श्वासनली तंत्र (Trachea/Spiracles)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त्वचा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गलफड़े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#42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42. तिलचट्टे (Cockroach) का श्वसन तंत्र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फेफड़े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श्वासनली तंत्र (Trachea/Spiracles)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त्वचा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गलफड़े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तिलचट्टे के शरीर पर श्वास रंध्र (Spiracles) और श्वासनली का जाल होता है।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#43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43. पेनिसिलिन किस प्रकार के जीव से प्राप्त की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जीवाणु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कवक / फंगस (Fungus)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शैवाल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विषाणु से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#43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43. पेनिसिलिन किस प्रकार के जीव से प्राप्त की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जीवाणु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कवक / फंगस (Fungus)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शैवाल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विषाणु से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पेनिसिलिन 'पेनिसिलियम नोटेटम' नामक फफूंद (कवक) से प्राप्त होती है।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#44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44. एथलीट फुट (Athlete's Foot) बीमारी किस रोगाणु के संक्रमण से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जीवाणु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कवक (Fungus)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विषाणु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प्रोटोजोआ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#44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44. एथलीट फुट (Athlete's Foot) बीमारी किस रोगाणु के संक्रमण से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जीवाणु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कवक (Fungus)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विषाणु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प्रोटोजोआ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पैरों की उंगलियों के बीच फंगल संक्रमण से एथलीट फुट बीमारी होती है।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#45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45. सिट्रस कैंकर (Citrus Canker) नींबू की बीमारी किस सूक्ष्मजीव से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जीवाणु (Bacteria)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कवक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विषाणु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प्रोटोजोआ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#45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45. सिट्रस कैंकर (Citrus Canker) नींबू की बीमारी किस सूक्ष्मजीव से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(A)  जीवाणु (Bacteria)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कवक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विषाणु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प्रोटोजोआ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सिट्रस कैंकर जैंथोमोनास सिट्राई नामक जीवाणु द्वारा वायु के माध्यम से फैलता है।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#46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46. दूध के पाश्चुरीकरण में दूध को लगभग किस तापमान पर 15-30 सेकंड गर्म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50°C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70°C (72°C)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100°C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120°C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#46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46. दूध के पाश्चुरीकरण में दूध को लगभग किस तापमान पर 15-30 सेकंड गर्म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50°C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70°C (72°C)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100°C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120°C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दूध को 70°C पर 15-30 सेकंड गर्म करके अचानक ठंडा किया जाता है।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#47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47. जैम, जेली के संरक्षण में किसका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नमक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चीनी की चाशनी (Sugar)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हल्दी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सरसों का तेल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#47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47. जैम, जेली के संरक्षण में किसका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नमक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चीनी की चाशनी (Sugar)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हल्दी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सरसों का तेल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चीनी की उच्च सांद्रता सूक्ष्मजीवों की कोशिकाओं से जल खींचकर उन्हें निष्क्रिय कर देती है।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#48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48. वायुमंडल में ऑक्सीजन गैस का लगभग कितना प्रतिशत भाग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78%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21% (लगभग)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0.03%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1%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#48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48. वायुमंडल में ऑक्सीजन गैस का लगभग कितना प्रतिशत भाग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78%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21% (लगभग)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0.03%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वायुमंडल में लगभग 21% ऑक्सीजन और 78% नाइट्रोजन गैस पाई जाती है।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#49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49. वायुमंडल में कार्बन डाइऑक्साइड (CO₂) गैस का कितना प्रतिशत भाग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0.03% (0.04%)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78%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1%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#49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49. वायुमंडल में कार्बन डाइऑक्साइड (CO₂) गैस का कितना प्रतिशत भाग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21%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0.03% (0.04%)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78%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वायुमंडल में CO₂ की मात्रा लगभग 0.03% से 0.04% होती है।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#50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50. सुंदरवन राष्ट्रीय उद्यान (पश्चिम बंगाल) मुख्य रूप से किसके लिए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एशियाई शेर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रॉयल बंगाल टाइगर (Royal Bengal Tiger)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गैंडा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हाथी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विज्ञान महामंथन PYQ #50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50. सुंदरवन राष्ट्रीय उद्यान (पश्चिम बंगाल) मुख्य रूप से किसके लिए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एशियाई शेर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रॉयल बंगाल टाइगर (Royal Bengal Tiger)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गैंडा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हाथी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सुंदरवन के मैंग्रोव वन रॉयल बंगाल टाइगर का सबसे बड़ा प्राकृतिक आवास हैं।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03 : त्वरित रिवीजन सूत्र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परमाणु कण: इलेक्ट्रॉन = थॉमसन | प्रोटॉन = रदरफोर्ड | न्यूट्रॉन = चैडविक (आवेशहीन) | प्रतीक = बर्जिलियस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लैटिन प्रतीक: Au = सोना (Aurum) | Ag = चांदी (Argentum) | Fe = लोहा (Ferrum) | Hg = पारा (Hydrargyrum)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श्वसन अंग: मनुष्य = फेफड़े | मछली = गलफड़े (Gills) | केंचुआ = नम त्वचा | कीट = श्वासनली (Trachea)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प्रकाश व ताप: डॉक्टरी थर्मामीटर = 35-42°C | उत्तल लेंस = अभिसारी | अवतल लेंस = अपसारी | तारत्व = आवृत्ति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गैस सांद्रता: नाइट्रोजन = 78% | ऑक्सीजन = 21% | कार्बन डाइऑक्साइड = 0.03% | सुंदरवन = बंगाल टाइगर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03 — स्कोर विश्लेषण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🎯 स्व-मूल्यांकन एवं प्रदर्शन विश्लेषण (Self Evaluation Chart):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45+ सही उत्तर (उत्कृष्ट प्रदर्शन): State Merit List में सर्वोच्च स्थान सुनिश्चित! तैयारी पूर्ण है।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38 - 44 सही उत्तर (सराहनीय प्रदर्शन): छात्रवृत्ति पक्की! कमजोर टॉपिक्स का 1 बार त्वरित रिवीजन करें।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30 - 37 सही उत्तर (औसत प्रदर्शन): भौतिकी व रसायन के सूत्रों का पुनः अभ्यास करें।</a:t>
            </a:r>
          </a:p>
          <a:p>
            <a:pPr>
              <a:spcBef>
                <a:spcPts val="1200"/>
              </a:spcBef>
              <a:defRPr sz="1550">
                <a:solidFill>
                  <a:srgbClr val="1E293B"/>
                </a:solidFill>
                <a:latin typeface="Segoe UI"/>
              </a:defRPr>
            </a:pPr>
            <a:r>
              <a:t>🏆  30 से कम सही उत्तर: क्लास 01 से 17 की थ्योरी स्लाइड्स को दोबारा पढ़ें और नोट्स बनाएं।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विशुद्ध विज्ञान मॉक टेस्ट 03 — सफलता का संकल्प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6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निकट - माँ भगवती मंदिर, भगवानपुर (सुपौल, बिहार) • पिन - 852109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🌟 NMMS ALL INDIA SCIENCE MOCK TEST 03 : सम्पूर्ण पाठ्यक्रम सफलता किट 🌟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मार्गदर्शक: सागर सर (NMMS King)</a:t>
            </a:r>
          </a:p>
          <a:p>
            <a:pPr algn="ctr">
              <a:spcBef>
                <a:spcPts val="8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ऑनलाइन टेस्ट, क्लास नोट्स व PDF सामग्री हेतु वेबसाइट पर पधारें: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