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03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बल के प्रकार, गति, प्रकाशिकी, थर्मामीटर व तारत्व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परमाणु संरचना, खोजकर्ता, रासायनिक प्रतीक व लवणों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कोशिकांग, श्वसन अंग, सूक्ष्मजीव जनित रोग व वायुमंडल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पर 2-स्लाइड इंटरैक्टिव पैटर्न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सड़क पर चलती हुई कार की गति किस प्रकार की गति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सरल रेखीय गति (Linear Motion)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आवर्ती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दोलन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घूर्णन गति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सड़क पर चलती हुई कार की गति किस प्रकार की गति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सरल रेखीय गति (Linear Motion)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आवर्ती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दोलन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घूर्णन गति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जब कोई वस्तु सीधी रेखा में गति करती है, तो उसकी गति को सरल रेखीय गति कहते हैं।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घड़ी की सुइयों की गति किस प्रकार की गति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सरल रेखीय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आवर्ती एवं वृत्ताकार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दोलन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अनियमित गति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घड़ी की सुइयों की गति किस प्रकार की गति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सरल रेखीय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आवर्ती एवं वृत्ताकार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दोलन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अनियमित गति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घड़ी की सुइयां निश्चित समय बाद अपनी गति को दोहराती हैं (आवर्ती गति)।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पेड़ से सेब का नीचे जमीन पर गिरना किस बल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पेशीय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गुरुत्वाकर्षण बल (Gravity)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विद्युत बल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पेड़ से सेब का नीचे जमीन पर गिरना किस बल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पेशीय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गुरुत्वाकर्षण बल (Gravity)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विद्युत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पृथ्वी प्रत्येक वस्तु को अपने केंद्र की ओर गुरुत्वाकर्षण बल द्वारा आकर्षित करती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कुएं से पानी की बाल्टी खींचते समय हम किस प्रकार का बल लगाते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गुरुत्वीय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पेशीय बल (Muscular Force)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चुंबकीय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घर्षण बल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कुएं से पानी की बाल्टी खींचते समय हम किस प्रकार का बल लगाते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गुरुत्वीय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पेशीय बल (Muscular Force)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चुंबकीय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घर्षण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शरीर की मांसपेशियों द्वारा लगाए गए खिंचाव बल को पेशीय बल कहते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निम्नलिखित में से कौन-सा एक 'असंपर्क बल' (Non-contact Force)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पेशीय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चुंबकीय बल (Magnetic Force)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तनाव बल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निम्नलिखित में से कौन-सा एक 'असंपर्क बल' (Non-contact Force)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पेशीय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चुंबकीय बल (Magnetic Force)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तनाव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चुंबकीय बल बिना किसी भौतिक स्पर्श के भी दूरी से कार्य करता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कैलोरी (Calorie)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तापमान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ऊष्मा (Heat Energy)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शक्ति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विद्युत का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कैलोरी (Calorie)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तापमान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ऊष्मा (Heat Energy)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शक्ति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विद्युत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कैलोरी ऊष्मा ऊर्जा का पारम्परिक मात्रक है (1 कैलोरी = 4.184 जूल)।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तापमान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सेल्सियस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केल्विन (Kelvin - 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फारेनहाइट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कैलोरी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तापमान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सेल्सियस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केल्विन (Kelvin - 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फारेनहाइट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कैलोरी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तापमान का अंतरराष्ट्रीय मानक (SI) मात्रक केल्विन (K) होता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सूर्य से पृथ्वी तक ऊष्मा किस विधि द्वारा पहुँचती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चालन विधि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संवहन विधि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विकिरण विधि (Radiation)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परावर्तन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सूर्य से पृथ्वी तक ऊष्मा किस विधि द्वारा पहुँचती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चालन विधि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संवहन विधि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विकिरण विधि (Radiation)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परावर्तन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विकिरण विधि द्वारा ऊष्मा बिना किसी माध्यम के निर्वात में यात्रा कर सकती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सर्दियों में ऊनी कपड़े हमें गर्म क्यों रखते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वे ऊष्मा पैदा करते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ऊन ऊष्मा का कुचालक है और हवा रोकती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वे भारी होते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वे प्रकाश सोखते हैं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सर्दियों में ऊनी कपड़े हमें गर्म क्यों रखते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वे ऊष्मा पैदा करते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ऊन ऊष्मा का कुचालक है और हवा रोकती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वे भारी होते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वे प्रकाश सोखते हैं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ऊन के रेशों के बीच फंसी वायु ऊष्मा की कुचालक होती है जो शरीर की ऊष्मा बाहर नहीं जाने देती।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शरीर का आंतरिक तापमान मापने वाले डॉक्टरी थर्मामीटर का परास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0°C से 100°C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35°C से 42°C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-10°C से 110°C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20°C से 50°C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शरीर का आंतरिक तापमान मापने वाले डॉक्टरी थर्मामीटर का परास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0°C से 100°C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35°C से 42°C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-10°C से 110°C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20°C से 50°C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क्लिनिकल थर्मामीटर का पैमाना केवल 35°C से 42°C (या 94°F से 108°F) तक होता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प्रकाश का किसी चिकनी चमकदार सतह से टकराकर वापस लौटना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प्रकाश का परावर्तन (Reflection)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अवशोषण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प्रकाश का किसी चिकनी चमकदार सतह से टकराकर वापस लौटना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प्रकाश का परावर्तन (Reflection)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अवशोषण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जब प्रकाश किरण किसी दर्पण या चमकदार सतह से टकराकर उसी माध्यम में लौटती है, उसे परावर्तन कहते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उत्तल लेंस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अभिसारी (Converging)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अपसारी (Diverging)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पार्श्व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उत्तल लेंस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अभिसारी (Converging)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अपसारी (Diverging)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पार्श्व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लेंस समानांतर प्रकाश किरणों को फोकस पर एक बिंदु पर एकत्रित (अभिसारित) करता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अवतल लेंस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वास्तविक और बड़ा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आभासी, सीधा और छोटा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उल्टा और बड़ा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अवतल लेंस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वास्तविक और बड़ा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आभासी, सीधा और छोटा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उल्टा और बड़ा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लेंस सदैव आभासी, सीधा और वस्तु से छोटा प्रतिबिंब बनाता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संचरण के दौरान माध्यम के कणों का अधिकतम विस्थापन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तरंगदैर्घ्य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आवृत्ति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आयाम (Amplitude)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आवर्तकाल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संचरण के दौरान माध्यम के कणों का अधिकतम विस्थापन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तरंगदैर्घ्य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आवृत्ति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आयाम (Amplitude)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आवर्तकाल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माध्यम के कणों की माध्य स्थिति से अधिकतम दूरी को आयाम (Amplitude) कहते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ध्वनि का तारत्व (Pitch/तीखापन) ध्वनि के किस गुण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आयाम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आवृत्ति (Frequency)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चाल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तीव्रता पर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ध्वनि का तारत्व (Pitch/तीखापन) ध्वनि के किस गुण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आयाम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आवृत्ति (Frequency)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चाल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तीव्रता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उच्च आवृत्ति वाली ध्वनि पतली/तीखी होती है (जैसे स्त्रियों की आवाज और मच्छर की भिनभिनाहट)।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पदार्थ की किस अवस्था में कणों के बीच अंतराणुक आकर्षण बल सबसे मजबूत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ठोस अवस्था में (Solid)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द्रव अवस्था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गैस अवस्था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प्लाज्मा में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पदार्थ की किस अवस्था में कणों के बीच अंतराणुक आकर्षण बल सबसे मजबूत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ठोस अवस्था में (Solid)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द्रव अवस्था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गैस अवस्था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प्लाज्मा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ठोसों में कण अत्यधिक पास-पास होते हैं और उनके बीच आकर्षण बल सर्वाधिक होता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किसी ठोस का गर्म करने पर बिना द्रव में बदले सीधे वाष्प में बदलना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वाष्पीकरण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उर्ध्वपातन (Sublimation)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संघनन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गलनांक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किसी ठोस का गर्म करने पर बिना द्रव में बदले सीधे वाष्प में बदलना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वाष्पीकरण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उर्ध्वपातन (Sublimation)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संघनन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गलनांक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कपूर, नेफ्थलीन और अमोनियम क्लोराइड गर्म करने पर सीधे गैस बन जाते हैं (उर्ध्वपातन)।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जल का क्वथनांक (Boiling Point) सामान्य वायुमंडलीय दाब पर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50°C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100°C (373 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150°C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जल का क्वथनांक (Boiling Point) सामान्य वायुमंडलीय दाब पर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50°C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100°C (373 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150°C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सामान्य दाब पर जल 100°C पर उबलकर वाष्प में परिवर्तित होने लगता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परमाणु के नाभिक (Nucleus) में कौन-से मूल कण उपस्थित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इलेक्ट्रॉन व प्रोटॉन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प्रोटॉन और न्यूट्रॉन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इलेक्ट्रॉन व न्यूट्रॉन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केवल इलेक्ट्रॉन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परमाणु के नाभिक (Nucleus) में कौन-से मूल कण उपस्थित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इलेक्ट्रॉन व प्रोटॉन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प्रोटॉन और न्यूट्रॉन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इलेक्ट्रॉन व न्यूट्रॉन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केवल इलेक्ट्रॉन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परमाणु के केंद्रक (नाभिक) में प्रोटॉन और न्यूट्रॉन होते हैं, जबकि इलेक्ट्रॉन बाहर चक्कर लगाते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इलेक्ट्रॉन (Electron)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जे. जे. थॉमसन (J.J. Thomson)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रदरफोर्ड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जेम्स चैडविक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डाल्टन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इलेक्ट्रॉन (Electron)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जे. जे. थॉमसन (J.J. Thomson)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रदरफोर्ड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जेम्स चैडविक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डाल्टन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1897 में जे. जे. थॉमसन ने कैथोड किरणों के अध्ययन द्वारा ऋण-आवेशित इलेक्ट्रॉन की खोज की।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प्रोटॉन (Proton) पर कौन-सा विद्युत आवेश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ऋणात्मक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धनात्मक (+ve 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आवेशहीन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परिवर्तनीय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प्रोटॉन (Proton) पर कौन-सा विद्युत आवेश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ऋणात्मक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धनात्मक (+ve 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आवेशहीन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परिवर्तनीय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प्रोटॉन पर 1.6 × 10⁻¹⁹ कूलॉम का धन-आवेश होता है (खोज: गोल्डस्टीन/रदरफोर्ड)।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न्यूट्रॉन (Neutron) की खोज 1932 में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जे. जे. थॉमसन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जेम्स चैडविक (James Chadwick)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रॉबर्ट ब्राउन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नील्स बोर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न्यूट्रॉन (Neutron) की खोज 1932 में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जे. जे. थॉमसन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जेम्स चैडविक (James Chadwick)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रॉबर्ट ब्राउन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नील्स बोर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जेम्स चैडविक ने बेरिलियम पर अल्फा कणों की बमबारी करके आवेशहीन न्यूट्रॉन की खोज की।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तत्वों के रासायनिक प्रतीकों को एक या दो अक्षरों में लिखने की आधुनिक पद्धति किसने दी?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डाल्टन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जे. जे. बर्जिलियस (Berzelius)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मेंडेलीव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लैवोजिए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तत्वों के रासायनिक प्रतीकों को एक या दो अक्षरों में लिखने की आधुनिक पद्धति किसने दी?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डाल्टन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जे. जे. बर्जिलियस (Berzelius)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मेंडेलीव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लैवोजिए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बर्जिलियस ने तत्वों के लैटिन या अंग्रेजी नामों के अक्षरों से प्रतीक बनाने का सुझाव दिया था।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सोना (Gold) का रासायनिक प्रतीक लैटिन नाम 'ऑरम'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Au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Cu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सोना (Gold) का रासायनिक प्रतीक लैटिन नाम 'ऑरम'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Au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Cu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सोने का लैटिन नाम Aurum है, अतः इसका रासायनिक प्रतीक Au होता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चांदी (Silver) का रासायनिक प्रतीक लैटिन नाम 'अर्जेंटम'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Sn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Pb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चांदी (Silver) का रासायनिक प्रतीक लैटिन नाम 'अर्जेंटम'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Sn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Pb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चांदी का लैटिन नाम Argentum है, अतः इसका रासायनिक प्रतीक Ag होता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लोहा (Iron) का रासायनिक प्रतीक लैटिन नाम 'फेरम'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Pb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In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लोहा (Iron) का रासायनिक प्रतीक लैटिन नाम 'फेरम'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Pb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लोहे का लैटिन नाम Ferrum है, अतः इसका प्रतीक Fe होता है।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पारे (Mercury) का रासायनिक प्रतीक लैटिन नाम 'हाइड्रारजिरम'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Hg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Mg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पारे (Mercury) का रासायनिक प्रतीक लैटिन नाम 'हाइड्रारजिरम'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Hg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Mg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पारे का लैटिन नाम Hydrargyrum है, अतः इसका रासायनिक प्रतीक Hg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हवा में किस गैस की अधिकता से पीतल का रंग फीका पड़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हाइड्रोजन सल्फाइड (H₂S)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नाइट्रोजन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हवा में किस गैस की अधिकता से पीतल का रंग फीका पड़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हाइड्रोजन सल्फाइड (H₂S)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 में उपस्थित H₂S गैस पीतल के तांबे से क्रिया कर काला कॉपर सल्फाइड बनाती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भारी जल (Heavy Water) का रासायनिक सूत्र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D₂O (ड्यूटेरियम ऑक्साइड)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H₂O₂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D₂O₂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भारी जल (Heavy Water) का रासायनिक सूत्र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D₂O (ड्यूटेरियम ऑक्साइड)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H₂O₂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D₂O₂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ड्यूटेरियम (हाइड्रोजन का समस्थानिक) के ऑक्साइड D₂O को भारी जल कहते हैं (परमाणु भट्टियों में मंदक)।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साधारण नमक (Common Salt) का रासायनिक नाम एवं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सोडियम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सोडियम क्लोराइड (NaCl)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साधारण नमक (Common Salt) का रासायनिक नाम एवं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सोडियम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सोडियम क्लोराइड (NaCl)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साधारण नमक सोडियम क्लोराइड (NaCl) होता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सजीवों की आनुवंशिक सामग्री DNA का पूर्ण रूप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डीऑक्सीराइबो न्यूक्लिक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राइबो न्यूक्लिक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डाइफॉस्फेट न्यूक्लिक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डीऑक्सी न्यूक्लिक एसिड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सजीवों की आनुवंशिक सामग्री DNA का पूर्ण रूप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डीऑक्सीराइबो न्यूक्लिक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राइबो न्यूक्लिक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डाइफॉस्फेट न्यूक्लिक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डीऑक्सी न्यूक्लिक एसिड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DNA का पूर्ण नाम Deoxyribonucleic Acid होता है जो आनुवंशिक सूचनाओं का भंडार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पादप कोशिका की रसोईघर (Kitchen of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हरितलवक (Chloroplast)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केंद्रक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पादप कोशिका की रसोईघर (Kitchen of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हरितलवक (Chloroplast)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केंद्रक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हरितलवक में क्लोरोफिल द्वारा प्रकाश-संश्लेषण से भोजन बनता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जंतु कोशिका में कौन-सी संरचना अनुपस्थित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कोशिका झिल्ली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कोशिका भित्ति (Cell Wall)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केंद्रक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माइटोकॉन्ड्रिया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जंतु कोशिका में कौन-सी संरचना अनुपस्थित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कोशिका झिल्ली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कोशिका भित्ति (Cell Wall)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केंद्रक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माइटोकॉन्ड्रिया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कोशिका भित्ति केवल पौधों, कवकों और जीवाणुओं में होती है, जंतु कोशिका में नहीं होती।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मनुष्य की लार में कौन-सा स्टार्च पाचक एंजाइम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टायलिन / एमाइलेज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ट्रिप्सिन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रेनिन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मनुष्य की लार में कौन-सा स्टार्च पाचक एंजाइम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टायलिन / एमाइलेज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ट्रिप्सिन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रेनिन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टायलिन भोजन के जटिल कार्बोहाइड्रेट (मंड) को मीठी माल्टोज शर्करा में तोड़ता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दूध के केसीन प्रोटीन को पचाने वाला एंजाइम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रेनिन (Rennin)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लाइपेज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इरेप्सिन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दूध के केसीन प्रोटीन को पचाने वाला एंजाइम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रेनिन (Rennin)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लाइपेज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इरेप्सिन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रेनिन एंजाइम बच्चों के आमाशय में दूध को दही में फाड़कर पचाता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में यूरिया (Urea) का निर्माण किस अंग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वृक्क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यकृत (Liver)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हृदय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फेफड़े में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में यूरिया (Urea) का निर्माण किस अंग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वृक्क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यकृत (Liver)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हृदय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फेफड़े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अमोनिया से यूरिया का संश्लेषण यकृत (Liver) में होता है, जिसे बाद में गुर्दे छानते हैं।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अस्थियों एवं दांतों के निर्माण हेतु कौन-से खनिज तत्व अनिवार्य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 और आयोडीन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कैल्शियम और फास्फोरस (Ca &amp; 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 व पोटेशियम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 व क्लोरीन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अस्थियों एवं दांतों के निर्माण हेतु कौन-से खनिज तत्व अनिवार्य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लोहा और आयोडीन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कैल्शियम और फास्फोरस (Ca &amp; 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 व पोटेशियम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 व क्लोरीन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हड्डियों व दांतों की मजबूती के लिए कैल्शियम और फास्फोरस सर्वाधिक महत्वपूर्ण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पौधों में जलीय वाष्प के उत्सर्जन का कार्य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रंध्र (Stomata)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फ्लोएम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जड़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पौधों में जलीय वाष्प के उत्सर्जन का कार्य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रंध्र (Stomata)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फ्लोएम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जड़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पत्तियों के रंध्रों (Stomata) द्वारा वाष्पोत्सर्जन की प्रक्रिया संपन्न होती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जड़ों द्वारा जल अवशोषण हेतु जड़ों की सतह पर क्या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पत्तियां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मूलरोम (Root Hairs)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कंटक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जड़ों द्वारा जल अवशोषण हेतु जड़ों की सतह पर क्या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पत्तियां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मूलरोम (Root Hairs)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कंटक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मूलरोम जड़ों का सतही क्षेत्रफल बढ़ाकर जल व खनिज लवणों का तेजी से अवशोषण करते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केंचुए का मुख्य श्वसन अंग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नम एवं श्लेष्मी त्वचा (Moist Skin)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गलफड़े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श्वासनली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केंचुए का मुख्य श्वसन अंग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नम एवं श्लेष्मी त्वचा (Moist Skin)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गलफड़े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श्वासनली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केंचुआ अपनी नम त्वचा द्वारा सीधे वायुमंडलीय ऑक्सीजन का विसरण करता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मछली का मुख्य श्वसन अंग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त्वचा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गलफड़े / क्लोम (Gills)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फेफड़े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नासाछिद्र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मछली का मुख्य श्वसन अंग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त्वचा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गलफड़े / क्लोम (Gills)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फेफड़े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नासाछिद्र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मछलियां गलफड़ों द्वारा जल में घुली ऑक्सीजन को अवशोषित करती हैं।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तिलचट्टे (Cockroach) का श्वसन तंत्र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श्वासनली तंत्र (Trachea/Spiracles)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त्वचा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गलफड़े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तिलचट्टे (Cockroach) का श्वसन तंत्र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श्वासनली तंत्र (Trachea/Spiracles)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त्वचा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गलफड़े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तिलचट्टे के शरीर पर श्वास रंध्र (Spiracles) और श्वासनली का जाल होता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पेनिसिलिन किस प्रकार के जीव से प्राप्त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कवक / फंगस (Fungus)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शैवाल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विषाणु से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पेनिसिलिन किस प्रकार के जीव से प्राप्त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जीवाणु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कवक / फंगस (Fungus)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शैवाल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विषाणु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पेनिसिलिन 'पेनिसिलियम नोटेटम' नामक फफूंद (कवक) से प्राप्त होती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एथलीट फुट (Athlete's Foot) बीमारी किस रोगाणु के संक्रमण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कवक (Fungus)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प्रोटोजोआ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एथलीट फुट (Athlete's Foot) बीमारी किस रोगाणु के संक्रमण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कवक (Fungus)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प्रोटोजोआ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पैरों की उंगलियों के बीच फंगल संक्रमण से एथलीट फुट बीमारी होती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सिट्रस कैंकर (Citrus Canker) नींबू की बीमारी किस सूक्ष्मजीव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 (Bacteria)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प्रोटोजोआ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सिट्रस कैंकर (Citrus Canker) नींबू की बीमारी किस सूक्ष्मजीव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जीवाणु (Bacteria)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प्रोटोजोआ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सिट्रस कैंकर जैंथोमोनास सिट्राई नामक जीवाणु द्वारा वायु के माध्यम से फैलता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दूध के पाश्चुरीकरण में दूध को लगभग किस तापमान पर 15-30 सेकंड गर्म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70°C (72°C)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120°C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दूध के पाश्चुरीकरण में दूध को लगभग किस तापमान पर 15-30 सेकंड गर्म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70°C (72°C)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120°C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दूध को 70°C पर 15-30 सेकंड गर्म करके अचानक ठंडा किया जाता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जैम, जेली के संरक्षण में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नमक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चीनी की चाशनी (Sugar)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हल्दी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सरसों का तेल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जैम, जेली के संरक्षण में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नमक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चीनी की चाशनी (Sugar)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हल्दी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सरसों का तेल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चीनी की उच्च सांद्रता सूक्ष्मजीवों की कोशिकाओं से जल खींचकर उन्हें निष्क्रिय कर देती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वायुमंडल में ऑक्सीजन गैस का लगभग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21% (लगभग)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0.03%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1%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वायुमंडल में ऑक्सीजन गैस का लगभग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78%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21% (लगभग)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0.03%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 में लगभग 21% ऑक्सीजन और 78% नाइट्रोजन गैस पाई जाती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वायुमंडल में कार्बन डाइऑक्साइड (CO₂) गैस का कितना प्रतिशत भाग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0.03% (0.04%)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1%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वायुमंडल में कार्बन डाइऑक्साइड (CO₂) गैस का कितना प्रतिशत भाग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0.03% (0.04%)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78%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 में CO₂ की मात्रा लगभग 0.03% से 0.04% होती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सुंदरवन राष्ट्रीय उद्यान (पश्चिम बंगाल) मुख्य रूप से किसके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एशियाई शेर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रॉयल बंगाल टाइगर (Royal Bengal Tiger)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गैंडा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हाथी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सुंदरवन राष्ट्रीय उद्यान (पश्चिम बंगाल) मुख्य रूप से किसके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एशियाई शेर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रॉयल बंगाल टाइगर (Royal Bengal Tiger)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गैंडा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हाथी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सुंदरवन के मैंग्रोव वन रॉयल बंगाल टाइगर का सबसे बड़ा प्राकृतिक आवास हैं।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परमाणु कण: इलेक्ट्रॉन = थॉमसन | प्रोटॉन = रदरफोर्ड | न्यूट्रॉन = चैडविक (आवेशहीन) | प्रतीक = बर्जिलियस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लैटिन प्रतीक: Au = सोना (Aurum) | Ag = चांदी (Argentum) | Fe = लोहा (Ferrum) | Hg = पारा (Hydrargyrum)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श्वसन अंग: मनुष्य = फेफड़े | मछली = गलफड़े (Gills) | केंचुआ = नम त्वचा | कीट = श्वासनली (Trachea)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प्रकाश व ताप: डॉक्टरी थर्मामीटर = 35-42°C | उत्तल लेंस = अभिसारी | अवतल लेंस = अपसारी | तारत्व = आवृत्ति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गैस सांद्रता: नाइट्रोजन = 78% | ऑक्सीजन = 21% | कार्बन डाइऑक्साइड = 0.03% | सुंदरवन = बंगाल टाइगर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03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