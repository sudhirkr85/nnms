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04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आवेश, चुंबकत्व, सौरमंडल व अंतरिक्ष उपग्रह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जीवाश्म ईंधन, काला सोना, तेल कुएं व अग्निशमन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आनुवंशिकी, मेंडल, अंतःस्रावी हार्मोन, टीके व टीबी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पर 2-स्लाइड इंटरैक्टिव पैटर्न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दो वस्तुएं परस्पर रगड़ी जाती हैं, तो उन पर कौन-सा आवेश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बराबर परंतु विपरीत आवेश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केवल ऋणावेश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दो वस्तुएं परस्पर रगड़ी जाती हैं, तो उन पर कौन-सा आवेश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केवल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बराबर परंतु विपरीत आवेश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केवल ऋणावेश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घर्षण द्वारा एक वस्तु से इलेक्ट्रॉन दूसरी में जाते हैं, जिससे बराबर व विपरीत आवेश आते हैं।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कांच की छड़ को रेशम के कपड़े से रगड़ने पर कांच की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धनावेश (+ve Charge)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ऋणावेश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कांच की छड़ को रेशम के कपड़े से रगड़ने पर कांच की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धनावेश (+ve Charge)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ऋणावेश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कांच की छड़ से इलेक्ट्रॉन रेशम पर चले जाते हैं, अतः कांच पर धनावेश आ जाता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एबोनाइट की छड़ को बिल्ली की खाल (फर) से रगड़ने पर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ऋणावेश (-ve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दोनों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एबोनाइट की छड़ को बिल्ली की खाल (फर) से रगड़ने पर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ऋणावेश (-ve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दोनों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एबोनाइट की छड़ पर फर से इलेक्ट्रॉन आ जाते हैं, जिससे वह ऋणावेशित हो जाती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आवेशों के प्रवाह की दर (Rate of Flow of Charge)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विभव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विद्युत धारा (Electric Current)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प्रतिरोध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शक्ति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आवेशों के प्रवाह की दर (Rate of Flow of Charge)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विभव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विद्युत धारा (Electric Current)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प्रतिरोध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शक्ति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धारा (I) = आवेश (Q) / समय (t), इसका मात्रक एम्पीयर होता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विद्युत प्रतिरोध (Resistance)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वोल्ट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ओम (Ohm - 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विद्युत प्रतिरोध (Resistance)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वोल्ट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ओम (Ohm - 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चालक द्वारा धारा के प्रवाह में डाले गए अवरोध को प्रतिरोध कहते हैं, मात्रक 'ओम'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मानव शरीर विद्युत का कैसा चालक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सुचालक (Good Conductor)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अतिचालक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मानव शरीर विद्युत का कैसा चालक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सुचालक (Good Conductor)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अतिचालक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शरीर में जल व लवण होने के कारण यह विद्युत का अच्छा सुचालक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शुद्ध आसुत जल (Distilled Water) विद्युत का कैसा चालक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प्रबल सुचालक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कुचालक / हीन चालक (Insulator)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अतिचालक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शुद्ध आसुत जल (Distilled Water) विद्युत का कैसा चालक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प्रबल सुचालक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कुचालक / हीन चालक (Insulator)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अतिचालक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आसुत जल में मुक्त आयन नहीं होते, अतः यह विद्युत का कुचालक होता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आसुत जल में क्या मिलाने पर वह विद्युत का अच्छा सुचालक बन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चीनी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साधारण नमक या नींबू का रस (अम्ल/लवण)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अल्कोहल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तेल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आसुत जल में क्या मिलाने पर वह विद्युत का अच्छा सुचालक बन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चीनी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साधारण नमक या नींबू का रस (अम्ल/लवण)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अल्कोहल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नमक या अम्ल मिलाने पर जल में Na⁺ व Cl⁻ या H⁺ आयन बन जाते हैं जो धारा का चालन करते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चुंबक (Electromagnet) बनाने के लिए किस लोहे की छड़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कठोर इस्पात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 लोहा (Soft Iron)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स्टेनलेस स्टील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ढलवां लोहा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चुंबक (Electromagnet) बनाने के लिए किस लोहे की छड़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कठोर इस्पात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नर्म लोहा (Soft Iron)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स्टेनलेस स्टील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ढलवां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नर्म लोहा धारा प्रवाहित होने पर तुरंत चुंबक बनता है और धारा बंद होते ही चुंबकत्व खो देता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स्वतंत्रतापूर्वक लटकाया गया चुंबक सदैव किस दिशा में ठहरता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पूर्व-पश्चिम दिशा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उत्तर-दक्षिण दिशा (North-South)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उत्तर-पूर्व दिशा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दक्षिण-पश्चिम दिशा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स्वतंत्रतापूर्वक लटकाया गया चुंबक सदैव किस दिशा में ठहरता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पूर्व-पश्चिम दिशा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उत्तर-दक्षिण दिशा (North-South)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उत्तर-पूर्व दिशा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दक्षिण-पश्चिम दिशा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के चुंबकीय क्षेत्र के कारण स्वतंत्रतापूर्वक लटका चुंबक उत्तर-दक्षिण दिशा में ठहरता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दिशा ज्ञात करने वाले चुंबकीय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स्पीडोमीटर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दिशा-सूचक कंपास (Magnetic Compass)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बैरोमीटर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दिशा ज्ञात करने वाले चुंबकीय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स्पीडोमीटर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दिशा-सूचक कंपास (Magnetic Compass)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बैरोमीटर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कंपास की चुंबकीय सुई सदैव उत्तर-दक्षिण दिशा की ओर संकेत करती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चुंबक के समान ध्रुवों (N-N या S-S) के बीच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प्रतिकर्षण (Repulsion)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प्रभाव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घूर्णन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चुंबक के समान ध्रुवों (N-N या S-S) के बीच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प्रतिकर्षण (Repulsion)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प्रभाव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घूर्णन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चुंबक के सजातीय ध्रुव परस्पर प्रतिकर्षित तथा विजातीय ध्रुव आकर्षित करते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चुंबक का चुंबकत्व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चुंबक के मध्य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चुंबक के दोनों ध्रुवों (Poles)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सभी जगह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केवल उत्तरी ध्रुव पर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चुंबक का चुंबकत्व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चुंबक के मध्य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चुंबक के दोनों ध्रुवों (Poles)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सभी जगह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केवल उत्तरी ध्रुव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चुंबकीय बल रेखाएं ध्रुवों पर सर्वाधिक घनी होती हैं, अतः आकर्षण ध्रुवों पर अधिकतम होता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सौरमंडल का सबसे बड़ा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बृहस्पति (Jupiter)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मंगल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सौरमंडल का सबसे बड़ा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बृहस्पति (Jupiter)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मंगल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बृहस्पति सौरमंडल का सबसे विशाल ग्रह है, इसमें 1300 पृथ्वियां समा सकती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सौरमंडल का सबसे छोटा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बुध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प्लूटो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सौरमंडल का सबसे छोटा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बुध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प्लूटो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बुध सूर्य के सबसे निकट और सौरमंडल का सबसे छोटा ग्रह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मंगल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बुध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मंगल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बुध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शुक्र सबसे चमकीला और गर्म ग्रह है, जो सुबह व शाम आकाश में चमकता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(Mars)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मंगल (Mars)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मंगल ग्रह की सतह पर आयरन ऑक्साइड (जंग) की अधिकता के कारण यह लाल दिखाई देता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शनि ग्रह के चारों ओर क्या पाए जाते हैं जो इसे सबसे सुंदर ग्रह बनाते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गड्ढे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 वलय (Rings)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पहाड़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शनि ग्रह के चारों ओर क्या पाए जाते हैं जो इसे सबसे सुंदर ग्रह बनाते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गड्ढे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सुंदर वलय (Rings)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पहाड़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शनि के चारों ओर बर्फ और चट्टानी कणों से बने चमकीले छल्ले (वलय) पाए जाते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मंगल और बृहस्पति की कक्षाओं के बीच परिक्रमा करने वाले छोटे आकाशीय पिंड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धूमकेतु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क्षुद्रग्रह (Asteroids)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उल्कापिंड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उपग्रह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मंगल और बृहस्पति की कक्षाओं के बीच परिक्रमा करने वाले छोटे आकाशीय पिंड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धूमकेतु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क्षुद्रग्रह (Asteroids)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उल्कापिंड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उपग्रह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मंगल और बृहस्पति के बीच हजारों छोटे चट्टानी टुकड़े सूर्य की परिक्रमा करते हैं (Asteroid Belt)।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हैली का पुच्छल तारा (Halley's Comet) कितने वर्षों के अंतराल पर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76 वर्ष (76 Years)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84 वर्ष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हैली का पुच्छल तारा (Halley's Comet) कितने वर्षों के अंतराल पर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76 वर्ष (76 Years)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84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हैली धूमकेतु का आवर्तकाल 76 वर्ष है (अंतिम बार 1986 में दिखा था, पुनः 2061 में दिखेगा)।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भारत का प्रथम कृत्रिम उपग्रह कौन-सा था जिसे 1975 में अंतरिक्ष में प्रक्षेपित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भास्कर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आर्यभट्ट (Aryabhata)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रोहिणी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इनसैट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भारत का प्रथम कृत्रिम उपग्रह कौन-सा था जिसे 1975 में अंतरिक्ष में प्रक्षेपित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भास्कर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आर्यभट्ट (Aryabhata)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रोहिणी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इनसैट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 अप्रैल 1975 को भारत ने अपना पहला उपग्रह 'आर्यभट्ट' सोवियत संघ की मदद से छोड़ा था।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कोयला निर्माण की प्रक्रिया में मृत वनस्पति का धीमे प्रक्रम द्वारा कोयले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कार्बनीकरण (Carbonisation)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आसवन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कोयला निर्माण की प्रक्रिया में मृत वनस्पति का धीमे प्रक्रम द्वारा कोयले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कार्बनीकरण (Carbonisation)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आसवन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उच्च दाब व ताप पर मृत वनस्पति के कोयले में रूपांतरण को कार्बनीकरण कहते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कोयले के भंजक आसवन से कौन-सा कठोर, सरंध्र व काला शुद्ध कार्बन उत्पाद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कोलतार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कोक (Coke)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कोयला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काजल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कोयले के भंजक आसवन से कौन-सा कठोर, सरंध्र व काला शुद्ध कार्बन उत्पाद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कोलतार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कोक (Coke)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कोयला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काजल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कोक लगभग 98% शुद्ध कार्बन होता है जिसका उपयोग इस्पात निर्माण में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काला सोना (Black Gold)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कोयले को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(Petroleum)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ग्रेफाइट को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काली मिर्च को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काला सोना (Black Gold)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कोयले को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पेट्रोलियम (Petroleum)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ग्रेफाइट को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काली मिर्च को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पेट्रोलियम और इसके उत्पादों के अत्यधिक व्यापारिक महत्व के कारण इसे 'काला सोना' कहते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विश्व का पहला तेल का कुआं 1859 में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पेंसिल्वेनिया (अमेरिका)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सऊदी अरब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रूस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विश्व का पहला तेल का कुआं 1859 में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भारत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पेंसिल्वेनिया (अमेरिका)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सऊदी अरब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विश्व का प्रथम तेल कुआं 1859 में पेंसिल्वेनिया (USA) में खोदा गया था।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भारत में सर्वप्रथम खनिज तेल का कुआं 1867 में किस राज्य में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असम (माकुम/डिगबोई)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महाराष्ट्र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बिहार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भारत में सर्वप्रथम खनिज तेल का कुआं 1867 में किस राज्य में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असम (माकुम/डिगबोई)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महाराष्ट्र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बिहार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असम के डिगबोई/माकुम में भारत का पहला तेल कुआं और शोधनशाला स्थापित की गई थी।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एलपीजी (LPG) में गैस रिसाव की पहचान हेतु कौन-सा तीक्ष्ण गंध वाला यौगिक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मिथाइल अल्कोहल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एथिल मरकैप्टेन (Ethyl Mercaptan)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क्लोरोफॉर्म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एसिटोन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एलपीजी (LPG) में गैस रिसाव की पहचान हेतु कौन-सा तीक्ष्ण गंध वाला यौगिक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मिथाइल अल्कोहल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एथिल मरकैप्टेन (Ethyl Mercaptan)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क्लोरोफॉर्म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एसिटोन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एलपीजी गंधहीन होती है, अतः सुरक्षा हेतु उसमें तीव्र गंध वाला एथिल मरकैप्टेन मिलाया जाता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मोमबत्ती की ज्वाला का कौन-सा क्षेत्र सबसे कम गर्म (काला)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बाहरी क्षेत्र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आंतरिक क्षेत्र (बत्ती के पास)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 क्षेत्र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शीर्ष भाग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मोमबत्ती की ज्वाला का कौन-सा क्षेत्र सबसे कम गर्म (काला)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बाहरी क्षेत्र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आंतरिक क्षेत्र (बत्ती के पास)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मध्य क्षेत्र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शीर्ष भाग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बत्ती के पास बिना जले मोम के वाष्प होते हैं, यह बिना दहन का सबसे ठंडा क्षेत्र होता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लकड़ी, कागज या कोयले की आग बुझाने के लिए सबसे उपयुक्त एवं सस्ता साधन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(Water)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कंबल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लकड़ी, कागज या कोयले की आग बुझाने के लिए सबसे उपयुक्त एवं सस्ता साधन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(Water)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कंबल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पदार्थ के तापमान को ज्वलन ताप से नीचे ले आता है और वाष्प बनकर ऑक्सीजन रोकता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विद्युत उपकरणों और पेट्रोल की आग बुझाने हेतु जल का उपयोग क्यों नहीं करना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 महंगा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विद्युत का सुचालक है और पेट्रोल जल से हल्का होने से तैरता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 से आग बढ़ती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 भाप बनता है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विद्युत उपकरणों और पेट्रोल की आग बुझाने हेतु जल का उपयोग क्यों नहीं करना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जल महंगा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विद्युत का सुचालक है और पेट्रोल जल से हल्का होने से तैरता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जल से आग बढ़ती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जल भाप बनता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से करंट लग सकता है और पेट्रोल जल पर तैरकर आग को और फैला देता है; यहाँ CO₂ उपयुक्त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कोशिका के किस अंगक को 'कोशिका का नियंत्रण कक्ष' (Brain of Cell)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केंद्रक (Nucleus)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लाइसोसोम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रिक्तिका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कोशिका के किस अंगक को 'कोशिका का नियंत्रण कक्ष' (Brain of Cell)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केंद्रक (Nucleus)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लाइसोसोम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रिक्तिका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केंद्रक कोशिका की सभी जैविक व रासायनिक क्रियाओं का नियंत्रण और संचालन करता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केंद्रक के अंदर धागेनुमा संरचनाओं का जाल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कोशिका द्रव्य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क्रोमैटिन जालिका / गुणसूत्र (Chromosomes)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प्लास्टिड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केंद्रक के अंदर धागेनुमा संरचनाओं का जाल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कोशिका द्रव्य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क्रोमैटिन जालिका / गुणसूत्र (Chromosomes)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प्लास्टिड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क्रोमैटिन जालिका कोशिका विभाजन के समय संघनित होकर गुणसूत्र बन जाती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आनुवंशिकता के जनक (Father of Genetics)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चार्ल्स डार्विन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ग्रेगर जोहान मेंडल (Mendel)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हुक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अरस्तू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आनुवंशिकता के जनक (Father of Genetics)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चार्ल्स डार्विन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ग्रेगर जोहान मेंडल (Mendel)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हुक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अरस्तू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मेंडल ने मटर के पौधे (Pisum sativum) पर संकरण प्रयोग कर आनुवंशिकता के नियम दिए।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मेंडल ने अपने आनुवंशिकी प्रयोगों के लिए किस पौधे का चयन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गुलाब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उद्यान मटर (Garden Pea)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सरसों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मेंडल ने अपने आनुवंशिकी प्रयोगों के लिए किस पौधे का चयन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गुलाब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उद्यान मटर (Garden Pea)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सरसों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मटर का पौधा एकवर्षीय, द्विलिंगी और स्पष्ट विपर्यासी लक्षणों वाला होने से मेंडल ने चुना।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में गुणसूत्रों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46 गुणसूत्र (23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में गुणसूत्रों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46 गुणसूत्र (23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मनुष्य में 22 जोड़े कायिक गुणसूत्र (ऑटोसोम) तथा 1 जोड़ा लिंग गुणसूत्र (कुल 46) होते हैं।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संतान का लिंग (लड़का या लड़की)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माता के अंडाणु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पिता के शुक्राणु (X या 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दोनों पर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पर्यावरण पर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संतान का लिंग (लड़का या लड़की)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माता के अंडाणु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पिता के शुक्राणु (X या 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दोनों पर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पर्यावरण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पिता के शुक्राणु में 50% X और 50% Y गुणसूत्र होते हैं; Y शुक्राणु निषेचित होने पर लड़का होता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किशोरावस्था की सामान्य आयु सीमा क्या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से 10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से 19 वर्ष (Teens)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से 40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से 5 वर्ष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किशोरावस्था की सामान्य आयु सीमा क्या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से 10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11 से 19 वर्ष (Teens)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25 से 40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 से 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11 वर्ष से 18-19 वर्ष की अवधि को किशोरावस्था (Adolescence) कहा जाता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लड़कों के गले में उभरा हुआ स्वरयंत्र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एडम्स एप्पल / कंठमणी (Adam's Apple)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ग्रसनी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श्वासनली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लड़कों के गले में उभरा हुआ स्वरयंत्र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एडम्स एप्पल / कंठमणी (Adam's Apple)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ग्रसनी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श्वासनली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किशोरावस्था में लड़कों का स्वरयंत्र (Larynx) बड़ा होकर गले में उभर आता है, जिसे कंठमणी कहते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मधुमेह (डायबिटीज) के रोगी को किस हार्मोन का इंजेक्शन दिया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इंसुलिन (Insulin)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टेस्टोस्टेरोन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एड्रिनेलिन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मधुमेह (डायबिटीज) के रोगी को किस हार्मोन का इंजेक्शन दिया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इंसुलिन (Insulin)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टेस्टोस्टेरोन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एड्रिनेलिन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इंसुलिन रक्त में शर्करा को कम करता है; रोगी में इसकी कमी होने पर इंजेक्शन दिया जाता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थायरॉक्सिन हार्मोन के निर्माण हेतु कौन-सा खनिज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आयोडीन (Iodine)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कैल्शियम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सोडियम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थायरॉक्सिन हार्मोन के निर्माण हेतु कौन-सा खनिज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आयोडीन (Iodine)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कैल्शियम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सोडियम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थायरॉयड ग्रंथि आयोडीन की उपस्थिति में ही थायरॉक्सिन हार्मोन बना पाती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पादपों में फ्लोएम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 का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भोजन / पोषक तत्वों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ऑक्सीजन संवहन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सहारा देना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पादपों में फ्लोएम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जल का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भोजन / पोषक तत्वों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ऑक्सीजन संवहन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सहारा देना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फ्लोएम पत्तियों में बने ग्लूकोज/भोजन को पौधे के सभी अंगों तक पहुंचाता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पादपों में जाइलम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भोजन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एवं खनिज लवणों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प्रकाश अवशोषण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गैस विनिमय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पादपों में जाइलम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भोजन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एवं खनिज लवणों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प्रकाश अवशोषण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गैस विनिमय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जाइलम जड़ों द्वारा अवशोषित जल व खनिजों को तने व पत्तियों तक ले जाता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पेड़ की आयु का निर्धारण किस विधि द्वारा सटीक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पत्तियों की संख्या गिनकर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वार्षिक वलयों (Annual Rings) को गिनकर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ऊंचाई नापकर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शाखाएं गिनकर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पेड़ की आयु का निर्धारण किस विधि द्वारा सटीक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पत्तियों की संख्या गिनकर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वार्षिक वलयों (Annual Rings) को गिनकर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ऊंचाई नापकर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शाखाएं गिनकर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तने की अनुप्रस्थ काट में प्रतिवर्ष बनने वाले वार्षिक वलयों की गिनती से आयु पता चलती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रेबीज (अलर्क) रोग से बचाव के टीके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एडवर्ड जेनर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लुई पाश्चर (Louis Pasteur)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कोच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फ्लेमिंग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रेबीज (अलर्क) रोग से बचाव के टीके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एडवर्ड जेनर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लुई पाश्चर (Louis Pasteur)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कोच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फ्लेमिंग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लुई पाश्चर ने पागल कुत्ते के काटने से होने वाले हाइड्रोफोबिया (रेबीज) के टीके की खोज की।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तपेदिक / क्षयरोग (टीबी) के जीवाणु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रॉबर्ट कोच (Robert Koch)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अलेक्जेंडर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हार्वे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तपेदिक / क्षयरोग (टीबी) के जीवाणु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रॉबर्ट कोच (Robert Koch)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अलेक्जेंडर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हार्वे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1882 में रॉबर्ट कोच ने टीबी के जीवाणु माइकोबैक्टीरियम ट्यूबरकुलोसिस की खोज की थी।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पोलियो ड्रॉप (ओरल पोलियो वैक्सीन - OPV)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जोनास साल्क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अल्बर्ट सेबिन (Albert Sabin)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पाश्चर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पोलियो ड्रॉप (ओरल पोलियो वैक्सीन - OPV)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जोनास साल्क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अल्बर्ट सेबिन (Albert Sabin)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पाश्चर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अल्बर्ट सेबिन ने मुंह से ली जाने वाली पोलियो ड्रॉप बनाई (साल्क ने इंजेक्शन वाला टीका बनाया था)।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बीसीजी (BCG) का टीका किस रोग से बचाव हेतु नवजात शिशु को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चेचक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तपेदिक / टीबी (Tuberculosis)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पोलियो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मलेरिया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बीसीजी (BCG) का टीका किस रोग से बचाव हेतु नवजात शिशु को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चेचक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तपेदिक / टीबी (Tuberculosis)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पोलियो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मलेरिया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बीसीजी (Bacillus Calmette-Guérin) टीका टीबी रोग से सुरक्षा प्रदान करता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डीपीटी (DPT) का टीका किन तीन रोगों से सुरक्षा प्रदान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डिप्थीरिया, काली खांसी (Pertussis) व टिटनेस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टीबी, पोलियो, खसरा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हैजा, टाइफाइड,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चेचक, पीलिया, दस्त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डीपीटी (DPT) का टीका किन तीन रोगों से सुरक्षा प्रदान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डिप्थीरिया, काली खांसी (Pertussis) व टिटनेस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टीबी, पोलियो, खसरा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हैजा, टाइफाइड,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चेचक, पीलिया, दस्त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डीपीटी ट्रिपल एंटीजन डिप्थीरिया, पर्टुसिस (काली खांसी) और टिटनेस से बचाता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जल जनित रोग (Water-borne Disease) का प्रमुख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मलेरिया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हैजा (Cholera) व पेचिश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टीबी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रेबीज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जल जनित रोग (Water-borne Disease) का प्रमुख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मलेरिया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हैजा (Cholera) व पेचिश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टीबी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रेबीज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हैजा दूषित जल और मक्खियों द्वारा फैलता है (जीवाणु: विब्रियो कॉलरी)।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द्वारा फैलने वाले संक्रामक रोग का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हैजा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तपेदिक (TB) एवं जुकाम/इन्फ्लुएंजा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रेबीज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द्वारा फैलने वाले संक्रामक रोग का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हैजा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तपेदिक (TB) एवं जुकाम/इन्फ्लुएंजा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रेबीज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खांसने या छींकने पर टीबी और जुकाम के रोगाणु हवा के ड्रॉपलेट्स द्वारा फैलते हैं।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विद्युत व चुंबक: प्रतिरोध = ओम | स्वतंत्रतापूर्वक चुंबक = उत्तर-दक्षिण | विद्युत चुंबक = नर्म लोहा | आसुत जल = कुचालक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सौरमंडल: सबसे बड़ा = बृहस्पति | सबसे छोटा = बुध | भोर का तारा = शुक्र | लाल ग्रह = मंगल | वलय = शनि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खनिज तेल: प्रथम तेल कुआं = पेंसिल्वेनिया (1859) | भारत = डिगबोई (असम) | LPG गंध = एथिल मरकैप्टेन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आनुवंशिकी: जनक = मेंडल (मटर) | DNA = डीऑक्सीराइबो न्यूक्लिक अम्ल | गुणसूत्र = 46 (23 जोड़े)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टीके व खोजें: रेबीज टीका = पाश्चर | टीबी जीवाणु = रॉबर्ट कोच | पोलियो ड्रॉप = सेबिन | BCG = टीबी से सुरक्षा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04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