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18 • GRAND MAHAMANTHAN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सम्पूर्ण भौतिक विज्ञान महामंथन</a:t>
            </a:r>
            <a:br/>
            <a:r>
              <a:t>(Grand Physics MahaManthan)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विगत 10 वर्षों के 30 सबसे महत्वपूर्ण PYQs का धुआंधार लाइव रिवीजन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गति, चाल, बल, घर्षण एवं गुरुत्वाकर्षण (Motion &amp; Force)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प्रकाश, परावर्तन, दर्पण, लेंस एवं मानव नेत्र (Light &amp; Optics)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धारा, परिपथ, चुंबकत्व व विद्युत लेपन (Electricity)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ध्वनि, तरंग, मानव कर्ण व कंपन (Sound &amp; Waves)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ऊष्मा, ताप, थर्मामीटर एवं प्राकृतिक परिघटनाएं (Heat &amp; Nature)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 विज्ञान महामंथन : त्वरित सूत्र संकलन (Physics Formula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चाल = दूरी / समय (SI मात्रक: m/s)  |  दाब = बल / क्षेत्रफल (SI मात्रक: पास्कल/N/m²)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बल = द्रव्यमान × त्वरण (F = m × a, मात्रक: न्यूटन)  |  भार = m × g (पृथ्वी पर g = 9.8 m/s²)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प्रकाश परावर्तन: आपतन कोण = परावर्तन कोण (∠i = ∠r)  |  समतल दर्पण: सीधा, आभासी, समान आकार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वाहनों में पश्च-दृश्य दर्पण = उत्तल दर्पण (हमेशा सीधा व छोटा प्रतिबिंब, विस्तृत दृष्टि क्षेत्र)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धारा का SI मात्रक = एम्पीयर (मापक: अमीटर - श्रेणीक्रम)  |  विभवांतर = वोल्ट (वोल्टमीटर - समांतर क्रम)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चाल (Speed)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km/h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cm/s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m/min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चाल (Speed)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km/h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cm/s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m/min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 का SI मात्रक मीटर प्रति सेकंड (m/s)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वाहनों के पश्च-दृश्य दर्पण (Rear-view mirror) के रूप में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उत्तल दर्पण (Convex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परवलयिक दर्पण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वाहनों के पश्च-दृश्य दर्पण (Rear-view mirror) के रूप में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उत्तल दर्पण (Convex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परवलयिक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सदैव सीधा, छोटा और विस्तृत दृष्टि क्षेत्र का प्रतिबिंब बनाता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मानव कान के लिए श्रव्य ध्वनि (Audible Sound) की आवृत्ति परास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20 Hz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 Hz से 10,000 Hz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मानव कान के लिए श्रव्य ध्वनि (Audible Sound) की आवृत्ति परास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20 Hz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 Hz से 10,000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कान केवल 20 Hz से 20,000 Hz के बीच की आवृत्तियों को सुन सकता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दाब (Pressure)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न्यूटन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पास्कल (Pascal)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दाब (Pressure)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न्यूटन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पास्कल (Pascal)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दाब = बल / क्षेत्रफल = N/m², जिसे वैज्ञानिक पास्कल के सम्मान में 'पास्कल' कहते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स्वस्थ मानव नेत्र के लिए स्पष्ट दृष्टि की न्यूनतम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25 सेमी (25 cm)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अनंत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स्वस्थ मानव नेत्र के लिए स्पष्ट दृष्टि की न्यूनतम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25 सेमी (25 cm)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50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अनंत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स्वस्थ नेत्र द्वारा बिना तनाव के स्पष्ट पढ़ने की न्यूनतम दूरी 25 सेमी होती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समतल दर्पण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आभासी और सीधा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आभासी और उल्टा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समतल दर्पण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आभासी और सीधा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आभासी और उल्टा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समतल दर्पण में बना प्रतिबिंब आभासी, सीधा, वस्तु के बराबर और पार्श्व परिवर्तित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परिपथ में धारा की प्रबलता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अमीटर (Ammeter)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थर्मामीटर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गैल्वेनोमीटर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परिपथ में धारा की प्रबलता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अमीटर (Ammeter)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थर्मामीटर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गैल्वेनोमीटर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अमीटर विद्युत धारा को एम्पीयर में मापता है और इसे परिपथ में श्रेणीक्रम में जोड़ा जाता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सूर्य के प्रकाश को सात रंगों में विभाजित करने की घटना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वर्ण-विक्षेपण (Dispersion)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विवर्तन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सूर्य के प्रकाश को सात रंगों में विभाजित करने की घटना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वर्ण-विक्षेपण (Dispersion)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प्रिज्म द्वारा श्वेत प्रकाश का सात रंगों (VIBGYOR) में बिखरना वर्ण-विक्षेपण कहलाता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किसी कंपित वस्तु द्वारा 1 सेकंड में किए गए कंपनों की संख्या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आयाम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आवर्तकाल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आवृत्ति (Frequency)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तरंगदैर्घ्य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किसी कंपित वस्तु द्वारा 1 सेकंड में किए गए कंपनों की संख्या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आयाम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आवर्तकाल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आवृत्ति (Frequency)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तरंगदैर्घ्य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प्रति सेकंड कंपनों की संख्या को आवृत्ति कहते हैं और इसका मात्रक हर्ट्ज़ (Hz)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किसी वस्तु का चंद्रमा पर भार, पृथ्वी पर उसके भार का कितना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1/2 भाग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1/4 भाग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1/6 भाग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1/8 भाग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किसी वस्तु का चंद्रमा पर भार, पृथ्वी पर उसके भार का कितना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1/2 भाग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1/4 भाग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1/6 भाग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1/8 भाग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चंद्रमा का गुरुत्वीय त्वरण पृथ्वी का 1/6 होने से चंद्रमा पर भार भी 1/6 रह जाता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लोहे के पुलों व गाड़ियों को जंग से बचाने हेतु उन पर किसकी परत चढ़ाई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क्रोमियम / जिंक (जस्ता)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चांदी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सीसा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लोहे के पुलों व गाड़ियों को जंग से बचाने हेतु उन पर किसकी परत चढ़ाई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क्रोमियम / जिंक (जस्ता)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चांदी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सीसा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लेपन द्वारा जिंक या क्रोमियम की परत चढ़ाना संक्षारण और खरोंच से बचाता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तड़ित (Lightning) से भवनों की सुरक्षा के लिए भवन के शीर्ष पर क्या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लोहे की जाली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तड़ित चालक (तांबे की छड़)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कांच का गुंबद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एल्युमिनियम शीट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तड़ित (Lightning) से भवनों की सुरक्षा के लिए भवन के शीर्ष पर क्या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लोहे की जाली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तड़ित चालक (तांबे की छड़)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कांच का गुंबद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एल्युमिनियम शीट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तड़ित चालक (Lightning Conductor) आकाशीय विद्युत को सुरक्षित रूप से जमीन में विसर्जित कर देता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दाढ़ी बनाने या दंत चिकित्सकों द्वारा दांतों का बड़ा प्रतिबिंब देखने हेतु कौन-सा दर्पण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दाढ़ी बनाने या दंत चिकित्सकों द्वारा दांतों का बड़ा प्रतिबिंब देखने हेतु कौन-सा दर्पण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वस्तु को ध्रुव व फोकस के बीच रखने पर सीधा व बड़ा (आवर्धित) आभासी प्रतिबिंब देता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ध्वनि की गति सर्वाधिक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निर्वात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वायु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ठोस (स्टील/लोहा) में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ध्वनि की गति सर्वाधिक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निर्वात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वायु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ठोस (स्टील/लोहा)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चाल ठोस में सर्वाधिक (~5000 m/s), द्रव में मध्यम और गैस में सबसे कम होती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मानव शरीर का सामान्य तापमान सेल्सियस और फारेनहाइट पैमाने पर क्रमशः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35°C व 96.4°F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37°C व 98.6°F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39°C व 100.2°F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40°C व 102°F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मानव शरीर का सामान्य तापमान सेल्सियस और फारेनहाइट पैमाने पर क्रमशः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35°C व 96.4°F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37°C व 98.6°F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39°C व 100.2°F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40°C व 102°F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स्वस्थ मानव शरीर का तापमान 37°C या 98.6°F होता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घर्षण बल सदैव गति की किस दिशा में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गति की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गति की विपरीत दिशा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लंबवत दिशा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घर्षण बल सदैव गति की किस दिशा में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गति की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गति की विपरीत दिशा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लंबवत दिशा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घर्षण बल संपर्क सतहों के बीच सापेक्ष गति का सदैव विरोध करता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प्रकाश वर्ष (Light Year) किसका मात्रक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समय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दूरी का (Astronomical Distance)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प्रकाश की तीव्रता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चाल का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प्रकाश वर्ष (Light Year) किसका मात्रक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समय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दूरी का (Astronomical Distance)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प्रकाश की तीव्रता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चाल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 द्वारा एक वर्ष में तय की गई दूरी को प्रकाश वर्ष कहते हैं (9.46 × 10¹² किमी)।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सोलर कुकर में सूर्य की किरणों को एक बिंदु पर केंद्रित करने हेतु कौन-सा दर्पण सर्वोत्तम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सोलर कुकर में सूर्य की किरणों को एक बिंदु पर केंद्रित करने हेतु कौन-सा दर्पण सर्वोत्तम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अभिसारी होता है जो सूर्य की समानांतर किरणों को फोकस पर केंद्रित करता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घरों में प्रयुक्त होने वाले विद्युत फ्यूज का तार किस पदार्थ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उच्च गलनांक वाली धातु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कम गलनांक वाली मिश्र धातु (टिन व सीसा)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तांबे का मोटा तार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टंगस्टन का तार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घरों में प्रयुक्त होने वाले विद्युत फ्यूज का तार किस पदार्थ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उच्च गलनांक वाली धातु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कम गलनांक वाली मिश्र धातु (टिन व सीसा)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तांबे का मोटा तार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टंगस्टन का तार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फ्यूज तार का गलनांक कम होता है ताकि अतिभारण (Overloading) के समय पिघलकर परिपथ तोड़ दे।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विद्युत बल्ब का तंतु (Filament) किस उच्च गलनांक वाली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नाइक्रोम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टंगस्टन (Tungsten)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लोहा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विद्युत बल्ब का तंतु (Filament) किस उच्च गलनांक वाली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नाइक्रोम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टंगस्टन (Tungsten)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टंगस्टन का गलनांक बहुत उच्च (लगभग 3422°C) होता है, जिससे यह श्वेत-तप्त होकर प्रकाश देता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वस्तु पर किसी प्रकार का आवेश है या नहीं, इसका पता लगाने वाला सरल उपकरण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विद्युतदर्शी (Electroscope)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स्पीडोमीटर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वस्तु पर किसी प्रकार का आवेश है या नहीं, इसका पता लगाने वाला सरल उपकरण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विद्युतदर्शी (Electroscope)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स्पीडोमीटर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स्वर्ण-पत्र विद्युतदर्शी (Electroscope) द्वारा आवेश की उपस्थिति की पहचान की जाती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भूकंप की तीव्रता मापने का मुख्य पैमाना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पास्कल स्केल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डेसिबल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रिक्टर पैमाना (Richter Scale)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सेल्सियस स्केल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भूकंप की तीव्रता मापने का मुख्य पैमाना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पास्कल स्केल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डेसिबल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रिक्टर पैमाना (Richter Scale)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सेल्सियस स्केल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भूकंप की तरंगों की तीव्रता सीस्मोग्राफ यंत्र द्वारा रिक्टर पैमाने पर मापी जाती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ध्वनि तरंगें किस माध्यम में संचरण नहीं कर सकती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निर्वात (Vacuum) में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ध्वनि तरंगें किस माध्यम में संचरण नहीं कर सकती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निर्वात (Vacuum)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यांत्रिक तरंग है, इसे संचरण के लिए माध्यम चाहिए; यह निर्वात में संचरण नहीं कर सकती।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इंद्रधनुष (Rainbow) आकाश में सदैव सूर्य की किस दिशा में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सूर्य की ही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सूर्य की ठीक विपरीत दिशा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उत्तर दिशा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दोपहर में सिर के ऊपर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इंद्रधनुष (Rainbow) आकाश में सदैव सूर्य की किस दिशा में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सूर्य की ही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सूर्य की ठीक विपरीत दिशा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उत्तर दिशा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दोपहर में सिर के ऊपर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इंद्रधनुष सदैव सूर्य की विपरीत दिशा में प्रकाश के अपवर्तन, पूर्ण आंतरिक परावर्तन व विक्षेपण से बनता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विद्युत घंटी (Electric Bell) विद्युत धारा के किस प्रभाव पर कार्य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ऊष्मीय प्रभाव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रासायनिक प्रभाव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चुंबकीय प्रभाव (Magnetic Effect)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प्रकाशीय प्रभाव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विद्युत घंटी (Electric Bell) विद्युत धारा के किस प्रभाव पर कार्य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ऊष्मीय प्रभाव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रासायनिक प्रभाव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चुंबकीय प्रभाव (Magnetic Effect)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प्रकाशीय प्रभाव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घंटी में नर्म लोहे की क्रोड पर लिपटी कुंडली विद्युत चुंबक का कार्य करती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ऊष्मा संचरण की वह विधि जिसमें किसी माध्यम की आवश्यकता नहीं होती: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विकिरण (Radiation)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वाष्पन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ऊष्मा संचरण की वह विधि जिसमें किसी माध्यम की आवश्यकता नहीं होती: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चालन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विकिरण (Radiation)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वाष्पन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विकिरण द्वारा ऊष्मा निर्वात में भी विद्युत-चुंबकीय तरंगों के रूप में चलती है (जैसे सूर्य की ऊष्मा)।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#27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गैसों और द्रवों में ऊष्मा का संचरण मुख्य रूप से किस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चालन विधि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संवहन विधि (Convection)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विकिरण विधि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अवशोषण विधि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#27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गैसों और द्रवों में ऊष्मा का संचरण मुख्य रूप से किस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चालन विधि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संवहन विधि (Convection)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विकिरण विधि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अवशोषण विधि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द्रवों और गैसों में कण स्वयं गति करके ऊष्मा का स्थानांतरण करते हैं (संवहन)।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सड़क पर मोड़ों पर अंधे मोड़ों (Blind Curves) को देखने के लिए कौन-सा दर्पण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 (Convex Mirror)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उभयोत्तल लेंस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सड़क पर मोड़ों पर अंधे मोड़ों (Blind Curves) को देखने के लिए कौन-सा दर्पण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उत्तल दर्पण (Convex Mirror)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उभयोत्तल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का दृष्टि क्षेत्र सबसे अधिक होता है, अतः यह मोड़ों पर सुरक्षा दर्पण के रूप में उपयोगी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#29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नेत्रदान में दाता की आंख का कौन-सा भाग प्रत्यारोपित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रेटिना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आईरिस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कॉर्निया (Cornea)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पुतली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#29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नेत्रदान में दाता की आंख का कौन-सा भाग प्रत्यारोपित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रेटिना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आईरिस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कॉर्निया (Cornea)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पुतली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नेत्रदान में केवल पारदर्शी बाहरी पटल 'कॉर्निया' (स्वच्छ मंडल) का ही प्रत्यारोपण किया जाता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#30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समान आवेशों (+ और +) के बीच कैसा बल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आकर्षण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प्रतिकर्षण बल (Repulsion)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गुरुत्वाकर्षण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घर्षण बल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PYQ #30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समान आवेशों (+ और +) के बीच कैसा बल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आकर्षण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प्रतिकर्षण बल (Repulsion)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गुरुत्वाकर्षण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घर्षण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सजातीय (समान) आवेश परस्पर प्रतिकर्षित करते हैं तथा विजातीय (असमान) आवेश परस्पर आकर्षित करते हैं।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भौतिकी महामंथन त्वरित सार (Physics Grand Master Key)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दर्पण संक्षेप: वाहनों में पीछे देखना = उत्तल दर्पण | दंत चिकित्सक / हेडलाइट = अवतल दर्पण | चेहरा देखना = समतल दर्पण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ध्वनि संक्षेप: श्रव्य परास = 20-20,000 Hz | निर्वात में चाल = शून्य | ठोस में सर्वाधिक (~5000 m/s)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विद्युत संक्षेप: धारा = एम्पीयर (अमीटर) | विभव = वोल्ट (वोल्टमीटर) | हीटर तार = नाइक्रोम | बल्ब तंतु = टंगस्टन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ऊष्मा संक्षेप: मानव ताप = 37°C (98.6°F) | सूर्य ऊष्मा = विकिरण (माध्यम रहित) | द्रव व गैस = संवहन | ठोस = चालन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नेत्र संक्षेप: न्यूनतम दूरी = 25 cm | प्रतिबिंब = रेटिना पर (उल्टा व वास्तविक) | नेत्रदान = कॉर्निया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