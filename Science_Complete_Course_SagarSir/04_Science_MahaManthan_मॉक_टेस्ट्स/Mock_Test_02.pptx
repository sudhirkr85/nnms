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02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प्रकाशिकी, दोष निवारण, विद्युत परिपथ व लोलक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अम्लराज, पेट्रोकेमिकल्स, अक्रिय गैस व रासायनिक यौगिकों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रुधिर, ग्रंथियां, पादप हार्मोन व राष्ट्रीय उद्यानों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सटीक हल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कार्य (Work) एवं ऊर्जा (Energy)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जूल (Joule)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पास्कल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कार्य (Work) एवं ऊर्जा (Energy)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जूल (Joule)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पास्कल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कार्य = बल × विस्थापन, इसका SI मात्रक न्यूटन-मीटर या 'जूल' (J)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शक्ति (Electric Power)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वाट (Watt)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वोल्ट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शक्ति (Electric Power)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वाट (Watt)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वोल्ट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कार्य करने की दर को शक्ति कहते हैं (P = W/t), इसका मात्रक वाट (W)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जब प्रकाश विरल माध्यम (हवा) से सघन माध्यम (कांच) में जाता है, तो वह: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अभिलंब से दूर हटता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अभिलंब की ओर झुकता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सीधा निकल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वापस लौट जाता है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जब प्रकाश विरल माध्यम (हवा) से सघन माध्यम (कांच) में जाता है, तो वह: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अभिलंब से दूर हटता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अभिलंब की ओर झुकता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सीधा निकल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वापस लौट जाता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सघन माध्यम में प्रकाश का वेग कम हो जाता है, अतः किरण अभिलंब की ओर झुक जाती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तारों का टिमटिमाना (Twinkling of Stars) प्रकाश की किस घटना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वायुमंडलीय अपवर्तन (Atmospheric 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प्रकीर्णन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तारों का टिमटिमाना (Twinkling of Stars) प्रकाश की किस घटना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वायुमंडलीय अपवर्तन (Atmospheric 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प्रकीर्णन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की विभिन्न घनत्व वाली परतों द्वारा तारों के प्रकाश का निरंतर अपवर्तन होता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निकट दृष्टि दोष (Myopia) को दूर करने के लिए किस लेंस का चश्मा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द्विफोकसी लेंस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निकट दृष्टि दोष (Myopia) को दूर करने के लिए किस लेंस का चश्मा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द्विफोकसी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लेंस प्रकाश किरणों को अपसारित करके प्रतिबिंब को रेटिना पर केंद्रित करता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दूर दृष्टि दोष (Hypermetropia) के निवारण हेतु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दूर दृष्टि दोष (Hypermetropia) के निवारण हेतु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अभिसारी होता है जो किरणों को पहले मोड़कर रेटिना पर प्रतिबिंब बनाता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दांतों के डॉक्टर द्वारा मरीज के दांतों का बड़ा प्रतिबिंब देखने के लिए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दांतों के डॉक्टर द्वारा मरीज के दांतों का बड़ा प्रतिबिंब देखने के लिए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वस्तु को बहुत पास रखने पर सीधा व बड़ा आभासी प्रतिबिंब दिखाता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गाड़ियों की हेडलाइट (Headlights) में कौन-सा दर्पण उपयोग में 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परवलयिक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बेलनाकार दर्पण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गाड़ियों की हेडलाइट (Headlights) में कौन-सा दर्पण उपयोग में 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परवलयिक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बेलनाकार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बल्ब से निकलने वाले प्रकाश को समानांतर शक्तिशाली पुंज में बदल देता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परिपथ में विभवांतर मापने के लिए वोल्टमीटर को किस क्रम में जोड़ा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समांतर क्रम में (Parallel)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मिश्रित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किसी भी क्रम में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परिपथ में विभवांतर मापने के लिए वोल्टमीटर को किस क्रम में जोड़ा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समांतर क्रम में (Parallel)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मिश्रित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किसी भी क्रम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वोल्टमीटर का प्रतिरोध बहुत उच्च होता है, अतः इसे सदैव समांतर क्रम में जोड़ा जाता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घरों में प्रयुक्त विद्युत उपकरण (पंखा, बल्ब, टीवी) किस क्रम में जुड़े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समांतर क्रम (Parallel Connection)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चक्रीय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अनियमित क्रम में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घरों में प्रयुक्त विद्युत उपकरण (पंखा, बल्ब, टीवी) किस क्रम में जुड़े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समांतर क्रम (Parallel Connection)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चक्रीय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अनियमित क्रम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समांतर क्रम में सभी उपकरणों को समान 220V वोल्टेज मिलता है और एक बंद होने पर दूसरा चालू रहता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पृथ्वी के केंद्र (Center of Earth) पर किसी वस्तु का भार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अधिकतम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शून्य (Zero)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ध्रुवों के बराबर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अनंत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पृथ्वी के केंद्र (Center of Earth) पर किसी वस्तु का भार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अधिकतम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शून्य (Zero)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ध्रुवों के बराबर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अनंत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के केंद्र पर गुरुत्वीय त्वरण g = 0 होता है, अतः भार W = m × 0 = 0 होगा।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पृथ्वी पर किसी वस्तु का भार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भूमध्य रेखा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ध्रुवों पर (Poles)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कर्क रेखा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मकर रेखा पर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पृथ्वी पर किसी वस्तु का भार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भूमध्य रेखा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ध्रुवों पर (Poles)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कर्क रेखा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मकर रेखा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ध्रुवों पर पृथ्वी की त्रिज्या न्यूनतम होने से गुरुत्वीय त्वरण g का मान सर्वाधिक होता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पेंडुलम घड़ी (सरल लोलक) का आवर्तकाल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गोलक के द्रव्यमान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लोलक की प्रभावी लंबाई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गोलक के रंग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समय पर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पेंडुलम घड़ी (सरल लोलक) का आवर्तकाल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गोलक के द्रव्यमान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लोलक की प्रभावी लंबाई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गोलक के रंग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समय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T = 2π√(L/g), अतः आवर्तकाल केवल लोलक की लंबाई (L) और g पर निर्भर करता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तीव्रता (Loudness) का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हर्ट्ज़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(Decibel - 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मीटर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तीव्रता (Loudness) का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हर्ट्ज़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डेसिबल (Decibel - 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तीव्रता और शोर का स्तर डेसिबल (dB) में मापा जाता है (80 dB से ऊपर शोर हानिकारक है)।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पराबैंगनी किरणों (UV Rays)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रॉन्टजन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जोहान रिटर (Johann Ritter)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हर्शेल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न्यूटन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पराबैंगनी किरणों (UV Rays)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रॉन्टजन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जोहान रिटर (Johann Ritter)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हर्शेल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1801 में जोहान रिटर ने पराबैंगनी किरणों की खोज की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अम्लराज (Aqua Regia) सांद्र HCl और सांद्र HNO₃ का किस अनुपात में ताजा मिश्रण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: 1 (3 HCl + 1 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: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: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अम्लराज (Aqua Regia) सांद्र HCl और सांद्र HNO₃ का किस अनुपात में ताजा मिश्रण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 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 : 1 (3 HCl + 1 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 :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3 भाग सांद्र हाइड्रोक्लोरिक अम्ल और 1 भाग सांद्र नाइट्रिक अम्ल का मिश्रण सोना भी घोल देता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सोने एवं चांदी के आभूषणों को साफ करने हेतु सुनार द्वारा किस अम्ल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हाइड्रोक्लोरिक अम्ल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सोने एवं चांदी के आभूषणों को साफ करने हेतु सुनार द्वारा किस अम्ल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हाइड्रोक्लोरिक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नाइट्रिक अम्ल (शोरे का अम्ल) सोने और चांदी की अशुद्धियों को साफ करने हेतु उपयोग में आता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वाहनों की बैटरियों (Lead Storage Battery) में कौन-सा अम्ल भरा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सल्फ्यूरिक अम्ल (H₂SO₄)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हाइड्रोक्लोरिक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वाहनों की बैटरियों (Lead Storage Battery) में कौन-सा अम्ल भरा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सल्फ्यूरिक अम्ल (H₂SO₄)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हाइड्रोक्लोरिक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सल्फ्यूरिक अम्ल (गंधक का अम्ल) को 'रसायनों का राजा' कहते हैं, यह लेड बैटरियों में प्रयुक्त होता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 की अम्लीयता (एसिडिटी) दूर करने हेतु प्रयुक्त 'मिल्क ऑफ मैग्नीशिया'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मैग्नीशियम हाइड्रोक्साइड [Mg(OH)₂]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 की अम्लीयता (एसिडिटी) दूर करने हेतु प्रयुक्त 'मिल्क ऑफ मैग्नीशिया'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मैग्नीशियम हाइड्रोक्साइड [Mg(OH)₂]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मैग्नीशियम हाइड्रोक्साइड एक दुर्बल प्रति-अम्ल (Antacid) है जो अतिरिक्त पेट के अम्ल को शांत करता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शुष्क बुझा हुआ चूना (Slaked Lime)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Ca(OH)₂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CaCl₂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शुष्क बुझा हुआ चूना (Slaked Lime)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Ca(OH)₂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CaCl₂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बिना बुझे चूने (CaO) में पानी डालने पर बुझा हुआ चूना [Ca(OH)₂] बनता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संगमरमर (Marble), खड़िया एवं चूना-पत्थर का मुख्य रासायनिक घटक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कार्बोनेट (CaCO₃)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 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कैल्शियम नाइट्रेट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संगमरमर (Marble), खड़िया एवं चूना-पत्थर का मुख्य रासायनिक घटक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कैल्शियम कार्बोनेट (CaCO₃)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 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कैल्शियम नाइट्रेट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संगमरमर, चूना-पत्थर, चाक और अंडे का छिलका सभी कैल्शियम कार्बोनेट (CaCO₃) के रूप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हंसाने वाली गैस (Laughing Gas)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नाइट्रिक 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नाइट्रस ऑक्साइड (N₂O)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अमोनिया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हंसाने वाली गैस (Laughing Gas)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नाइट्रिक 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नाइट्रस ऑक्साइड (N₂O)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अमोनिया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नाइट्रस ऑक्साइड (N₂O) को सूंघने पर उत्तेजना व हंसी आती है, इसे लाफिंग गैस कहते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अश्रु गैस (Tear Gas) के रूप में मुख्य रूप से कौन-सा रासायनिक यौगिक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क्लोरोपिक्रिन (Chloropicrin)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कार्बन मोनोऑक्साइड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अश्रु गैस (Tear Gas) के रूप में मुख्य रूप से कौन-सा रासायनिक यौगिक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क्लोरोपिक्रिन (Chloropicrin)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मीथेन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कार्बन मोनोऑक्साइड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भीड़ को तितर-बितर करने हेतु पुलिस अश्रु गैस (क्लोरोपिक्रिन) का उपयोग करती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शुष्क बर्फ (Dry Ice)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ठोस कार्बन डाइऑक्साइड (Solid 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बर्फ और नमक का मिश्रण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ठोस हाइड्रोजन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शुष्क बर्फ (Dry Ice)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ठोस कार्बन डाइऑक्साइड (Solid 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बर्फ और नमक का मिश्रण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ठोस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ठोस CO₂ को अत्यधिक दाब पर जमाया जाता है; गर्म करने पर यह बिना द्रव बने सीधे गैस बनती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कच्चे फलों को कृत्रिम रूप से पकाने के लिए किस गैस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मीथेन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एसिटिलीन / एथिलीन (Ethylene)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कच्चे फलों को कृत्रिम रूप से पकाने के लिए किस गैस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मीथेन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एसिटिलीन / एथिलीन (Ethylene)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एथिलीन एक पादप हार्मोन है तथा कार्बाइड से निकलने वाली एसिटिलीन फलों को जल्दी पकाती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गोबर गैस (बायोगैस) का मुख्य ज्वलनशील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 (CH₄ - लगभग 65%)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ब्यूटेन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प्रोपेन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गोबर गैस (बायोगैस) का मुख्य ज्वलनशील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मीथेन (CH₄ - लगभग 65%)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ब्यूटेन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प्रोपेन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बायोगैस संयंत्र में अवायवीय जीवाणुओं द्वारा गोबर के सड़ने से प्रचुर मात्रा में मीथेन बनती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जल की स्थायी कठोरता दूर करने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ब्लीचिंग पाउडर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धावन सोडा (Washing Soda)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साधारण नमक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नीला थोथा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जल की स्थायी कठोरता दूर करने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ब्लीचिंग पाउडर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धावन सोडा (Washing Soda)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साधारण नमक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नीला थोथा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धावन सोडा (Na₂CO₃) जल में घुले कैल्शियम व मैग्नीशियम के सल्फेट/क्लोराइड को अवक्षेपित कर देता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नीला थोथा (Blue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फेरस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कॉपर सल्फेट (CuSO₄.5H₂O)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मैग्नीशियम सल्फेट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नीला थोथा (Blue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फेरस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कॉपर सल्फेट (CuSO₄.5H₂O)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मैग्नीशियम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कॉपर सल्फेट पेंटाहाइड्रेट को नीला थोथा या तूतिया कहा जाता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हरा कसीस (Green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कॉपर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फेरस सल्फेट (FeSO₄.7H₂O)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सल्फेट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हरा कसीस (Green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कॉपर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फेरस सल्फेट (FeSO₄.7H₂O)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फेरस सल्फेट हेप्टाहाइड्रेट को हरा कसीस कहते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सफेद थोथा (White Vitriol)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जिंक सल्फेट (ZnSO₄.7H₂O)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सल्फेट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बेरियम सल्फेट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सफेद थोथा (White Vitriol)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जिंक सल्फेट (ZnSO₄.7H₂O)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कैल्शियम सल्फेट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बेरियम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जिंक सल्फेट के क्रिस्टल को सफेद थोथा कहा जाता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में रक्त का शुद्धिकरण (रक्त छनन)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वृक्क / गुर्दे (Kidneys)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यकृत में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में रक्त का शुद्धिकरण (रक्त छनन)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हृदय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वृक्क / गुर्दे (Kidneys)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यकृत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वृक्क (Kidney) रक्त से यूरिया, यूरिक अम्ल और अतिरिक्त लवणों को छानकर मूत्र बनाता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रक्त का लाल रंग किस लौहयुक्त प्रोटीन वर्णक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मायोग्लोबिन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(Haemoglobin)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फाइब्रिन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कैरोटीन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रक्त का लाल रंग किस लौहयुक्त प्रोटीन वर्णक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मायोग्लोबिन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(Haemoglobin)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फाइब्रिन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कैरोटीन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हीमोग्लोबिन में 'हीम' नामक लौह यौगिक होता है जो ऑक्सीजन से जुड़कर रक्त को लाल बनाता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शरीर के सैनिकों (Soldiers of Body) के रूप में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श्वेत रक्त कणिकाएं (WBC)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शरीर के सैनिकों (Soldiers of Body) के रूप में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श्वेत रक्त कणिकाएं (WBC)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WBC हानिकारक बैक्टीरिया और वायरसों को भक्षण करके शरीर को रोगों से बचाती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आरबीसी (लाल रक्त कणिकाएं) का जीवनकाल लगभग कितने दिनों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से 30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120 दिन (120 Days)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200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365 दिन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आरबीसी (लाल रक्त कणिकाएं) का जीवनकाल लगभग कितने दिनों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से 30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120 दिन (120 Days)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200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365 दिन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का निर्माण अस्थिमज्जा (Bone Marrow) में होता है और इनका जीवनकाल 120 दिन होता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हृदय 1 मिनट में औसतन कितनी बार धड़कता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72 बार (72 times/min)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बार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हृदय 1 मिनट में औसतन कितनी बार धड़कता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60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72 बार (72 times/min)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80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एक सामान्य स्वस्थ वयस्क का हृदय प्रति मिनट लगभग 72 बार स्पंदन करता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का सामान्य तापमान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35°C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37°C (या 98.6°F)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42°C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का सामान्य तापमान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35°C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37°C (या 98.6°F)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40°C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शरीर का स्थिर तापमान 37°C या 98.6 फारेनहाइट होता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लार में उपस्थित कौन-सा जीवाणुनाशक एंजाइम भोजन के कीटाणुओं को मारता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टायलिन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लाइसोजाइम (Lysozyme)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रेनिन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लार में उपस्थित कौन-सा जीवाणुनाशक एंजाइम भोजन के कीटाणुओं को मारता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टायलिन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लाइसोजाइम (Lysozyme)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रेनिन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लाइसोजाइम एंजाइम लार और आंसुओं में पाया जाता है जो जीवाणुओं की कोशिका भित्ति को तोड़ता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प्रोटीन की कमी से बच्चों में कौन-सा गंभीर कुपोषण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स्कर्वी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क्वाशिओरकोर (Kwashiorkor)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रतौंधी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एनीमिया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प्रोटीन की कमी से बच्चों में कौन-सा गंभीर कुपोषण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स्कर्वी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क्वाशिओरकोर (Kwashiorkor)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रतौंधी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एनीमिया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प्रोटीन की भारी कमी से बच्चों का पेट फूल जाता है और हाथ-पैर पतले हो जाते हैं (क्वाशिओरकोर)।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शरीर में लोहे (आयरन)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अरक्तता / एनीमिया (Anaemia)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स्कर्वी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मधुमेह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शरीर में लोहे (आयरन)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अरक्तता / एनीमिया (Anaemia)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स्कर्वी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मधुमेह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आयरन की कमी से रक्त में हीमोग्लोबिन का स्तर गिर जाता है, जिससे एनीमिया होता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आयोडीन की कमी से कौन-सी अंतःस्रावी ग्रंथि सूजकर बढ़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पीयूष ग्रंथि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 ग्रंथि (घेंघा रोग)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अग्न्याशय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अधिवृक्क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आयोडीन की कमी से कौन-सी अंतःस्रावी ग्रंथि सूजकर बढ़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पीयूष ग्रंथि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थायरॉयड ग्रंथि (घेंघा रोग)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अग्न्याशय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अधिवृक्क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थायरॉयड ग्रंथि थायरॉक्सिन हार्मोन बनाने के लिए आयोडीन लेती है; कमी होने पर सूज जाती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नेत्र में किसी वस्तु का वास्तविक प्रतिबिंब किस पर्दे पर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कॉर्निया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आईरिस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रेटिना / दृष्टिपटल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पुतली पर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नेत्र में किसी वस्तु का वास्तविक प्रतिबिंब किस पर्दे पर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कॉर्निया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आईरिस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रेटिना / दृष्टिपटल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पुतली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नेत्र लेंस द्वारा रेटिना पर वस्तु का उल्टा एवं वास्तविक प्रतिबिंब बनता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नेत्र में प्रवेश करने वाले प्रकाश की मात्रा को कौन नियंत्रित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कॉर्निया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परितारिका / आईरिस (Iris)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रेटिना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श्वेतपटल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नेत्र में प्रवेश करने वाले प्रकाश की मात्रा को कौन नियंत्रित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कॉर्निया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परितारिका / आईरिस (Iris)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रेटिना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श्वेतपटल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आईरिस पुतली के आकार को सिकोड़ या फैलाकर आंख में जाने वाले प्रकाश को नियंत्रित करती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पौधों की पत्तियों द्वारा जलवाष्प के रूप में जल हानि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श्वसन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वाष्पोत्सर्जन (Transpiration)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प्रकाश-संश्लेषण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अवशोषण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पौधों की पत्तियों द्वारा जलवाष्प के रूप में जल हानि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श्वसन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वाष्पोत्सर्जन (Transpiration)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प्रकाश-संश्लेषण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अवशोषण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पत्तियों के रंध्रों से जलवाष्प का बाहर निकलना वाष्पोत्सर्जन कहलाता है जिससे पौधों में ठंडक रहती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ऑक्सिन (Auxin) और जिबरेलिन पौधों में क्या कार्य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वृद्धि संदमन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पादप वृद्धि प्रेरक (Growth Hormones)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पत्ती गिराना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फल सुखाना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ऑक्सिन (Auxin) और जिबरेलिन पौधों में क्या कार्य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वृद्धि संदमन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पादप वृद्धि प्रेरक (Growth Hormones)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पत्ती गिराना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फल सुखाना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ऑक्सिन और जिबरेलिन पौधों की लंबाई व कोशिकाओं के विभाजन को बढ़ाने वाले वृद्धि हार्मोन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पत्तियों के झड़ने और वृद्धि को रोकने वाला पादप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साइटोकाइनिन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एब्सिसिक अम्ल (ABA)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जिबरेलिन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पत्तियों के झड़ने और वृद्धि को रोकने वाला पादप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साइटोकाइनिन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एब्सिसिक अम्ल (ABA)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जिबरेलिन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एब्सिसिक अम्ल (ABA) एक वृद्धि संदमक हार्मोन है जो पत्तियों के विलगन को प्रेरित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रेड डाटा बुक (Red Data Book) किसके द्वारा जारी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UNESCO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IUCN (International Union for Conservation of Nature)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WHO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UNEP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रेड डाटा बुक (Red Data Book) किसके द्वारा जारी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UNESCO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IUCN (International Union for Conservation of Nature)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WHO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UNEP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संकटग्रस्त जीवों की रेड लिस्ट और रेड डाटा बुक प्रकाशित करता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कान्हा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मध्य प्रदेश (Madhya Pradesh)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कान्हा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मध्य प्रदेश (Madhya Pradesh)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राजस्थान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कान्हा राष्ट्रीय उद्यान मध्य प्रदेश के मंडला जिले में स्थित प्रसिद्ध बाघ अभयारण्य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वाल्मीकि राष्ट्रीय उद्यान एवं टाइगर रिजर्व बिहार के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पटना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 चंपारण (West Champaran)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सुपौल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वाल्मीकि राष्ट्रीय उद्यान एवं टाइगर रिजर्व बिहार के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पटना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पश्चिम चंपारण (West Champaran)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सुपौल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वाल्मीकि राष्ट्रीय उद्यान बिहार का एकमात्र राष्ट्रीय उद्यान है जो पश्चिम चंपारण में स्थित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रणथंभौर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(Rajasthan)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महाराष्ट्र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रणथंभौर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राजस्थान (Rajasthan)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महाराष्ट्र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रणथंभौर राष्ट्रीय उद्यान राजस्थान के सवाई माधोपुर में स्थित प्रसिद्ध टाइगर रिजर्व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गिर राष्ट्रीय उद्यान (गुजरात) मुख्य रूप से किस दुर्लभ वन्यजीव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एक सींग वाला गैंडा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एशियाई शेर (Asiatic Lion)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रॉयल बंगाल टाइगर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जंगली गधा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गिर राष्ट्रीय उद्यान (गुजरात) मुख्य रूप से किस दुर्लभ वन्यजीव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एक सींग वाला गैंडा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एशियाई शेर (Asiatic Lion)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रॉयल बंगाल टाइगर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जंगली गधा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गुजरात का गिर वन पूरे एशिया में एशियाई शेरों का एकमात्र प्राकृतिक आवास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दृष्टि दोष: निकट दृष्टि = अवतल लेंस | दूर दृष्टि = उत्तल लेंस | प्रतिबिंब = रेटिना पर | प्रकाश नियंत्रण = आईरिस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विद्युत संक्षेप: कार्य = जूल | शक्ति = वाट | घरों में = समांतर क्रम | केंद्र पर g = 0 (भार शून्य)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रासायनिक सूत्र: अम्लराज = 3 HCl + 1 HNO₃ | बुझा चूना = Ca(OH)₂ | लाफिंग गैस = N₂O | शुष्क बर्फ = ठोस CO₂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मानव कार्यिकी: RBC आयु = 120 दिन | रक्त बैंक = प्लीहा | हृदय स्पंदन = 72 प्रति मिनट | रक्त छनन = वृक्क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राष्ट्रीय उद्यान: वाल्मीकि = प. चंपारण (बिहार) | गिर = एशियाई शेर (गुजरात) | कान्हा = MP | रणथंभौर = राजस्थान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02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