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ALL INDIA SCIENCE MOCK TEST 02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02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मिशन 35/35 अंक • 50 अति-महत्वपूर्ण विगत वर्षों के प्रश्न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प्रकाशिकी, दोष निवारण, विद्युत परिपथ व लोलक के 15 प्रश्न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अम्लराज, पेट्रोकेमिकल्स, अक्रिय गैस व रासायनिक यौगिकों के 15 प्रश्न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मानव रुधिर, ग्रंथियां, पादप हार्मोन व राष्ट्रीय उद्यानों के 20 प्रश्न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ऑल इंडिया NMMS परीक्षा स्तर के शत-प्रतिशत प्रामाणिक प्रश्न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प्रत्येक प्रश्न पर 2-स्लाइड इंटरैक्टिव पैटर्न एवं विस्तृत व्याख्या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02 — परीक्षा निर्देश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परीक्षा निर्देश एवं मूल्यांकन नियमावली (Exam Rules &amp; Scoring Pattern):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इस टेस्ट में राष्ट्रीय आय-सह-मेधा छात्रवृत्ति परीक्षा (NMMS) के विज्ञान (SAT) पाठ्यक्रम के कुल 50 प्रामाणिक प्रश्न शामिल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प्रत्येक प्रश्न के लिए 1 अंक निर्धारित है। परीक्षा में कोई नकारात्मक अंकन (Negative Marking) नहीं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प्रश्न स्लाइड पर उत्तर पूरी तरह छुपा हुआ है ताकि छात्र स्वयं विचार कर उत्तर दे सकें।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अगली स्लाइड पर सही विकल्प हरे रंग में प्रकाशित होगा तथा नीचे संपूर्ण वैज्ञानिक तथ्य और व्याख्या दी गई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लक्ष्य: विज्ञान के 35 प्रश्नों में से शत-प्रतिशत 35/35 अंक प्राप्त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कार्य (Work) एवं ऊर्जा (Energy) का अंतरराष्ट्रीय मानक (SI)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वाट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जूल (Joule)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न्यूटन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पास्कल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कार्य (Work) एवं ऊर्जा (Energy) का अंतरराष्ट्रीय मानक (SI)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वाट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जूल (Joule)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न्यूटन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पास्कल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कार्य = बल × विस्थापन, इसका SI मात्रक न्यूटन-मीटर या 'जूल' (J) होता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विद्युत शक्ति (Electric Power) का SI मात्रक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जूल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वाट (Watt)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एम्पीयर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वोल्ट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विद्युत शक्ति (Electric Power) का SI मात्रक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जूल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वाट (Watt)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एम्पीयर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वोल्ट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कार्य करने की दर को शक्ति कहते हैं (P = W/t), इसका मात्रक वाट (W) होता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जब प्रकाश विरल माध्यम (हवा) से सघन माध्यम (कांच) में जाता है, तो वह: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अभिलंब से दूर हटता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अभिलंब की ओर झुकता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सीधा निकल जाता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वापस लौट जाता है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जब प्रकाश विरल माध्यम (हवा) से सघन माध्यम (कांच) में जाता है, तो वह: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अभिलंब से दूर हटता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अभिलंब की ओर झुकता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सीधा निकल जाता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वापस लौट जाता है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सघन माध्यम में प्रकाश का वेग कम हो जाता है, अतः किरण अभिलंब की ओर झुक जाती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तारों का टिमटिमाना (Twinkling of Stars) प्रकाश की किस घटना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परावर्तन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वायुमंडलीय अपवर्तन (Atmospheric Refraction)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प्रकीर्णन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विवर्तन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तारों का टिमटिमाना (Twinkling of Stars) प्रकाश की किस घटना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परावर्तन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वायुमंडलीय अपवर्तन (Atmospheric Refraction)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प्रकीर्णन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विवर्तन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वायुमंडल की विभिन्न घनत्व वाली परतों द्वारा तारों के प्रकाश का निरंतर अपवर्तन होता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निकट दृष्टि दोष (Myopia) को दूर करने के लिए किस लेंस का चश्मा लगाया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उत्तल लेंस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अवतल लेंस (Concave Lens)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बेलनाकार लेंस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द्विफोकसी लेंस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निकट दृष्टि दोष (Myopia) को दूर करने के लिए किस लेंस का चश्मा लगाया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उत्तल लेंस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अवतल लेंस (Concave Lens)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बेलनाकार लेंस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द्विफोकसी लेंस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अवतल लेंस प्रकाश किरणों को अपसारित करके प्रतिबिंब को रेटिना पर केंद्रित करता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दूर दृष्टि दोष (Hypermetropia) के निवारण हेतु किस लेंस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अवतल लेंस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उत्तल लेंस (Convex Lens)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अवतल दर्पण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दूर दृष्टि दोष (Hypermetropia) के निवारण हेतु किस लेंस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अवतल लेंस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उत्तल लेंस (Convex Lens)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अवतल दर्पण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उत्तल लेंस अभिसारी होता है जो किरणों को पहले मोड़कर रेटिना पर प्रतिबिंब बनाता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दांतों के डॉक्टर द्वारा मरीज के दांतों का बड़ा प्रतिबिंब देखने के लिए कौन-सा दर्पण प्रयुक्त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उत्तल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अवतल दर्पण (Concave Mirror)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उत्तल लेंस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दांतों के डॉक्टर द्वारा मरीज के दांतों का बड़ा प्रतिबिंब देखने के लिए कौन-सा दर्पण प्रयुक्त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उत्तल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अवतल दर्पण (Concave Mirror)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उत्तल लेंस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अवतल दर्पण वस्तु को बहुत पास रखने पर सीधा व बड़ा आभासी प्रतिबिंब दिखाता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गाड़ियों की हेडलाइट (Headlights) में कौन-सा दर्पण उपयोग में लाया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उत्तल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अवतल परवलयिक दर्पण (Concave)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बेलनाकार दर्पण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गाड़ियों की हेडलाइट (Headlights) में कौन-सा दर्पण उपयोग में लाया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उत्तल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अवतल परवलयिक दर्पण (Concave)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बेलनाकार दर्पण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अवतल दर्पण बल्ब से निकलने वाले प्रकाश को समानांतर शक्तिशाली पुंज में बदल देता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किसी परिपथ में विभवांतर मापने के लिए वोल्टमीटर को किस क्रम में जोड़ा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श्रेणीक्रम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समांतर क्रम में (Parallel)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मिश्रित क्रम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किसी भी क्रम में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किसी परिपथ में विभवांतर मापने के लिए वोल्टमीटर को किस क्रम में जोड़ा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श्रेणीक्रम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समांतर क्रम में (Parallel)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मिश्रित क्रम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किसी भी क्रम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वोल्टमीटर का प्रतिरोध बहुत उच्च होता है, अतः इसे सदैव समांतर क्रम में जोड़ा जाता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घरों में प्रयुक्त विद्युत उपकरण (पंखा, बल्ब, टीवी) किस क्रम में जुड़े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श्रेणीक्रम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समांतर क्रम (Parallel Connection)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चक्रीय क्रम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अनियमित क्रम में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घरों में प्रयुक्त विद्युत उपकरण (पंखा, बल्ब, टीवी) किस क्रम में जुड़े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श्रेणीक्रम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समांतर क्रम (Parallel Connection)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चक्रीय क्रम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अनियमित क्रम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समांतर क्रम में सभी उपकरणों को समान 220V वोल्टेज मिलता है और एक बंद होने पर दूसरा चालू रहता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पृथ्वी के केंद्र (Center of Earth) पर किसी वस्तु का भार कितना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अधिकतम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शून्य (Zero)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ध्रुवों के बराबर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अनंत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पृथ्वी के केंद्र (Center of Earth) पर किसी वस्तु का भार कितना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अधिकतम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शून्य (Zero)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ध्रुवों के बराबर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अनंत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पृथ्वी के केंद्र पर गुरुत्वीय त्वरण g = 0 होता है, अतः भार W = m × 0 = 0 होगा।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पृथ्वी पर किसी वस्तु का भार सर्वाधिक कहाँ पर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भूमध्य रेखा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ध्रुवों पर (Poles)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कर्क रेखा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मकर रेखा पर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पृथ्वी पर किसी वस्तु का भार सर्वाधिक कहाँ पर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भूमध्य रेखा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ध्रुवों पर (Poles)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कर्क रेखा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मकर रेखा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ध्रुवों पर पृथ्वी की त्रिज्या न्यूनतम होने से गुरुत्वीय त्वरण g का मान सर्वाधिक होता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#13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पेंडुलम घड़ी (सरल लोलक) का आवर्तकाल किस पर निर्भर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गोलक के द्रव्यमान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लोलक की प्रभावी लंबाई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गोलक के रंग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समय पर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#13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पेंडुलम घड़ी (सरल लोलक) का आवर्तकाल किस पर निर्भर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गोलक के द्रव्यमान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लोलक की प्रभावी लंबाई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गोलक के रंग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समय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T = 2π√(L/g), अतः आवर्तकाल केवल लोलक की लंबाई (L) और g पर निर्भर करता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ध्वनि की तीव्रता (Loudness) का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हर्ट्ज़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डेसिबल (Decibel - dB)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पास्कल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मीटर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ध्वनि की तीव्रता (Loudness) का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हर्ट्ज़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डेसिबल (Decibel - dB)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पास्कल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ध्वनि की तीव्रता और शोर का स्तर डेसिबल (dB) में मापा जाता है (80 dB से ऊपर शोर हानिकारक है)।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पराबैंगनी किरणों (UV Rays) की खोज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रॉन्टजन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जोहान रिटर (Johann Ritter)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हर्शेल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न्यूटन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पराबैंगनी किरणों (UV Rays) की खोज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रॉन्टजन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जोहान रिटर (Johann Ritter)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हर्शेल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न्यूटन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1801 में जोहान रिटर ने पराबैंगनी किरणों की खोज की थी।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#16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16. अम्लराज (Aqua Regia) सांद्र HCl और सांद्र HNO₃ का किस अनुपात में ताजा मिश्रण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 :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3 : 1 (3 HCl + 1 HNO₃)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 :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 : 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#16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16. अम्लराज (Aqua Regia) सांद्र HCl और सांद्र HNO₃ का किस अनुपात में ताजा मिश्रण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1 :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3 : 1 (3 HCl + 1 HNO₃)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2 :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 :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3 भाग सांद्र हाइड्रोक्लोरिक अम्ल और 1 भाग सांद्र नाइट्रिक अम्ल का मिश्रण सोना भी घोल देता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#17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17. सोने एवं चांदी के आभूषणों को साफ करने हेतु सुनार द्वारा किस अम्ल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सल्फ्यूरिक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नाइट्रिक अम्ल (HNO₃)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एसिटिक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हाइड्रोक्लोरिक अम्ल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#17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17. सोने एवं चांदी के आभूषणों को साफ करने हेतु सुनार द्वारा किस अम्ल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सल्फ्यूरिक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नाइट्रिक अम्ल (HNO₃)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एसिटिक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हाइड्रोक्लोरिक अम्ल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नाइट्रिक अम्ल (शोरे का अम्ल) सोने और चांदी की अशुद्धियों को साफ करने हेतु उपयोग में आता है।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18. वाहनों की बैटरियों (Lead Storage Battery) में कौन-सा अम्ल भरा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नाइट्रिक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सल्फ्यूरिक अम्ल (H₂SO₄)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हाइड्रोक्लोरिक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फॉर्मिक अम्ल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18. वाहनों की बैटरियों (Lead Storage Battery) में कौन-सा अम्ल भरा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नाइट्रिक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सल्फ्यूरिक अम्ल (H₂SO₄)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हाइड्रोक्लोरिक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फॉर्मिक अम्ल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सल्फ्यूरिक अम्ल (गंधक का अम्ल) को 'रसायनों का राजा' कहते हैं, यह लेड बैटरियों में प्रयुक्त होता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19. पेट की अम्लीयता (एसिडिटी) दूर करने हेतु प्रयुक्त 'मिल्क ऑफ मैग्नीशिया' का रासायनिक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कैल्शियम कार्बोनेट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मैग्नीशियम हाइड्रोक्साइड [Mg(OH)₂]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सोडियम हाइड्रोक्साइड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पोटेशियम क्लोराइड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19. पेट की अम्लीयता (एसिडिटी) दूर करने हेतु प्रयुक्त 'मिल्क ऑफ मैग्नीशिया' का रासायनिक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कैल्शियम कार्बोनेट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मैग्नीशियम हाइड्रोक्साइड [Mg(OH)₂]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सोडियम हाइड्रोक्साइड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पोटेशियम क्लोराइड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मैग्नीशियम हाइड्रोक्साइड एक दुर्बल प्रति-अम्ल (Antacid) है जो अतिरिक्त पेट के अम्ल को शांत करता है।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#20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20. शुष्क बुझा हुआ चूना (Slaked Lime) का रासायनिक सूत्र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CaO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Ca(OH)₂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CaCO₃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CaCl₂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#20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20. शुष्क बुझा हुआ चूना (Slaked Lime) का रासायनिक सूत्र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CaO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Ca(OH)₂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CaCO₃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CaCl₂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बिना बुझे चूने (CaO) में पानी डालने पर बुझा हुआ चूना [Ca(OH)₂] बनता है।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#21  [NMMS Haryana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21. संगमरमर (Marble), खड़िया एवं चूना-पत्थर का मुख्य रासायनिक घटक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कैल्शियम सल्फेट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कैल्शियम कार्बोनेट (CaCO₃)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कैल्शियम 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कैल्शियम नाइट्रेट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#21  [NMMS Haryana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21. संगमरमर (Marble), खड़िया एवं चूना-पत्थर का मुख्य रासायनिक घटक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कैल्शियम सल्फेट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कैल्शियम कार्बोनेट (CaCO₃)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कैल्शियम 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कैल्शियम नाइट्रेट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संगमरमर, चूना-पत्थर, चाक और अंडे का छिलका सभी कैल्शियम कार्बोनेट (CaCO₃) के रूप हैं।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#22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22. हंसाने वाली गैस (Laughing Gas) का रासायनिक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नाइट्रिक ऑक्साइड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नाइट्रस ऑक्साइड (N₂O)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नाइट्रोजन डाइऑक्साइड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अमोनिया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#22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22. हंसाने वाली गैस (Laughing Gas) का रासायनिक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नाइट्रिक ऑक्साइड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नाइट्रस ऑक्साइड (N₂O)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नाइट्रोजन डाइऑक्साइड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अमोनिया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नाइट्रस ऑक्साइड (N₂O) को सूंघने पर उत्तेजना व हंसी आती है, इसे लाफिंग गैस कहते हैं।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#23  [NMMS All India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23. अश्रु गैस (Tear Gas) के रूप में मुख्य रूप से कौन-सा रासायनिक यौगिक प्रयुक्त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क्लोरोपिक्रिन (Chloropicrin)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मीथेन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ईथेन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कार्बन मोनोऑक्साइड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#23  [NMMS All India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23. अश्रु गैस (Tear Gas) के रूप में मुख्य रूप से कौन-सा रासायनिक यौगिक प्रयुक्त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क्लोरोपिक्रिन (Chloropicrin)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मीथेन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ईथेन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कार्बन मोनोऑक्साइड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भीड़ को तितर-बितर करने हेतु पुलिस अश्रु गैस (क्लोरोपिक्रिन) का उपयोग करती है।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#24  [NMMS Gujarat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24. शुष्क बर्फ (Dry Ice)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ठोस नाइट्रोजन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ठोस कार्बन डाइऑक्साइड (Solid CO₂)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बर्फ और नमक का मिश्रण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ठोस हाइड्रोजन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#24  [NMMS Gujarat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24. शुष्क बर्फ (Dry Ice)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ठोस नाइट्रोजन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ठोस कार्बन डाइऑक्साइड (Solid CO₂)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बर्फ और नमक का मिश्रण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ठोस हाइड्रोजन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ठोस CO₂ को अत्यधिक दाब पर जमाया जाता है; गर्म करने पर यह बिना द्रव बने सीधे गैस बनती है।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#25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25. कच्चे फलों को कृत्रिम रूप से पकाने के लिए किस गैस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मीथेन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एसिटिलीन / एथिलीन (Ethylene)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ईथेन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हाइड्रोजन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#25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25. कच्चे फलों को कृत्रिम रूप से पकाने के लिए किस गैस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मीथेन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एसिटिलीन / एथिलीन (Ethylene)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ईथेन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हाइड्रोजन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एथिलीन एक पादप हार्मोन है तथा कार्बाइड से निकलने वाली एसिटिलीन फलों को जल्दी पकाती है।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#26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26. गोबर गैस (बायोगैस) का मुख्य ज्वलनशील घटक कौन-सी गैस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कार्बन डाइऑक्साइड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मीथेन (CH₄ - लगभग 65%)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ब्यूटेन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प्रोपेन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#26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26. गोबर गैस (बायोगैस) का मुख्य ज्वलनशील घटक कौन-सी गैस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कार्बन डाइऑक्साइड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मीथेन (CH₄ - लगभग 65%)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ब्यूटेन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प्रोपेन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बायोगैस संयंत्र में अवायवीय जीवाणुओं द्वारा गोबर के सड़ने से प्रचुर मात्रा में मीथेन बनती है।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#27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27. जल की स्थायी कठोरता दूर करने के लिए किसका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ब्लीचिंग पाउडर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धावन सोडा (Washing Soda)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साधारण नमक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नीला थोथा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#27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27. जल की स्थायी कठोरता दूर करने के लिए किसका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ब्लीचिंग पाउडर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धावन सोडा (Washing Soda)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साधारण नमक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नीला थोथा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धावन सोडा (Na₂CO₃) जल में घुले कैल्शियम व मैग्नीशियम के सल्फेट/क्लोराइड को अवक्षेपित कर देता है।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#28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28. नीला थोथा (Blue Vitriol) का रासायनिक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फेरस सल्फेट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कॉपर सल्फेट (CuSO₄.5H₂O)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जिंक सल्फेट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मैग्नीशियम सल्फेट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#28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28. नीला थोथा (Blue Vitriol) का रासायनिक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फेरस सल्फेट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कॉपर सल्फेट (CuSO₄.5H₂O)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जिंक सल्फेट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मैग्नीशियम सल्फेट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कॉपर सल्फेट पेंटाहाइड्रेट को नीला थोथा या तूतिया कहा जाता है।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#29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29. हरा कसीस (Green Vitriol) का रासायनिक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कॉपर सल्फेट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फेरस सल्फेट (FeSO₄.7H₂O)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जिंक सल्फेट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एल्युमिनियम सल्फेट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#29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29. हरा कसीस (Green Vitriol) का रासायनिक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कॉपर सल्फेट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फेरस सल्फेट (FeSO₄.7H₂O)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जिंक सल्फेट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एल्युमिनियम सल्फेट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फेरस सल्फेट हेप्टाहाइड्रेट को हरा कसीस कहते हैं।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#30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30. सफेद थोथा (White Vitriol)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जिंक सल्फेट (ZnSO₄.7H₂O)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कैल्शियम सल्फेट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सोडियम सल्फेट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बेरियम सल्फेट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#30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30. सफेद थोथा (White Vitriol)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जिंक सल्फेट (ZnSO₄.7H₂O)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कैल्शियम सल्फेट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सोडियम सल्फेट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बेरियम सल्फेट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जिंक सल्फेट के क्रिस्टल को सफेद थोथा कहा जाता है।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#31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31. मानव शरीर में रक्त का शुद्धिकरण (रक्त छनन) किस अंग में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फेफड़े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हृदय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वृक्क / गुर्दे (Kidneys)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यकृत में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#31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31. मानव शरीर में रक्त का शुद्धिकरण (रक्त छनन) किस अंग में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फेफड़े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हृदय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वृक्क / गुर्दे (Kidneys)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यकृत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वृक्क (Kidney) रक्त से यूरिया, यूरिक अम्ल और अतिरिक्त लवणों को छानकर मूत्र बनाता है।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#32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32. रक्त का लाल रंग किस लौहयुक्त प्रोटीन वर्णक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मायोग्लोबिन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हीमोग्लोबिन (Haemoglobin)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फाइब्रिन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कैरोटीन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#32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32. रक्त का लाल रंग किस लौहयुक्त प्रोटीन वर्णक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मायोग्लोबिन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हीमोग्लोबिन (Haemoglobin)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फाइब्रिन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कैरोटीन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हीमोग्लोबिन में 'हीम' नामक लौह यौगिक होता है जो ऑक्सीजन से जुड़कर रक्त को लाल बनाता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#33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33. शरीर के सैनिकों (Soldiers of Body) के रूप में किन्हें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लाल रक्त कणिकाएं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श्वेत रक्त कणिकाएं (WBC)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प्लेटलेट्स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प्लाज्मा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#33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33. शरीर के सैनिकों (Soldiers of Body) के रूप में किन्हें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लाल रक्त कणिकाएं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श्वेत रक्त कणिकाएं (WBC)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प्लेटलेट्स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प्लाज्मा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WBC हानिकारक बैक्टीरिया और वायरसों को भक्षण करके शरीर को रोगों से बचाती हैं।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#34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34. आरबीसी (लाल रक्त कणिकाएं) का जीवनकाल लगभग कितने दिनों का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20 से 30 दिन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120 दिन (120 Days)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200 दिन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365 दिन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#34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34. आरबीसी (लाल रक्त कणिकाएं) का जीवनकाल लगभग कितने दिनों का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20 से 30 दिन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120 दिन (120 Days)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200 दिन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365 दिन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RBC का निर्माण अस्थिमज्जा (Bone Marrow) में होता है और इनका जीवनकाल 120 दिन होता है।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#35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35. मानव हृदय 1 मिनट में औसतन कितनी बार धड़कता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60 बार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72 बार (72 times/min)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80 बार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100 बार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#35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35. मानव हृदय 1 मिनट में औसतन कितनी बार धड़कता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60 बार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72 बार (72 times/min)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80 बार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100 बार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एक सामान्य स्वस्थ वयस्क का हृदय प्रति मिनट लगभग 72 बार स्पंदन करता है।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#36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36. मानव शरीर का सामान्य तापमान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35°C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37°C (या 98.6°F)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40°C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42°C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#36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36. मानव शरीर का सामान्य तापमान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35°C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37°C (या 98.6°F)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40°C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42°C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मानव शरीर का स्थिर तापमान 37°C या 98.6 फारेनहाइट होता है।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#37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37. लार में उपस्थित कौन-सा जीवाणुनाशक एंजाइम भोजन के कीटाणुओं को मारता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टायलिन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लाइसोजाइम (Lysozyme)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पेप्सिन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रेनिन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#37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37. लार में उपस्थित कौन-सा जीवाणुनाशक एंजाइम भोजन के कीटाणुओं को मारता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टायलिन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लाइसोजाइम (Lysozyme)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पेप्सिन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रेनिन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लाइसोजाइम एंजाइम लार और आंसुओं में पाया जाता है जो जीवाणुओं की कोशिका भित्ति को तोड़ता है।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#38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38. प्रोटीन की कमी से बच्चों में कौन-सा गंभीर कुपोषण रोग हो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स्कर्वी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क्वाशिओरकोर (Kwashiorkor)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रतौंधी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एनीमिया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#38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38. प्रोटीन की कमी से बच्चों में कौन-सा गंभीर कुपोषण रोग हो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स्कर्वी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क्वाशिओरकोर (Kwashiorkor)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रतौंधी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एनीमिया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प्रोटीन की भारी कमी से बच्चों का पेट फूल जाता है और हाथ-पैर पतले हो जाते हैं (क्वाशिओरकोर)।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#39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39. शरीर में लोहे (आयरन) की कमी से कौन-सा रोग हो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घेंघा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अरक्तता / एनीमिया (Anaemia)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स्कर्वी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मधुमेह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#39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39. शरीर में लोहे (आयरन) की कमी से कौन-सा रोग हो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घेंघा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अरक्तता / एनीमिया (Anaemia)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स्कर्वी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मधुमेह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आयरन की कमी से रक्त में हीमोग्लोबिन का स्तर गिर जाता है, जिससे एनीमिया होता है।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#40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40. आयोडीन की कमी से कौन-सी अंतःस्रावी ग्रंथि सूजकर बढ़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पीयूष ग्रंथि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थायरॉयड ग्रंथि (घेंघा रोग)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अग्न्याशय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अधिवृक्क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#40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40. आयोडीन की कमी से कौन-सी अंतःस्रावी ग्रंथि सूजकर बढ़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पीयूष ग्रंथि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थायरॉयड ग्रंथि (घेंघा रोग)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अग्न्याशय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अधिवृक्क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थायरॉयड ग्रंथि थायरॉक्सिन हार्मोन बनाने के लिए आयोडीन लेती है; कमी होने पर सूज जाती है।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#41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41. मानव नेत्र में किसी वस्तु का वास्तविक प्रतिबिंब किस पर्दे पर बनता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कॉर्निया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आईरिस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रेटिना / दृष्टिपटल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पुतली पर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#41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41. मानव नेत्र में किसी वस्तु का वास्तविक प्रतिबिंब किस पर्दे पर बनता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कॉर्निया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आईरिस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रेटिना / दृष्टिपटल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पुतली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नेत्र लेंस द्वारा रेटिना पर वस्तु का उल्टा एवं वास्तविक प्रतिबिंब बनता है।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#42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42. नेत्र में प्रवेश करने वाले प्रकाश की मात्रा को कौन नियंत्रित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कॉर्निया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परितारिका / आईरिस (Iris)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रेटिना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श्वेतपटल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#42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42. नेत्र में प्रवेश करने वाले प्रकाश की मात्रा को कौन नियंत्रित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कॉर्निया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परितारिका / आईरिस (Iris)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रेटिना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श्वेतपटल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आईरिस पुतली के आकार को सिकोड़ या फैलाकर आंख में जाने वाले प्रकाश को नियंत्रित करती है।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#43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43. पौधों की पत्तियों द्वारा जलवाष्प के रूप में जल हानि की क्रिया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श्वसन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वाष्पोत्सर्जन (Transpiration)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प्रकाश-संश्लेषण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अवशोषण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#43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43. पौधों की पत्तियों द्वारा जलवाष्प के रूप में जल हानि की क्रिया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श्वसन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वाष्पोत्सर्जन (Transpiration)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प्रकाश-संश्लेषण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अवशोषण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पत्तियों के रंध्रों से जलवाष्प का बाहर निकलना वाष्पोत्सर्जन कहलाता है जिससे पौधों में ठंडक रहती है।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#44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44. ऑक्सिन (Auxin) और जिबरेलिन पौधों में क्या कार्य करते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वृद्धि संदमन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पादप वृद्धि प्रेरक (Growth Hormones)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पत्ती गिराना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फल सुखाना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#44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44. ऑक्सिन (Auxin) और जिबरेलिन पौधों में क्या कार्य करते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वृद्धि संदमन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पादप वृद्धि प्रेरक (Growth Hormones)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पत्ती गिराना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फल सुखाना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ऑक्सिन और जिबरेलिन पौधों की लंबाई व कोशिकाओं के विभाजन को बढ़ाने वाले वृद्धि हार्मोन हैं।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#45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45. पत्तियों के झड़ने और वृद्धि को रोकने वाला पादप हार्मोन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ऑक्सिन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साइटोकाइनिन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एब्सिसिक अम्ल (ABA)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जिबरेलिन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#45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45. पत्तियों के झड़ने और वृद्धि को रोकने वाला पादप हार्मोन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ऑक्सिन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साइटोकाइनिन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एब्सिसिक अम्ल (ABA)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जिबरेलिन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एब्सिसिक अम्ल (ABA) एक वृद्धि संदमक हार्मोन है जो पत्तियों के विलगन को प्रेरित करता है।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#46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46. रेड डाटा बुक (Red Data Book) किसके द्वारा जारी की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UNESCO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IUCN (International Union for Conservation of Nature)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WHO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UNEP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#46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46. रेड डाटा बुक (Red Data Book) किसके द्वारा जारी की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UNESCO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IUCN (International Union for Conservation of Nature)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WHO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UNEP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IUCN संकटग्रस्त जीवों की रेड लिस्ट और रेड डाटा बुक प्रकाशित करता है।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#47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47. कान्हा राष्ट्रीय उद्यान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उत्तर प्रदेश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मध्य प्रदेश (Madhya Pradesh)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बिहार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राजस्थान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#47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47. कान्हा राष्ट्रीय उद्यान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उत्तर प्रदेश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मध्य प्रदेश (Madhya Pradesh)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बिहार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राजस्थान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कान्हा राष्ट्रीय उद्यान मध्य प्रदेश के मंडला जिले में स्थित प्रसिद्ध बाघ अभयारण्य है।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#48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48. वाल्मीकि राष्ट्रीय उद्यान एवं टाइगर रिजर्व बिहार के किस जिले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पटना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पश्चिम चंपारण (West Champaran)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सुपौल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#48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48. वाल्मीकि राष्ट्रीय उद्यान एवं टाइगर रिजर्व बिहार के किस जिले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पटना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पश्चिम चंपारण (West Champaran)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गया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सुपौल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वाल्मीकि राष्ट्रीय उद्यान बिहार का एकमात्र राष्ट्रीय उद्यान है जो पश्चिम चंपारण में स्थित है।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#49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49. रणथंभौर राष्ट्रीय उद्यान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गुजरात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राजस्थान (Rajasthan)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मध्य प्रदेश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महाराष्ट्र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#49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49. रणथंभौर राष्ट्रीय उद्यान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गुजरात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राजस्थान (Rajasthan)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मध्य प्रदेश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महाराष्ट्र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रणथंभौर राष्ट्रीय उद्यान राजस्थान के सवाई माधोपुर में स्थित प्रसिद्ध टाइगर रिजर्व है।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#50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50. गिर राष्ट्रीय उद्यान (गुजरात) मुख्य रूप से किस दुर्लभ वन्यजीव के लिए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एक सींग वाला गैंडा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एशियाई शेर (Asiatic Lion)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रॉयल बंगाल टाइगर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जंगली गधा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#50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50. गिर राष्ट्रीय उद्यान (गुजरात) मुख्य रूप से किस दुर्लभ वन्यजीव के लिए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एक सींग वाला गैंडा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एशियाई शेर (Asiatic Lion)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रॉयल बंगाल टाइगर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जंगली गधा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गुजरात का गिर वन पूरे एशिया में एशियाई शेरों का एकमात्र प्राकृतिक आवास है।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02 : त्वरित रिवीजन सूत्र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दृष्टि दोष: निकट दृष्टि = अवतल लेंस | दूर दृष्टि = उत्तल लेंस | प्रतिबिंब = रेटिना पर | प्रकाश नियंत्रण = आईरिस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विद्युत संक्षेप: कार्य = जूल | शक्ति = वाट | घरों में = समांतर क्रम | केंद्र पर g = 0 (भार शून्य)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रासायनिक सूत्र: अम्लराज = 3 HCl + 1 HNO₃ | बुझा चूना = Ca(OH)₂ | लाफिंग गैस = N₂O | शुष्क बर्फ = ठोस CO₂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मानव कार्यिकी: RBC आयु = 120 दिन | रक्त बैंक = प्लीहा | हृदय स्पंदन = 72 प्रति मिनट | रक्त छनन = वृक्क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राष्ट्रीय उद्यान: वाल्मीकि = प. चंपारण (बिहार) | गिर = एशियाई शेर (गुजरात) | कान्हा = MP | रणथंभौर = राजस्थान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02 — स्कोर विश्लेषण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🎯 स्व-मूल्यांकन एवं प्रदर्शन विश्लेषण (Self Evaluation Chart):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45+ सही उत्तर (उत्कृष्ट प्रदर्शन): State Merit List में सर्वोच्च स्थान सुनिश्चित! तैयारी पूर्ण है।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38 - 44 सही उत्तर (सराहनीय प्रदर्शन): छात्रवृत्ति पक्की! कमजोर टॉपिक्स का 1 बार त्वरित रिवीजन करें।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30 - 37 सही उत्तर (औसत प्रदर्शन): भौतिकी व रसायन के सूत्रों का पुनः अभ्यास करें।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30 से कम सही उत्तर: क्लास 01 से 17 की थ्योरी स्लाइड्स को दोबारा पढ़ें और नोट्स बनाएं।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02 — सफलता का संकल्प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6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निकट - माँ भगवती मंदिर, भगवानपुर (सुपौल, बिहार) • पिन - 852109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🌟 NMMS ALL INDIA SCIENCE MOCK TEST 02 : सम्पूर्ण पाठ्यक्रम सफलता किट 🌟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D97706"/>
                </a:solidFill>
                <a:latin typeface="Segoe UI"/>
              </a:defRPr>
            </a:pPr>
            <a:r>
              <a:t>मार्गदर्शक: सागर सर (NMMS King)</a:t>
            </a:r>
          </a:p>
          <a:p>
            <a:pPr algn="ctr">
              <a:spcBef>
                <a:spcPts val="8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ऑनलाइन टेस्ट, क्लास नोट्स व PDF सामग्री हेतु वेबसाइट पर पधारें: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