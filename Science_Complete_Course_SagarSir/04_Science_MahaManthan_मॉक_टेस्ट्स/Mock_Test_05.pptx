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05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05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मिशन 35/35 अंक • 50 अति-महत्वपूर्ण विगत वर्षों के प्रश्न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न्यूटन के गति नियम, संवेग, गतिज/स्थितिज ऊर्जा व प्रतिध्वनि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आवर्त सारणी, अक्रिय गैसें, कैरेट सोना, मिश्र धातु व ट्यूबलाइट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मस्तिष्क, तंत्रिकाएं, मलेरिया की दवा व महत्वपूर्ण दिवसों के 20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ऑल इंडिया NMMS परीक्षा स्तर के शत-प्रतिशत प्रामाणिक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प्रत्येक प्रश्न पर 2-स्लाइड इंटरैक्टिव पैटर्न एवं विस्तृत व्याख्या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05 — परीक्षा निर्देश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परीक्षा निर्देश एवं मूल्यांकन नियमावली (Exam Rules &amp; Scoring Pattern):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इस टेस्ट में राष्ट्रीय आय-सह-मेधा छात्रवृत्ति परीक्षा (NMMS) के विज्ञान (SAT) पाठ्यक्रम के कुल 50 प्रामाणिक प्रश्न शामिल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प्रत्येक प्रश्न के लिए 1 अंक निर्धारित है। परीक्षा में कोई नकारात्मक अंकन (Negative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प्रश्न स्लाइड पर उत्तर पूरी तरह छुपा हुआ है ताकि छात्र स्वयं विचार कर उत्तर दे सकें।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में प्रकाशित होगा तथा नीचे संपूर्ण वैज्ञानिक तथ्य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लक्ष्य: विज्ञान के 35 प्रश्नों में से शत-प्रतिशत 35/35 अंक प्राप्त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जब बस अचानक मुड़ती है, तो उसमें बैठे यात्री बाहर की ओर झुक जाते हैं, इसका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गुरुत्वाकर्षण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दिशा का जड़त्व (Inertia of Direction)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घर्षण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अभिकेंद्रीय बल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जब बस अचानक मुड़ती है, तो उसमें बैठे यात्री बाहर की ओर झुक जाते हैं, इसका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गुरुत्वाकर्षण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दिशा का जड़त्व (Inertia of Direction)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घर्षण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अभिकेंद्रीय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न्यूटन के प्रथम नियम (जड़त्व नियम) के अनुसार वस्तु अपनी दिशा में परिवर्तन का विरोध करती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रॉकेट का अंतरिक्ष में ऊपर जाना न्यूटन के किस गति नियम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प्रथम 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द्वितीय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तृतीय नियम (क्रिया-प्रतिक्रिया)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 नियम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रॉकेट का अंतरिक्ष में ऊपर जाना न्यूटन के किस गति नियम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प्रथम 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द्वितीय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तृतीय नियम (क्रिया-प्रतिक्रिया)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 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रॉकेट से गैसें तीव्र वेग से पीछे निकलती हैं (क्रिया) और रॉकेट आगे बढ़ता है (प्रतिक्रिया)।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क्रिकेट खिलाड़ी गेंद को कैच करते समय अपने हाथों को पीछे क्यों खींचता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गेंद को देखने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संवेग परिवर्तन का समय बढ़ाकर बल कम करने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मजबूत पकड़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नियम के कारण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क्रिकेट खिलाड़ी गेंद को कैच करते समय अपने हाथों को पीछे क्यों खींचता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गेंद को देखने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संवेग परिवर्तन का समय बढ़ाकर बल कम करने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मजबूत पकड़ हेतु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नियम के कारण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समय (t) बढ़ने से बल (F = Δp/t) कम हो जाता है, जिससे हाथों पर चोट नहीं लगती।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ऊर्जा संरक्षण का नियम (Law of Conservation of Energy) क्या कहता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ऊर्जा पैदा की जा सकती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ऊर्जा न उत्पन्न की जा सकती है न नष्ट, केवल रूपांतरित होती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ऊर्जा हमेशा नष्ट होती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ऊर्जा घटती है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ऊर्जा संरक्षण का नियम (Law of Conservation of Energy) क्या कहता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ऊर्जा पैदा की जा सकती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ऊर्जा न उत्पन्न की जा सकती है न नष्ट, केवल रूपांतरित होती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ऊर्जा हमेशा नष्ट होती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ऊर्जा घटती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ब्रह्मांड की कुल ऊर्जा नियत रहती है, इसे केवल एक रूप से दूसरे रूप में बदला जा सकता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बहते हुए पानी, उड़ते हवाई जहाज और दौड़ते बच्चे में कौन-सी ऊर्जा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स्थितिज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गतिज ऊर्जा (Kinetic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रासायनिक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विद्युत ऊर्जा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बहते हुए पानी, उड़ते हवाई जहाज और दौड़ते बच्चे में कौन-सी ऊर्जा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स्थितिज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गतिज ऊर्जा (Kinetic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रासायनिक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विद्युत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किसी वस्तु में उसकी गति के कारण निहित ऊर्जा को गतिज ऊर्जा कहते हैं (K = ½ mv²)।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बांध में रोके गए पानी या खींचे गए धनुष की डोरी में कौन-सी ऊर्जा संचित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स्थितिज ऊर्जा (Potential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ध्वनि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ऊष्मीय ऊर्जा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बांध में रोके गए पानी या खींचे गए धनुष की डोरी में कौन-सी ऊर्जा संचित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स्थितिज ऊर्जा (Potential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ध्वनि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ऊष्मीय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वस्तु की स्थिति या विन्यास में परिवर्तन के कारण संचित ऊर्जा स्थितिज ऊर्जा (U = mgh) कहलाती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ध्वनि की गति वायु में 0°C पर लगभग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332 m/s (लगभग)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1500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100 m/s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ध्वनि की गति वायु में 0°C पर लगभग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332 m/s (लगभग)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1500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3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100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सामान्य शुष्क वायु में 0°C पर ध्वनि का वेग 332 मीटर प्रति सेकंड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प्रतिध्वनि (Echo) सुनने के लिए श्रोता और परावर्तक सतह के बीच न्यूनतम दूरी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17.2 मीटर (लगभग 17 मीटर)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25 मीटर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प्रतिध्वनि (Echo) सुनने के लिए श्रोता और परावर्तक सतह के बीच न्यूनतम दूरी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11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17.2 मीटर (लगभग 17 मीटर)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25 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पर ध्वनि का प्रभाव 0.1 सेकंड रहता है, अतः 344 × 0.1 / 2 ≈ 17.2 मीटर दूरी जरूरी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चमगादड़ रात के अंधेरे में उड़ते समय किस तरंग का उपयोग कर शिकार पकड़ते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श्रव्य तरंगें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पराश्रव्य तरंगें (Ultrasound)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अवश्रव्य तरंगें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रेडियो तरंगें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चमगादड़ रात के अंधेरे में उड़ते समय किस तरंग का उपयोग कर शिकार पकड़ते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श्रव्य तरंगें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पराश्रव्य तरंगें (Ultrasound)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अवश्रव्य तरंगें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रेडियो तरंगें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चमगादड़ 20,000 Hz से अधिक आवृत्ति की पराश्रव्य तरंगें छोड़कर अवरोधों का पता लगाते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गाड़ियों के पहियों में खांचे (Treads) क्यों बनाए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सुंदरता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सड़क के साथ घर्षण बढ़ाने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घर्षण घटाने के लिए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वजन कम करने के लिए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गाड़ियों के पहियों में खांचे (Treads) क्यों बनाए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सुंदरता के लिए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सड़क के साथ घर्षण बढ़ाने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घर्षण घटाने के लिए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वजन कम करने के लिए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पहियों में खांचे बनाने से सड़क पर मजबूत पकड़ बनती है और फिसलने का खतरा नहीं रहता।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कैरोम बोर्ड पर बारीक पाउडर छिड़कने से घर्षण पर क्या प्रभाव पड़ता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घर्षण बढ़ जाता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घर्षण कम हो जाता है (Smooth)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कोई प्रभाव नहीं पड़ता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स्ट्राइकर भारी होता है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कैरोम बोर्ड पर बारीक पाउडर छिड़कने से घर्षण पर क्या प्रभाव पड़ता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घर्षण बढ़ जाता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घर्षण कम हो जाता है (Smooth)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कोई प्रभाव नहीं पड़ता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स्ट्राइकर भारी होता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पाउडर छिड़कने से सतह चिकनी हो जाती है और घर्षण बल घट जाता है जिससे गोटियां फिसलती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मशीनों में घर्षण कम करने के लिए किन पदार्थों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स्नेहक / लुब्रिकेंट (तेल, ग्रीस, ग्रेफाइट)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एसिड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मशीनों में घर्षण कम करने के लिए किन पदार्थों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स्नेहक / लुब्रिकेंट (तेल, ग्रीस, ग्रेफाइट)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रेत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एसिड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ग्रीस और तेल मशीन के पुर्जों के बीच पतली परत बनाकर संपर्क व घर्षण को न्यूनतम करते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पेंसिल तराशने वाले शार्पनर में कौन-सा दर्पण लगा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कोई दर्पण नहीं (ब्लेड होती है)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समतल दर्पण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पेंसिल तराशने वाले शार्पनर में कौन-सा दर्पण लगा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अवतल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कोई दर्पण नहीं (ब्लेड होती है)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समतल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शार्पनर में कोई दर्पण नहीं होता, उसमें केवल तेज धार वाली स्टील की ब्लेड होती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उत्तल दर्पण द्वारा बना प्रतिबिंब हमेशा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आभासी, सीधा और वस्तु से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बड़ा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समतल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उत्तल दर्पण द्वारा बना प्रतिबिंब हमेशा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आभासी, सीधा और वस्तु से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बड़ा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समतल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सदैव आभासी, सीधा और वस्तु से छोटा प्रतिबिंब ही बनाता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लेंस की क्षमता (Power of Lens) का अंतरराष्ट्रीय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डायोप्टर (Dioptre - 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सेंटीमीटर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हर्ट्ज़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लेंस की क्षमता (Power of Lens) का अंतरराष्ट्रीय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डायोप्टर (Dioptre - 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सेंटीमीटर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हर्ट्ज़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लेंस की क्षमता P = 1/f (मीटर में), इसका SI मात्रक डायोप्टर (D) होता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तत्वों की आधुनिक आवर्त सारणी (Modern Periodic Table) किस वैज्ञानिक ने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मेंडेलीव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हेनरी मोजले (Henry Moseley)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डाल्टन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न्यूलैंड्स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तत्वों की आधुनिक आवर्त सारणी (Modern Periodic Table) किस वैज्ञानिक ने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मेंडेलीव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हेनरी मोजले (Henry Moseley)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डाल्टन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न्यूलैंड्स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1913 में हेनरी मोजले ने तत्वों को उनके परमाणु क्रमांक (Atomic Number) के बढ़ते क्रम में सजाया।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मेंडेलीव की मूल आवर्त सारणी किस आधार पर व्यवस्थित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परमाणु क्रमांक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परमाणु भार (Atomic Mass)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संयोजकता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घनत्व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मेंडेलीव की मूल आवर्त सारणी किस आधार पर व्यवस्थित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परमाणु क्रमांक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परमाणु भार (Atomic Mass)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संयोजकता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घनत्व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मेंडेलीव की आवर्त सारणी तत्वों के परमाणु भारों के आवर्ती फलन पर आधारित थी।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आधुनिक आवर्त सारणी में कुल कितने आवर्त (Periods) और वर्ग (Groups)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 आवर्त और 18 वर्ग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8 आवर्त और 16 वर्ग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9 आवर्त और 18 वर्ग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 आवर्त और 8 वर्ग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आधुनिक आवर्त सारणी में कुल कितने आवर्त (Periods) और वर्ग (Groups)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7 आवर्त और 18 वर्ग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8 आवर्त और 16 वर्ग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9 आवर्त और 18 वर्ग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7 आवर्त और 8 वर्ग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आधुनिक आवर्त सारणी में 7 क्षैतिज पंक्तियां (आवर्त) और 18 ऊर्ध्वाधर स्तंभ (वर्ग) हैं।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आवर्त सारणी के किस वर्ग के तत्वों को 'अक्रिय गैसें' या नोबल गैसें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वर्ग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वर्ग 17 (हैलोजन)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वर्ग 18 (उत्कृष्ट गैसें)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वर्ग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आवर्त सारणी के किस वर्ग के तत्वों को 'अक्रिय गैसें' या नोबल गैसें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वर्ग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वर्ग 17 (हैलोजन)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वर्ग 18 (उत्कृष्ट गैसें)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वर्ग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वर्ग 18 में हीलियम, नियॉन, आर्गन, क्रिप्टन, जीनॉन और रेडॉन अक्रिय गैसें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विद्युत बल्बों में अक्रिय वातावरण बनाने हेतु कौन-सी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आर्गन (Argon) या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विद्युत बल्बों में अक्रिय वातावरण बनाने हेतु कौन-सी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आर्गन (Argon) या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आर्गन एक अक्रिय गैस है जो तप्त टंगस्टन फिलामेंट को जलने या वाष्पीकृत होने से बचाती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हवाई जहाजों के टायरों में कौन-सी हल्की व अज्वलनशील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ऑक्सीजन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मीथेन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हवाई जहाजों के टायरों में कौन-सी हल्की व अज्वलनशील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ऑक्सीजन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मीथेन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नाइट्रोजन गैस ठंडी रहती है, अज्वलनशील है और उच्च घर्षण में टायर को फटने से बचाती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मौसम का पूर्वानुमान लगाने वाले गुब्बारों में कौन-सी हल्की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हीलियम (Helium)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आर्गन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मौसम का पूर्वानुमान लगाने वाले गुब्बारों में कौन-सी हल्की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हीलियम (Helium)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आर्गन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हीलियम वायु से अत्यंत हल्की और अज्वलनशील गैस है, अतः गुब्बारों में सुरक्षित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गोताखोर गहरे समुद्र में सांस लेने हेतु ऑक्सीजन के साथ किस गैस का मिश्रण ले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हीलियम (Helium)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मीथेन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गोताखोर गहरे समुद्र में सांस लेने हेतु ऑक्सीजन के साथ किस गैस का मिश्रण ले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हीलियम (Helium)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मीथेन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हीलियम रक्त में कम घुलनशील होती है, जिससे गोताखोरों को 'बेंड्स' नामक दर्द नहीं होता।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शुद्ध सोना कितने कैरेट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 कैरेट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कैरेट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24 कैरेट (24 Carat)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20 कैरेट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शुद्ध सोना कितने कैरेट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18 कैरेट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22 कैरेट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24 कैरेट (24 Carat)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20 कैरेट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24 कैरेट सोना 100% शुद्ध होता है, आभूषण बनाने हेतु इसमें तांबा मिलाकर 22 कैरेट बनाते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18 कैरेट सोने में शुद्ध सोने का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75% (75% शुद्ध सोना)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85%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18 कैरेट सोने में शुद्ध सोने का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75% (75% शुद्ध सोना)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18/24 × 100 = 75% शुद्ध सोना और 25% तांबा या चांदी मिलाया जाता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स्टेनलेस स्टील (Stainless Steel) में लोहे के साथ किन धातुओं को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 व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क्रोमियम, निकेल और कार्बन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सीसा व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 व जस्ता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स्टेनलेस स्टील (Stainless Steel) में लोहे के साथ किन धातुओं को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 व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क्रोमियम, निकेल और कार्बन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सीसा व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 व जस्ता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लोहे में क्रोमियम (18%) और निकेल मिलाने से उस पर कभी जंग नहीं लगता।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जर्मन सिल्वर (German Silver) मिश्र धातु में चांदी (Silver) का कितना प्रतिशत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0% (शून्य प्रतिशत)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80%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जर्मन सिल्वर (German Silver) मिश्र धातु में चांदी (Silver) का कितना प्रतिशत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0% (शून्य प्रतिशत)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जर्मन सिल्वर तांबा (60%), जस्ता (20%) और निकेल (20%) की मिश्र धातु है; इसमें चांदी 0% होती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टांका / सोल्डर (Solder) तार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सीसा और टिन (Pb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टांका / सोल्डर (Solder) तार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सीसा और टिन (Pb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सोल्डर तार सीसा (50%) और टिन (50%) की कम गलनांक वाली मिश्र धातु है जो तारों को जोड़ती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सड़कों पर पीली रोशनी देने वाले सोडियम लैंप में किस धातु की वाष्प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सोडियम (Sodium)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तांबा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सड़कों पर पीली रोशनी देने वाले सोडियम लैंप में किस धातु की वाष्प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सोडियम (Sodium)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सोडियम वाष्प लैंप तीखा पीला प्रकाश देते हैं जो कोहरे में भी साफ दिखाई देता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ट्यूबलाइट (Fluorescent Tube) में मुख्य रूप से कौन-सी गैस और वाष्प भरी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 व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आर्गन गैस और पारे की वाष्प (Hg Vapor)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हीलियम व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क्लोरीन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ट्यूबलाइट (Fluorescent Tube) में मुख्य रूप से कौन-सी गैस और वाष्प भरी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 व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आर्गन गैस और पारे की वाष्प (Hg Vapor)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हीलियम व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क्लोरीन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ट्यूबलाइट में कम दाब पर आर्गन गैस और पारे की वाष्प भरी जाती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शरीर के तापमान को नियंत्रित करने वाला मस्तिष्क का भाग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सेरेब्रम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हाइपोथैलेमस (Hypothalamus)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सेरेबेलम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मेडुला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शरीर के तापमान को नियंत्रित करने वाला मस्तिष्क का भाग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सेरेब्रम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हाइपोथैलेमस (Hypothalamus)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सेरेबेलम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मेडुला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मस्तिष्क का हाइपोथैलेमस भाग शरीर के तापमान, भूख, प्यास और भावनाओं को नियंत्रित करता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मानव मस्तिष्क का कौन-सा भाग शरीर का संतुलन और चलने-फिरने का समन्वय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हाइपोथैलेमस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अनुमस्तिष्क / सेरेबेलम (Cerebellum)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मेरुरज्जु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मानव मस्तिष्क का कौन-सा भाग शरीर का संतुलन और चलने-फिरने का समन्वय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हाइपोथैलेमस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अनुमस्तिष्क / सेरेबेलम (Cerebellum)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मेरुरज्जु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सेरेबेलम (छोटा दिमाग) पेशियों की गति और शारीरिक संतुलन को बनाए रखता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मानव मस्तिष्क का सबसे बड़ा और विकसित भाग कौन-सा है जो सोचने-समझने का केंद्र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प्रमस्तिष्क / सेरेब्रम (Cerebrum)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सेरेबेलम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मेडुला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थैलेमस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मानव मस्तिष्क का सबसे बड़ा और विकसित भाग कौन-सा है जो सोचने-समझने का केंद्र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प्रमस्तिष्क / सेरेब्रम (Cerebrum)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सेरेबेलम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मेडुला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थैलेमस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सेरेब्रम (प्रमस्तिष्क) बुद्धि, स्मृति, चेतना और तर्कशक्ति का मुख्य केंद्र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प्रतिवर्ती क्रियाओं (Reflex Actions) का नियंत्रण केंद्र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प्रमस्तिष्क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मेरुरज्जु (Spinal Cord)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नेत्र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प्रतिवर्ती क्रियाओं (Reflex Actions) का नियंत्रण केंद्र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प्रमस्तिष्क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मेरुरज्जु (Spinal Cord)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अनुमस्तिष्क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नेत्र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हाथ का गर्म वस्तु से अचानक हटना जैसी त्वरित अनैच्छिक क्रियाओं को मेरुरज्जु नियंत्रित करता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मानव शरीर की सबसे लंबी तंत्रिका कोशिका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नेफ्रॉन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न्यूरॉन (Neuron)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अस्थि कोशिका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मायोसाइट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मानव शरीर की सबसे लंबी तंत्रिका कोशिका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नेफ्रॉन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न्यूरॉन (Neuron)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अस्थि कोशिका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मायोसाइट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न्यूरॉन तंत्रिका तंत्र की मूल संरचनात्मक एवं क्रियात्मक इकाई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में कुल कितने क्रेनियल तंत्रिकाएं (Cranial Nerves) पाई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12 जोड़े (12 Pairs)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31 जोड़े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 जोड़े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24 जोड़े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में कुल कितने क्रेनियल तंत्रिकाएं (Cranial Nerves) पाई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12 जोड़े (12 Pairs)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31 जोड़े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 जोड़े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24 जोड़े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मस्तिष्क से 12 जोड़े कपाल तंत्रिकाएं तथा मेरुरज्जु से 31 जोड़े मेरु तंत्रिकाएं निकलती हैं।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मानव शरीर में पसलियों (Ribs)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12 पसलियां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24 पसलियां (12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 पसलियां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 पसलियां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मानव शरीर में पसलियों (Ribs)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12 पसलियां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24 पसलियां (12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 पसलियां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14 पसलियां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वक्ष गुहा में 12 जोड़ी (कुल 24) पसलियां हृदय व फेफड़ों की रक्षा करती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हृदय को घेरने वाली सुरक्षात्मक दोहरी झिल्ली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प्लूरल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पेरीकार्डियम (Pericardium)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पेरिटोनियम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हृदय को घेरने वाली सुरक्षात्मक दोहरी झिल्ली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प्लूरल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पेरीकार्डियम (Pericardium)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पेरिटोनियम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हृदय पेरीकार्डियम (हृदयावरण) झिल्ली से घिरा रहता है जो घर्षण से बचाती है।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फेफड़ों को ढकने वाली सुरक्षात्मक आवरण झिल्ली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पेरीकार्डियम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प्लूरल झिल्ली / फुफ्फुसावरण (Pleura)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डर्मिस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फेफड़ों को ढकने वाली सुरक्षात्मक आवरण झिल्ली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पेरीकार्डियम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प्लूरल झिल्ली / फुफ्फुसावरण (Pleura)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डर्मिस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फेफड़े फुफ्फुसावरण (Pleural Membrane) द्वारा सुरक्षित रहते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मस्तिष्क को ढकने वाली तीनों सुरक्षा परतों को सामूहिक रूप से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प्लूरल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मेनिन्जेस (Meninges)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पेरीकार्डियम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टोनोप्लास्ट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मस्तिष्क को ढकने वाली तीनों सुरक्षा परतों को सामूहिक रूप से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प्लूरल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मेनिन्जेस (Meninges)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पेरीकार्डियम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टोनोप्लास्ट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मस्तिष्क ड्यूरा मैटर, एरेकनॉइड और पाया मैटर (मेनिन्जेस) से ढका रहता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मलेरिया बुखार में रोगी को कंपकंपी और तीव्र ठंड किस विषैले पदार्थ के कारण लगती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प्लाज्मोडिन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हीमोजोइन (Haemozoin)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हीमोग्लोबिन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टॉक्सिन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मलेरिया बुखार में रोगी को कंपकंपी और तीव्र ठंड किस विषैले पदार्थ के कारण लगती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प्लाज्मोडिन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हीमोजोइन (Haemozoin)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हीमोग्लोबिन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टॉक्सिन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RBC के फटने पर प्लाज्मोडियम हीमोजोइन विष निकालता है जिससे तेज कंपकंपी के साथ बुखार आता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मलेरिया के उपचार में प्रयुक्त औषधि 'कुनैन' (Quinine) किस वृक्ष की छाल से प्राप्त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नीम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सिनकोना (Cinchona Tree)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यूकेलिप्टस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तुलसी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मलेरिया के उपचार में प्रयुक्त औषधि 'कुनैन' (Quinine) किस वृक्ष की छाल से प्राप्त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नीम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सिनकोना (Cinchona Tree)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यूकेलिप्टस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तुलसी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सिनकोना वृक्ष की छाल से कुनैन औषधि बनाई जाती है जो मलेरिया के रोगाणु को मारती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टाइफाइड (मियादी बुखार) की पुष्टि के लिए कौन-सा नैदानिक परीक्षण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एलिसा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विडाल टेस्ट (Widal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ईसीजी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ईईजी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टाइफाइड (मियादी बुखार) की पुष्टि के लिए कौन-सा नैदानिक परीक्षण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एलिसा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विडाल टेस्ट (Widal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ईसीजी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ईईजी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साल्मोनेला टाइफी जीवाणु के संक्रमण की जांच हेतु विडाल टेस्ट किया जाता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एड्स (AIDS) रोग की जांच हेतु प्राथमिक रक्त परीक्षण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विडाल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एलिसा टेस्ट (ELISA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बायोप्सी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एक्स-रे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एड्स (AIDS) रोग की जांच हेतु प्राथमिक रक्त परीक्षण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विडाल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एलिसा टेस्ट (ELISA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बायोप्सी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एक्स-रे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एंजाइम-लिंक्ड इम्यूनोसॉर्बेंट एसे (ELISA) टेस्ट HIV संक्रमण की पहचान करता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विश्व एड्स दिवस (World AIDS Day) प्रतिवर्ष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 दिसंबर (1st December)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14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 अप्रैल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विश्व एड्स दिवस (World AIDS Day) प्रतिवर्ष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1 दिसंबर (1st December)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14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7 अप्रैल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जन-जागरूकता फैलाने हेतु प्रतिवर्ष 1 दिसंबर को विश्व एड्स दिवस मनाया जाता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विश्व स्वास्थ्य दिवस (World Health Day) किस दिन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 दिसंबर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 अप्रैल (7th April)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22 मार्च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16 सितंबर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विश्व स्वास्थ्य दिवस (World Health Day) किस दिन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 दिसंबर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 अप्रैल (7th April)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22 मार्च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16 सितंबर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विश्व स्वास्थ्य संगठन (WHO) की स्थापना 7 अप्रैल 1948 को हुई थी, अतः 7 अप्रैल को स्वास्थ्य दिवस मनाते हैं।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विश्व जल दिवस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मार्च (22nd March)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21 मार्च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विश्व जल दिवस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22 मार्च (22nd March)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21 मार्च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संरक्षण को बढ़ावा देने हेतु प्रतिवर्ष 22 मार्च को विश्व जल दिवस मनाया जाता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दिवस (Earth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अप्रैल (22nd April)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16 सितंबर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दिवस (Earth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22 अप्रैल (22nd April)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16 सितंबर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और पर्यावरण की रक्षा का संकल्प लेने हेतु प्रतिवर्ष 22 अप्रैल को पृथ्वी दिवस मनाया जाता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गंगा नदी को स्वच्छ बनाने हेतु 'नमामि गंगे' परियोजना किस वर्ष प्रारंभ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2014 (June 2014)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2020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गंगा नदी को स्वच्छ बनाने हेतु 'नमामि गंगे' परियोजना किस वर्ष प्रारंभ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2014 (June 2014)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2020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गंगा नदी के प्रदूषण निवारण एवं कायाकल्प हेतु केंद्र सरकार द्वारा जून 2014 में नमामि गंगे शुरू की गई।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वायु गुणवत्ता सूचकांक (AQI - Air Quality Index) में शून्य से 50 तक का स्तर क्या दर्शाता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खतरनाक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अच्छा / उत्तम (Good Quality)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गंभीर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वायु गुणवत्ता सूचकांक (AQI - Air Quality Index) में शून्य से 50 तक का स्तर क्या दर्शाता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खतरनाक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अच्छा / उत्तम (Good Quality)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मध्यम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गंभीर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0 से 50 के बीच AQI को स्वच्छ एवं स्वास्थ्य के लिए सर्वोत्तम (Good) माना जाता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05 : त्वरित रिवीजन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यांत्रिकी सूत्र: गतिज ऊर्जा = ½ mv² | स्थितिज ऊर्जा = mgh | प्रतिध्वनि = 17.2 m | ध्वनि वायु = 332 m/s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आवर्त सारणी: आधुनिक सारणी = हेनरी मोजले (परमाणु क्रमांक) | 7 आवर्त व 18 वर्ग | अक्रिय गैस = वर्ग 18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मिश्र धातु: शुद्ध सोना = 24 कैरेट | 18 कैरेट = 75% सोना | सोल्डर = लेड + टिन (Pb+Sn) | जर्मन सिल्वर = 0% चांदी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मस्तिष्क व तंत्रिका: ताप नियंत्रण = हाइपोथैलेमस | संतुलन = सेरेबेलम | बुद्धि = सेरेब्रम | 12 जोड़ी क्रेनियल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महत्वपूर्ण दिवस: 22 मार्च = जल दिवस | 7 अप्रैल = स्वास्थ्य दिवस | 22 अप्रैल = पृथ्वी दिवस | 1 दिसंबर = एड्स दिवस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05 — स्कोर विश्लेषण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🎯 स्व-मूल्यांकन एवं प्रदर्शन विश्लेषण (Self Evaluation Chart):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45+ सही उत्तर (उत्कृष्ट प्रदर्शन): State Merit List में सर्वोच्च स्थान सुनिश्चित! तैयारी पूर्ण है।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38 - 44 सही उत्तर (सराहनीय प्रदर्शन): छात्रवृत्ति पक्की! कमजोर टॉपिक्स का 1 बार त्वरित रिवीजन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30 - 37 सही उत्तर (औसत प्रदर्शन): भौतिकी व रसायन के सूत्रों का पुनः अभ्यास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से कम सही उत्तर: क्लास 01 से 17 की थ्योरी स्लाइड्स को दोबारा पढ़ें और नोट्स बनाएं।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05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05 : सम्पूर्ण पाठ्यक्रम सफलता किट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