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20 • GRAND MAHAMANTHAN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सम्पूर्ण जीव विज्ञान महामंथन</a:t>
            </a:r>
            <a:br/>
            <a:r>
              <a:t>(Grand Biology MahaManthan)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विगत 10 वर्षों के 30 सबसे महत्वपूर्ण PYQs का धुआंधार लाइव रिवीजन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कोशिका संरचना, कोशिकांग, पादप व जंतु कोशिका (Cytology)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पादप व जंतु पोषण, पाचन तंत्र एवं प्रमुख एंजाइम (Nutrition &amp; Digestion)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श्वसन, रक्त परिसंचरण, हृदय एवं उत्सर्जन तंत्र (Human Physiology)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पादप व जंतु जनन, कायांतरण एवं अंतःस्रावी ग्रंथियां (Reproduction)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सूक्ष्मजीव, मानव एवं पादप रोग, खाद्य परिरक्षण (Microbiology)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कृषि पद्धतियां, नाइट्रोजन चक्र, रेड डाटा बुक व प्रदूषण (Ecology)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: त्वरित सूत्र संकलन (Biology Formula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कोशिकांग: शक्ति गृह = माइटोकॉन्ड्रिया | प्रोटीन फैक्ट्री = राइबोसोम | आत्मघाती थैली = लाइसोसोम | रसोईघर = हरितलवक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रक्त: सर्वदाता = O | सर्वग्राही = AB | O₂ वाहक = हीमोग्लोबिन | थक्का = प्लेटलेट्स व विटामिन K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पाचन: स्टार्च पाचन = टायलिन (लार) | प्रोटीन = पेप्सिन (आमाशय) | वसा पायसीकरण = पित्त रस (यकृत)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सूक्ष्मजीव: पेनिसिलिन खोज = अलेक्जेंडर फ्लेमिंग (1929) | चेचक टीका = एडवर्ड जेनर (1798) | पाश्चुरीकरण = लुई पाश्चर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पर्यावरण: चिपको आंदोलन = सुंदरलाल बहुगुणा | रेड डाटा बुक = संकटापन्न जातियां | मार्बल कैंसर = अम्लीय वर्षा (SO₂)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कोशिका की 'आत्मघाती थैली' (Suicide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कोशिका की 'आत्मघाती थैली' (Suicide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लाइसोसोम में पाचक एंजाइम होते हैं, कोशिका क्षतिग्रस्त होने पर यह फटकर कोशिका को पचा लेता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मानव रक्त परिसंचरण तंत्र (Circulatory System)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विलियम हार्वे (William Harvey)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कार्ल लैंडस्टीनर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मानव रक्त परिसंचरण तंत्र (Circulatory System)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विलियम हार्वे (William Harvey)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कार्ल लैंडस्टीनर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1628 में विलियम हार्वे ने हृदय और रक्त वाहिकाओं के परिसंचरण की खोज की थी।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पेनिसिलिन नामक प्रथम एंटीबायोटिक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जोसेफ लिस्टर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पेनिसिलिन नामक प्रथम एंटीबायोटिक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जोसेफ लिस्टर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1929 में अलेक्जेंडर फ्लेमिंग ने पेनिसिलियम कवक से विश्व की प्रथम प्रतिजैविक दवा बनाई।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पौधों में पत्तियों द्वारा बने भोजन को पूरे पौधे में कौन संवहन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फ्लोएम (Phloem)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मूलरोम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पौधों में पत्तियों द्वारा बने भोजन को पूरे पौधे में कौन संवहन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फ्लोएम (Phloem)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मूलरोम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फ्लोएम पत्तियों द्वारा निर्मित शर्करा/भोजन का संवहन करता है, जबकि जाइलम जल का संवहन करता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वृक्क (Kidney) की क्रियात्मक एवं सूक्ष्म छनन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विली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वृक्क (Kidney) की क्रियात्मक एवं सूक्ष्म छनन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प्रत्येक वृक्क में 10 लाख से अधिक नेफ्रॉन होते हैं जो रक्त से यूरिया छानते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रक्त में शर्करा (ग्लूकोज) के स्तर को नियंत्रित करने वाला हार्मोन इंसुलिन कहाँ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यकृत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थायरॉयड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अग्न्याशय (Pancreas)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पीयूष में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रक्त में शर्करा (ग्लूकोज) के स्तर को नियंत्रित करने वाला हार्मोन इंसुलिन कहाँ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यकृत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थायरॉयड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अग्न्याशय (Pancreas)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पीयूष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अग्न्याशय से इंसुलिन निकलता है; इंसुलिन की कमी से मधुमेह (Diabetes) रोग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मलेरिया परजीवी (प्लाज्मोडियम)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मलेरिया परजीवी (प्लाज्मोडियम)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मादा एनाफिली मच्छर प्लाज्मोडियम नामक प्रोटोजोआ को एक व्यक्ति से दूसरे में फैलाती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दूध से दही बनाने वाले जीवाणु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लैक्टोबैसिलस (Lactobacillus)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स्पाइरिलम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दूध से दही बनाने वाले जीवाणु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लैक्टोबैसिलस (Lactobacillus)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स्पाइरिलम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जीवाणु दूध की शर्करा को लैक्टिक अम्ल में बदलकर दही बनाता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घेंघा रोग (Goitre) शरीर में किस पोषक तत्व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कैल्शियम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आयोडीन (Iodine)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सोडियम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घेंघा रोग (Goitre) शरीर में किस पोषक तत्व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कैल्शियम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आयोडीन (Iodine)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सोडियम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आयोडीन की कमी से थायरॉयड ग्रंथि थायरॉक्सिन नहीं बना पाती और गले में सूजन आ जाती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में भोजन के पोषक तत्वों का मुख्य अवशोषण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छोटी आंत (क्षुद्रांत्र) की विली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मुखगुहा में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में भोजन के पोषक तत्वों का मुख्य अवशोषण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छोटी आंत (क्षुद्रांत्र) की विली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मुखगुहा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छोटी आंत की दीवार पर उंगलीनुमा उभार (दीर्घरोम/विली) होते हैं जो पचे भोजन को सोखते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प्रकाश-संश्लेषण के दौरान उत्सर्जित ऑक्सीजन (O₂) गैस कहाँ से निकलती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CO₂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(H₂O) के अपघटन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ग्लूकोज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क्लोरोफिल से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प्रकाश-संश्लेषण के दौरान उत्सर्जित ऑक्सीजन (O₂) गैस कहाँ से निकलती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CO₂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जल (H₂O) के अपघटन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ग्लूकोज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क्लोरोफिल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सूर्य के प्रकाश द्वारा जल के अणुओं के प्रकाशीय अपघटन (Photolysis) से ऑक्सीजन मुक्त होती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मेंढक के टैडपोल के वयस्क बनने (कायांतरण) हेतु जल में क्या होना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मेंढक के टैडपोल के वयस्क बनने (कायांतरण) हेतु जल में क्या होना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टैडपोल के कायांतरण हेतु थायरॉक्सिन हार्मोन आवश्यक है जिसके निर्माण के लिए आयोडीन जरूरी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सर्वदाता रक्त समूह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सर्वदाता रक्त समूह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O में कोई एंटीजन नहीं होता, अतः यह किसी भी व्यक्ति को दिया जा सकता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रक्त का थक्का जमने में अनिवार्य रूप से कौन-सी रुधिर कणिकाएं भाग लेती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WBC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 (Platelets)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रक्त का थक्का जमने में अनिवार्य रूप से कौन-सी रुधिर कणिकाएं भाग लेती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WBC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प्लेटलेट्स (Platelets)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प्लेटलेट्स चोट लगने पर थक्का जमाकर खून बहने से रोकती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अमीबा में भोजन ग्रहण करने वाले अस्थायी प्रवर्ध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पक्ष्माभ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कशाभिका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कूटपाद / पादाभ (Pseudopodia)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स्पर्शक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अमीबा में भोजन ग्रहण करने वाले अस्थायी प्रवर्ध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पक्ष्माभ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कशाभिका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कूटपाद / पादाभ (Pseudopodia)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स्पर्शक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अमीबा कूटपादों (Pseudopodia) की मदद से गति करता है और शिकार को घेरकर पकड़ता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मानव शरीर की मास्टर अंतःस्रावी ग्रंथि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पीयूष ग्रंथि (Pituitary)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एड्रिनल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थाइमस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मानव शरीर की मास्टर अंतःस्रावी ग्रंथि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पीयूष ग्रंथि (Pituitary)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एड्रिनल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थाइमस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पीयूष ग्रंथि मस्तिष्क के नीचे होती है और अन्य सभी ग्रंथियों के हार्मोन स्राव को नियंत्रित करती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संकटापन्न प्रजातियों की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रेड डाटा बुक (Red Data 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ब्लू बुक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संकटापन्न प्रजातियों की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रेड डाटा बुक (Red Data 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ब्लू बुक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द्वारा प्रकाशित रेड डाटा बुक में विलुप्तप्राय व संकटापन्न जीवों का विवरण होता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काजीरंगा राष्ट्रीय उद्यान किस राज्य में स्थित है और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उत्तराखंड (बाघ)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असम (एक सींग वाला गैंडा)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गुजरात (शेर)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राजस्थान (पक्षी)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काजीरंगा राष्ट्रीय उद्यान किस राज्य में स्थित है और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उत्तराखंड (बाघ)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असम (एक सींग वाला गैंडा)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गुजरात (शेर)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राजस्थान (पक्षी)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काजीरंगा (असम) विश्व प्रसिद्ध एक सींग वाले भारतीय गैंडे का मुख्य संरक्षण क्षेत्र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दलहनी फसलों की जड़ों में नाइट्रोजन स्थिरीकरण करने वाला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यीस्ट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दलहनी फसलों की जड़ों में नाइट्रोजन स्थिरीकरण करने वाला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यीस्ट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राइजोबियम जीवाणु दलहन की जड़ों में सहजीवी बनकर वायुमंडलीय नाइट्रोजन को नाइट्रेट में बदलता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अम्लीय वर्षा (Acid Rain) के लिए मुख्य रूप से उत्तरदायी गैसें कौन-सी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हीलियम व आर्गन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अम्लीय वर्षा (Acid Rain) के लिए मुख्य रूप से उत्तरदायी गैसें कौन-सी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हीलियम व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कारखानों से निकली SO₂ और NO₂ वर्षा जल में मिलकर H₂SO₄ और HNO₃ अम्ल बनाती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ओजोन परत (Ozone Layer) वायुमंडल के किस मंडल में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 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तापमंडल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ओजोन परत (Ozone Layer) वायुमंडल के किस मंडल में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समताप 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तापमंडल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ओजोन परत समताप मंडल में स्थित है और सूर्य की हानिकारक UV किरणों को रोकती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हाइड्रा में जनन की मुख्य अलैंगिक विधि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द्विखंडन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मुकुलन (Budding)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बीजाणु जनन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पुनरुद्भवन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हाइड्रा में जनन की मुख्य अलैंगिक विधि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द्विखंडन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मुकुलन (Budding)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बीजाणु जनन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पुनरुद्भवन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हाइड्रा के शरीर से एक छोटी कलिका (बड) निकलती है जो बढ़कर नया हाइड्रा बनती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पौधों में वाष्पोत्सर्जन एवं गैसों के विनिमय हेतु पत्तियों पर क्या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रंध्र (Stomata)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क्लोरोप्लास्ट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पौधों में वाष्पोत्सर्जन एवं गैसों के विनिमय हेतु पत्तियों पर क्या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रंध्र (Stomata)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क्लोरोप्लास्ट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रंध्र (Stomata) पत्तियों पर स्थित सूक्ष्म छिद्र हैं जो गैस विनिमय व वाष्पोत्सर्जन करते हैं।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पित्त रस (Bile Juice) का निर्माण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पित्ताशय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अग्न्याशय में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पित्त रस (Bile Juice) का निर्माण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पित्ताशय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अग्न्याशय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पित्त रस यकृत में बनता है और पित्ताशय (Gall Bladder) में संचित रहता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मनुष्य की प्रत्येक कायिक कोशिका में कितने गुणसूत्र (Chromosomes)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46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मनुष्य की प्रत्येक कायिक कोशिका में कितने गुणसूत्र (Chromosomes)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46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मनुष्य में 23 जोड़े यानी कुल 46 गुणसूत्र होते हैं।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चेचक (Smallpox) के टीके का आविष्कार 1798 में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चेचक (Smallpox) के टीके का आविष्कार 1798 में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एडवर्ड जेनर ने विश्व का पहला टीका (चेचक का टीका) विकसित किया था।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#27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सिंचाई की वह सर्वोत्तम विधि जिसमें जल बूंद-बूंद करके पौधों की जड़ों तक पहुंचता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ड्रिप तंत्र (Drip Irrigation)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नहर तंत्र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#27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सिंचाई की वह सर्वोत्तम विधि जिसमें जल बूंद-बूंद करके पौधों की जड़ों तक पहुंचता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ड्रिप तंत्र (Drip Irrigation)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नहर तंत्र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ड्रिप विधि में जल की शत-प्रतिशत बचत होती है और यह फलदार पौधों हेतु सर्वोत्तम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निम्नलिखित में से कौन-सा जीव सजीव और निर्जीव के बीच की कड़ी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 (Virus)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निम्नलिखित में से कौन-सा जीव सजीव और निर्जीव के बीच की कड़ी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विषाणु (Virus)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विषाणु पोषक कोशिका के बाहर निर्जीव और अंदर सजीव की तरह गुणन करते हैं।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#29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आपातकालीन हार्मोन (Emergency Hormone) किस अंतःस्रावी ग्रंथि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पीयूष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एड्रिनल ग्रंथि (Adrenal)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अग्न्याशय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#29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आपातकालीन हार्मोन (Emergency Hormone) किस अंतःस्रावी ग्रंथि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पीयूष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एड्रिनल ग्रंथि (Adrenal)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अग्न्याशय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एड्रिनल ग्रंथि से एड्रिनेलिन हार्मोन निकलता है जो तनाव व भय में शरीर को सक्रिय करता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#30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गेहूं की रस्ट (Rust of Wheat) बीमारी किस प्रकार के रोगाणु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 (Fungus)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PYQ #30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गेहूं की रस्ट (Rust of Wheat) बीमारी किस प्रकार के रोगाणु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कवक (Fungus)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गेहूं की रस्ट पक्सीनिया नामक कवक द्वारा फैलती है जो हवा और बीज से संचरित होती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जीव विज्ञान महामंथन त्वरित सार (Biology Grand Master Key)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कोशिकांग: पावर हाउस = माइटोकॉन्ड्रिया | आत्मघाती = लाइसोसोम | नियंत्रण = केंद्रक | रसोईघर = हरितलवक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रक्त परिसंचरण: 4 कोष्ठ हृदय | रक्तचाप = 120/80 mm Hg | O = सर्वदाता | AB = सर्वग्राही | खोज = विलियम हार्वे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उत्सर्जन व पाचन: वृक्क की इकाई = नेफ्रॉन | सबसे बड़ी ग्रंथि = यकृत (पित्त रस) | पूर्ण पाचन = छोटी आंत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रोग व वाहक: मलेरिया = मादा एनाफिली | डेंगू = मादा एडीज | टीबी = जीवाणु | चेचक/पोलियो = विषाणु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पर्यावरण: खरीफ = धान, मक्का | रबी = गेहूं, चना | बूंद-बूंद सिंचाई = ड्रिप तंत्र | रेड डाटा बुक = IUCN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