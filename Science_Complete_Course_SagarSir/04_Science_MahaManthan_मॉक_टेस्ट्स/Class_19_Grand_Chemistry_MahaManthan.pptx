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19 • GRAND MAHAMANTHAN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सम्पूर्ण रसायन विज्ञान महामंथन</a:t>
            </a:r>
            <a:br/>
            <a:r>
              <a:t>(Grand Chemistry MahaManthan)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विगत 10 वर्षों के 30 सबसे महत्वपूर्ण PYQs का धुआंधार लाइव रिवीजन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पदार्थ, अणु, परमाणु व रासायनिक प्रतीक (Matter &amp; Atoms)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अम्ल, क्षार, लवण, सूचक एवं pH पैमाना (Acids, Bases &amp; Salts)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धातु एवं अधातु, सक्रियता श्रेणी व संक्षारण (Metals &amp; Non-metals)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दहन, ज्वाला, ईंधन, अग्निशामक व कैलोरी मान (Combustion &amp; Fuels)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संश्लेषित रेशे, प्लास्टिक, कोयला व पेट्रोलियम (Polymers &amp; Petroleum)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विज्ञान महामंथन : त्वरित सूत्र संकलन (Chemistry Formula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अम्ल (pH &lt; 7): स्वाद में खट्टे, नीले लिटमस को लाल करते हैं (HCl, H₂SO₄, सिरका = एसिटिक अम्ल)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क्षार (pH &gt; 7): स्वाद में कड़वे, साबुन जैसे चिकने, लाल लिटमस को नीला करते हैं (NaOH, KOH, चूने का पानी)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उदासीन विलयन (pH = 7): शुद्ध जल, साधारण नमक (NaCl)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धातुएं: चमकदार, आघातवर्ध्य, तन्य, विद्युत व ऊष्मा की सुचालक (द्रव धातु = पारा/Hg)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अधातुएं: भंगुर, कुचालक (अपवाद: ग्रेफाइट सुचालक है, द्रव अधातु = ब्रोमीन/Br)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दहन के 3 घटक: ज्वलनशील पदार्थ + ऑक्सीजन (O₂) + ज्वलन ताप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कमरे के तापमान पर द्रव अवस्था में पाई जाने वाली एकमात्र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पारा / मरकरी (Hg)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ब्रोमीन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पोटेशियम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कमरे के तापमान पर द्रव अवस्था में पाई जाने वाली एकमात्र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पारा / मरकरी (Hg)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ब्रोमीन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पोटेशियम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पारा (Mercury) एकमात्र ऐसी धातु है जो कमरे के सामान्य तापमान पर द्रव अवस्था में रहती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कमरे के तापमान पर द्रव अवस्था में पाई जाने वाली एकमात्र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क्लोरीन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सल्फर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ब्रोमीन (Bromine)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फास्फोरस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कमरे के तापमान पर द्रव अवस्था में पाई जाने वाली एकमात्र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क्लोरीन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सल्फर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ब्रोमीन (Bromine)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फास्फोरस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ब्रोमीन (Br) एक लाल-भूरे रंग की अधातु है जो सामान्य ताप पर द्रव रहती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नीले लिटमस पत्र को लाल रंग में बदलने वाले विलयन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क्षारीय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अम्लीय (Acidic)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लवणीय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नीले लिटमस पत्र को लाल रंग में बदलने वाले विलयन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क्षारीय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अम्लीय (Acidic)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लवणीय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अम्ल नीले लिटमस को लाल कर देते हैं, जबकि क्षार लाल लिटमस को नीला करते हैं।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निम्नलिखित में से किसे 'चाकू से आसानी से काटा जा सकने वाली धातु'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 और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सोडियम और पोटेशियम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एल्युमिनियम और जस्ता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चांदी और सोना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निम्नलिखित में से किसे 'चाकू से आसानी से काटा जा सकने वाली धातु'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लोहा और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सोडियम और पोटेशियम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एल्युमिनियम और जस्ता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चांदी और सोना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सोडियम और पोटेशियम अत्यंत नर्म क्षार धातुएं हैं जिन्हें साधारण चाकू से काटा जा सकता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सोडियम धातु को अत्यधिक क्रियाशील होने के कारण किस द्रव में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अल्कोहल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केरोसिन (मिट्टी के तेल)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ईथर में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सोडियम धातु को अत्यधिक क्रियाशील होने के कारण किस द्रव में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जल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अल्कोहल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केरोसिन (मिट्टी के तेल)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ईथर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सोडियम वायु की ऑक्सीजन व जल से विस्फोटक अभिक्रिया करता है, अतः इसे मिट्टी के तेल में रखते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शुद्ध जल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 (उदासीन)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शुद्ध जल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7 (उदासीन)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शुद्ध जल पूर्णतः उदासीन होता है, इसलिए इसका pH मान 7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चींटी के डंक में कौन-सा अम्ल पाया जाता है जो जलन पैदा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फॉर्मिक / मेथेनोइक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चींटी के डंक में कौन-सा अम्ल पाया जाता है जो जलन पैदा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फॉर्मिक / मेथेनोइक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चींटी व मधुमक्खी के डंक में फॉर्मिक अम्ल (HCOOH) होता है; बेकिंग सोडा लगाने से राहत मिलती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लोहे पर जंग (Rust) लगने के लिए किन दो घटकों की एक साथ उपस्थिति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केवल 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ऑक्सीजन और जलवाष्प (नमी)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नाइट्रोजन और जल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लोहे पर जंग (Rust) लगने के लिए किन दो घटकों की एक साथ उपस्थिति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केवल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केवल 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ऑक्सीजन और जलवाष्प (नमी)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नाइट्रोजन और जल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लोहा हवा की ऑक्सीजन और जलवाष्प से क्रिया कर भूरा जलयोजित आयरन ऑक्साइड (Fe₂O₃.xH₂O) बनाता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विद्युत की एकमात्र सर्वोत्तम सुचालक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ग्रेफाइट (Graphite)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सल्फर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कोयला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विद्युत की एकमात्र सर्वोत्तम सुचालक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ग्रेफाइट (Graphite)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सल्फर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कोयला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ग्रेफाइट कार्बन का एक अपररूप है जिसमें मुक्त इलेक्ट्रॉन होने से यह विद्युत का सुचालक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अग्निशामक यंत्रों (Fire Extinguishers) में आग बुझाने हेतु कौन-सी गैस प्रयुक्त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कार्बन डाइऑक्साइड (CO₂)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अग्निशामक यंत्रों (Fire Extinguishers) में आग बुझाने हेतु कौन-सी गैस प्रयुक्त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कार्बन डाइऑक्साइड (CO₂)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CO₂ गैस हवा से भारी होने के कारण आग को कंबल की तरह ढककर ऑक्सीजन की आपूर्ति रोक देती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सिरके (Vinegar) में मुख्य रूप से कौन-सा अम्ल उपस्थित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ऑक्जेलिक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एसिटिक अम्ल (Acetic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नाइट्रिक अम्ल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सिरके (Vinegar) में मुख्य रूप से कौन-सा अम्ल उपस्थित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ऑक्जेलिक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एसिटिक अम्ल (Acetic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नाइट्रिक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सिरका 5% से 8% तनु एसिटिक अम्ल (CH₃COOH) का जलीय विलयन होता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किस ईंधन का कैलोरी मान (ऊष्मीय मान) सबसे अधिक (1,50,000 kJ/kg)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एलपीजी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सीएनजी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हाइड्रोजन गैस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पेट्रोल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किस ईंधन का कैलोरी मान (ऊष्मीय मान) सबसे अधिक (1,50,000 kJ/kg)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एलपीजी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सीएनजी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हाइड्रोजन गैस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पेट्रोल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हाइड्रोजन का ऊष्मीय मान सबसे अधिक होता है और इसे भविष्य का स्वच्छ प्रदूषण-मुक्त ईंधन माना जाता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पेंसिल की लेड (Pencil Lead) बनाने में कार्बन के किस रूप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ग्रेफाइट (Graphite)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चारकोल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काजल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पेंसिल की लेड (Pencil Lead) बनाने में कार्बन के किस रूप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ग्रेफाइट (Graphite)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चारकोल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काजल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ग्रेफाइट नर्म और चिकना (परतदार) होता है, जिससे यह कागज पर आसानी से निशान बनाता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प्रथम पूर्ण रूप से मानव निर्मित संश्लेषित रेशा (Synthetic Fibre) कौन-सा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नायलॉन (Nylon)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एक्रिलिक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प्रथम पूर्ण रूप से मानव निर्मित संश्लेषित रेशा (Synthetic Fibre) कौन-सा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नायलॉन (Nylon)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एक्रिलिक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नायलॉन 1931 में कोयले, जल और वायु से बनाया गया प्रथम पूर्णतः संश्लेषित रेशा था।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कृत्रिम रेशम (Artificial Silk) के नाम से किसे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रेयॉन (Rayon)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टेरीलीन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ऊन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कृत्रिम रेशम (Artificial Silk) के नाम से किसे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रेयॉन (Rayon)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टेरीलीन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ऊन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रेयॉन को काष्ठ लुगदी (Cellulose) के रासायनिक उपचार से बनाया जाता है, इसके गुण रेशम जैसे होते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विद्युत स्विच, प्लग और बर्तनों के हत्थे बनाने में प्रयुक्त थर्मोसेटिंग प्लास्टिक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पॉलीथीन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पीवीसी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बेकेलाइट (Bakelite)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नायलॉन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विद्युत स्विच, प्लग और बर्तनों के हत्थे बनाने में प्रयुक्त थर्मोसेटिंग प्लास्टिक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पॉलीथीन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पीवीसी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बेकेलाइट (Bakelite)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नायलॉन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बेकेलाइट ऊष्मा और विद्युत का प्रबल कुचालक थर्मोसेटिंग प्लास्टिक है जो गर्म करने पर नहीं पिघलता।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सफेद फास्फोरस (White Phosphorus) को सुरक्षित रखने हेतु किसमें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केरोसिन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जल (Water)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अल्कोहल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पेट्रोल में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सफेद फास्फोरस (White Phosphorus) को सुरक्षित रखने हेतु किसमें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केरोसिन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जल (Water)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अल्कोहल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पेट्रोल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सफेद फास्फोरस का ज्वलन ताप बहुत कम (35°C) होता है और हवा में स्वतः जल उठता है, अतः जल में रखते हैं।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मोमबत्ती की ज्वाला का सबसे गर्म भाग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आंतरिक काला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मध्य पीला दीप्त क्षेत्र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बाह्य नीला अदीप्त क्षेत्र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नीचे का भाग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मोमबत्ती की ज्वाला का सबसे गर्म भाग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आंतरिक काला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मध्य पीला दीप्त क्षेत्र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बाह्य नीला अदीप्त क्षेत्र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नीचे का भाग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बाह्य नीला क्षेत्र पूर्ण दहन का क्षेत्र होता है, जहाँ तापमान सर्वाधिक होता है (सुनार इसी से फूंकते हैं)।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पेट्रोलियम के प्रभाजी आसवन से प्राप्त होने वाले किस उत्पाद का उपयोग सड़क निर्माण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कोलतार / बिटुमेन (Bitumen)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केरोसिन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पैराफिन मोम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डीजल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पेट्रोलियम के प्रभाजी आसवन से प्राप्त होने वाले किस उत्पाद का उपयोग सड़क निर्माण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कोलतार / बिटुमेन (Bitumen)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केरोसिन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पैराफिन मोम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डीजल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आजकल पक्की सड़कों के निर्माण में कोलतार के स्थान पर पेट्रोलियम उत्पाद 'बिटुमेन' का उपयोग होता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अम्ल एवं क्षार की परस्पर क्रिया से लवण और जल बनने की अभिक्रिया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संयोजन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अपघटन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उदासीनीकरण (Neutralization)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विस्थापन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अम्ल एवं क्षार की परस्पर क्रिया से लवण और जल बनने की अभिक्रिया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संयोजन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अपघटन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उदासीनीकरण (Neutralization)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विस्थापन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अम्ल + क्षार ➔ लवण + जल + ऊष्मा। इस अभिक्रिया को उदासीनीकरण कहते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धातुएं तनु अम्लों से क्रिया करके कौन-सी गैस उत्सर्जित करती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कार्बन डाइऑक्साइड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हाइड्रोजन गैस (H₂)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धातुएं तनु अम्लों से क्रिया करके कौन-सी गैस उत्सर्जित करती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कार्बन डाइऑक्साइड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हाइड्रोजन गैस (H₂)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धातु + तनु अम्ल ➔ धात्विक लवण + हाइड्रोजन गैस (जो पॉप ध्वनि के साथ जलती है)।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दही व खट्टे पदार्थों को तांबे या पीतल के बर्तनों में क्यों नहीं रखना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वे रंग बदलते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अम्ल धातु से क्रिया कर विषैले यौगिक बनाते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वे जम जाते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वे सूख जाते हैं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दही व खट्टे पदार्थों को तांबे या पीतल के बर्तनों में क्यों नहीं रखना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वे रंग बदलते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अम्ल धातु से क्रिया कर विषैले यौगिक बनाते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वे जम जाते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वे सूख जाते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दही में लैक्टिक अम्ल होता है जो तांबे/पीतल से क्रिया कर विषैले लवण बनाता है जिससे भोजन विषाक्त हो जाता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हल्दी एक प्राकृतिक सूचक है। यह क्षारीय विलयन (जैसे साबुन के घोल) के संपर्क में कैसा रंग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पीला ही रहता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लाल / भूरा-लाल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नीला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हरा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हल्दी एक प्राकृतिक सूचक है। यह क्षारीय विलयन (जैसे साबुन के घोल) के संपर्क में कैसा रंग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पीला ही रहता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लाल / भूरा-लाल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नीला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हल्दी अम्ल में पीली रहती है परंतु क्षारीय विलयन में गहरा लाल-भूरा रंग देती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निम्नलिखित में से कौन-सा एक जीवाश्म ईंधन (Fossil Fuel) नहीं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प्राकृतिक गैस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काष्ठ / लकड़ी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निम्नलिखित में से कौन-सा एक जीवाश्म ईंधन (Fossil Fuel) नहीं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प्राकृतिक गैस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काष्ठ / लकड़ी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कोयला, पेट्रोलियम और प्राकृतिक गैस लाखों वर्ष पूर्व दबे अवशेषों से बने जीवाश्म ईंधन हैं।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सीएनजी (CNG - Compressed Natural Gas) का मुख्य घटक कौन-सी गैस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ब्यूटेन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मीथेन (CH₄)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ईथेन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सीएनजी (CNG - Compressed Natural Gas) का मुख्य घटक कौन-सी गैस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ब्यूटेन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मीथेन (CH₄)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ईथेन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प्राकृतिक गैस (CNG) में लगभग 85% से 95% तक मीथेन (Methane) गैस होती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घरेलू रसोई गैस सिलेंडर (LPG) में मुख्य रूप से कौन-सी गैसें भरी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मीथेन व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प्रोपेन एवं ब्यूटेन (Butane)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हीलियम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54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घरेलू रसोई गैस सिलेंडर (LPG) में मुख्य रूप से कौन-सी गैसें भरी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मीथेन व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प्रोपेन एवं ब्यूटेन (Butane)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हीलियम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एलपीजी में मुख्य रूप से द्रवीभूत ब्यूटेन और प्रोपेन होती है। गंध हेतु एथिल मरकैप्टेन मिलाते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#27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55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धातुओं के पतले तार के रूप में खींचे जाने के गुण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आघातवर्ध्यता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तन्यता (Ductility)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ध्वानिक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कठोरता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#27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56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धातुओं के पतले तार के रूप में खींचे जाने के गुण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आघातवर्ध्यता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तन्यता (Ductility)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ध्वानिक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कठोरता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धातुओं को खींचकर पतले तार बनाने का गुण तन्यता कहलाता है (सोना सर्वाधिक तन्य धातु है)।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57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धातुओं को हथौड़े से पीटकर पतली चादर में बदलने का गुण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तन्यता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आघातवर्ध्यता (Malleability)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चालकता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पारदर्शिता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58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धातुओं को हथौड़े से पीटकर पतली चादर में बदलने का गुण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तन्यता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आघातवर्ध्यता (Malleability)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चालकता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पारदर्शिता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धातुओं को पीटकर चादर बनाने का गुण आघातवर्ध्यता कहलाता है (सोना व चांदी सर्वाधिक आघातवर्ध्य हैं)।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#29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59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आग बुझाने वाले कर्मचारियों के कपड़ों पर अग्नि-अवरोधक बनाने हेतु किस प्लास्टिक 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मेलामाइन (Melamine)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पॉलीथीन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पीवीसी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टेफ्लॉन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#29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60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आग बुझाने वाले कर्मचारियों के कपड़ों पर अग्नि-अवरोधक बनाने हेतु किस प्लास्टिक 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मेलामाइन (Melamine)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पॉलीथीन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पीवीसी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टेफ्लॉन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मेलामाइन आग का प्रतिरोध करता है तथा अन्य प्लास्टिक की तुलना में गर्मी सहन कर सकता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#30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61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न चिपकने वाले (Non-stick) बर्तनों पर किस विशिष्ट प्लास्टिक 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नायलॉन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टेफ्लॉन (Teflon)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बेकेलाइट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PYQ #30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62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न चिपकने वाले (Non-stick) बर्तनों पर किस विशिष्ट प्लास्टिक 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नायलॉन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टेफ्लॉन (Teflon)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बेकेलाइट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टेफ्लॉन पर तेल और जल नहीं चिपकते, अतः इसका उपयोग नॉन-स्टिक खाना पकाने के बर्तनों पर होता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रसायन महामंथन त्वरित सार (Chemistry Grand Master Key)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63 of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द्रव अवस्था: द्रव धातु = पारा (Hg) | द्रव अधातु = ब्रोमीन (Br)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सुरक्षा भंडारण: सोडियम/पोटेशियम = मिट्टी का तेल (केरोसिन) | सफेद फास्फोरस = जल में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संश्लेषित बहुलक: प्रथम रेशा = नायलॉन (1931) | कृत्रिम रेशम = रेयॉन | नॉन-स्टिक बर्तन = टेफ्लॉन | स्विच = बेकेलाइट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ईंधन संक्षेप: सर्वोत्तम कैलोरी = हाइड्रोजन (1.5 लाख kJ/kg) | CNG = मीथेन (CH₄) | LPG = ब्यूटेन + प्रोपेन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ज्वाला व अग्निशमन: सबसे गर्म क्षेत्र = बाह्य नीला अदीप्त क्षेत्र | अग्निशामक गैस = CO₂ | चींटी डंक = फॉर्मिक अम्ल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