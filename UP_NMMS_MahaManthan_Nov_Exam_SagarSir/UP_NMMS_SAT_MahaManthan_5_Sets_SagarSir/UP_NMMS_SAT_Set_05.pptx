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 एवं योग्यता आधारित छात्रवृत्ति परीक्षा (UP NMMS 2024-25) • महामंथन अभ्यास सेट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47088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423160"/>
            <a:ext cx="6339535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🔥 UP NMMS 2024-25 महामंथन • सेट 05 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शैक्षिक योग्यता परीक्षण (SAT) — अभ्यास सेट #05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(22), सामाजिक विज्ञान (20), गणित (8) • 50 अति-संभावित प्रश्न (प्र. 1 से 50)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9448495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अभ्यास सेट की मुख्य विशेषताएं (Live Class Features):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विज्ञान (भौतिकी, रसायन, जीव विज्ञान — 22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सामाजिक विज्ञान (इतिहास, भूगोल, नागरिक शास्त्र — 20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गणित (अंकगणित, बीजगणित, ज्यामिति — 8 प्रश्न)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उत्तर प्रदेश विशेष (इतिहास, संस्कृति, नदियां व भूगोल)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✓ प्रत्येक प्रश्न के साथ विस्तृत व्याख्या व 2-स्लाइड इंटरैक्टिव पद्धति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Expert)  |  WhatsApp: +91 91101 13671  |  YouTube: Sagar Coaching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SAT अभ्यास सेट #05 — परीक्षा पैटर्न एवं अभ्यास निर्देश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उत्तर प्रदेश NMMS शैक्षिक योग्यता परीक्षण (SAT) परीक्षा योजना (Official Guidelines):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परीक्षा संरचना: शैक्षिक योग्यता परीक्षण (SAT) में कुल 90 प्रश्न होते हैं (विज्ञान 35, सामाजिक विज्ञान 35, गणित 20)।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इस 50-प्रश्नों के सेट में विषयवार विभाजन: विज्ञान = 22 प्रश्न | सामाजिक विज्ञान = 20 प्रश्न | गणित = 8 प्रश्न।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पाठ्यक्रम: UP SCERT बेसिक शिक्षा परिषद् कक्षा 7 व 8 के संपूर्ण पाठ्यक्रम पर पूर्णतः आधारित।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उत्तर प्रदेश विशेष: यूपी के ऐतिहासिक स्थल, 1857 क्रांति केंद्र, राष्ट्रीय उद्यान, नदियां व भूगोल के विशेष प्रश्न शामिल हैं।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2-स्लाइड पद्धति: छात्र पहले प्रश्न देखकर विचार करेंगे, फिर अगली स्लाइड पर संपूर्ण व्याख्या व सूत्र समझेंगे।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•  लक्ष्य: SAT में 90 में से 85+ अंक लाकर ₹48,000 की राष्ट्रीय छात्रवृत्ति पक्की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ध्वनि की गति सर्वाधिक किस माध्यम में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speed of sound is maximum in which medium?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ठोस (इस्पात/स्टील) /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द्रव (जल) / Liquids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गैस (वायु) / Gases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निर्वात / Vacuum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#1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1. ध्वनि की गति सर्वाधिक किस माध्यम में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1. The speed of sound is maximum in which medium?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ठोस (इस्पात/स्टील) / Solids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द्रव (जल) / Liquids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गैस (वायु) / Gases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निर्वात / Vacuum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ध्वनि तरंगें ठोस माध्यम (जैसे इस्पात) में सबसे तेज चलती हैं (~5000 m/s)। निर्वात में ध्वनि गमन नहीं कर सकती।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वाहन द्वारा तय की गई दूरी मापने के लिए कौन-सा यंत्र लगा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Which instrument in vehicles measures the distance traveled?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स्पीडोमीटर / Speedometer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ओडोमीटर / Odometer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थर्मामीटर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#2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2. वाहन द्वारा तय की गई दूरी मापने के लिए कौन-सा यंत्र लगा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2. Which instrument in vehicles measures the distance traveled?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स्पीडोमीटर / Speedometer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ओडोमीटर / Odometer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बैरोमीटर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थर्मामीटर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ओडोमीटर दूरी मापता है, जबकि स्पीडोमीटर तात्कालिक गति (चाल) दर्शाता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आकाशीय बिजली (तड़ित) से भवनों की सुरक्षा के लिए किसका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What is used to protect tall buildings from lightning strikes?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तड़ित चालक (Lightning Conductor)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फ्यूज तार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विद्युत रोधी रबर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#3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3. आकाशीय बिजली (तड़ित) से भवनों की सुरक्षा के लिए किसका उपयोग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3. What is used to protect tall buildings from lightning strikes?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तड़ित चालक (Lightning Conductor)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फ्यूज तार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विद्युत रोधी रबर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बेंजामिन फ्रैंकलिन द्वारा आविष्कृत तांबे की नुकीली छड़ (तड़ित चालक) तड़ित को सुरक्षित भूमिगत कर देती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द्वारा बना प्रतिबिम्ब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What are the characteristics of the image formed by a plane mirror?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आभासी एवं सीधा / Virtual and Erect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वास्तविक एवं उल्टा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वास्तविक एवं सीधा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आभासी एवं उल्टा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#4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4. समतल दर्पण द्वारा बना प्रतिबिम्ब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4. What are the characteristics of the image formed by a plane mirror?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आभासी एवं सीधा / Virtual and Erect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वास्तविक एवं उल्टा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वास्तविक एवं सीधा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आभासी एवं उल्टा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समतल दर्पण द्वारा बना प्रतिबिम्ब सदैव आभासी, सीधा, वस्तु के बराबर और पार्श्व परावर्तित होता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दाब (Pressure) की SI इकाई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What is the SI unit of Pressure?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पास्कल (N/m²) / Pascal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न्यूटन / Newton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वाट / Watt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#5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5. दाब (Pressure) की SI इकाई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5. What is the SI unit of Pressure?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पास्कल (N/m²) / Pascal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जूल / Joule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न्यूटन / Newton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वाट / Watt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दाब = बल / क्षेत्रफल। इसकी SI इकाई न्यूटन/मीटर² होती है जिसे पास्कल (Pa) कहते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सौर ऊर्जा को सीधे विद्युत ऊर्जा में बदलने वाली युक्ति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A device that converts solar energy directly into electrical energy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सौर सेल (सोलर सेल) / Solar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सोलर कुकर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विद्युत मोटर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जनरेटर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#6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6. सौर ऊर्जा को सीधे विद्युत ऊर्जा में बदलने वाली युक्ति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6. A device that converts solar energy directly into electrical energy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सौर सेल (सोलर सेल) / Solar Cell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सोलर कुकर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विद्युत मोटर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जनरेटर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सोलर सेल सिलिकॉन के बने होते हैं जो प्रकाश ऊर्जा को सीधे विद्युत ऊर्जा में रूपांतरित करते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न्यूटन के किस गति नियम को 'जड़त्व का नियम' (Law of Inertia) भी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Newton's law of motion is also known as the Law of Inertia?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प्रथम नियम / First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द्वितीय नियम / Second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तृतीय नियम / Third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(भौतिक) / Physics • प्र. #7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7. न्यूटन के किस गति नियम को 'जड़त्व का नियम' (Law of Inertia) भी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7. Which Newton's law of motion is also known as the Law of Inertia?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प्रथम नियम / First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द्वितीय नियम / Second Law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तृतीय नियम / Third Law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प्रथम नियम के अनुसार प्रत्येक वस्तु अपनी विराम अथवा गति की अवस्था बनाए रखती है जब तक उस पर बाह्य बल न लगे।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#8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खाने के सोडे (बेकिंग सोडा) का रासायनिक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chemical name of Baking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सोडियम बाइकार्बोनेट (NaHCO₃)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सोडियम कार्बोनेट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सोडियम हाइड्रॉक्साइड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कैल्शियम कार्बोनेट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#8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8. खाने के सोडे (बेकिंग सोडा) का रासायनिक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8. What is the chemical name of Baking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सोडियम बाइकार्बोनेट (NaHCO₃)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सोडियम कार्बोनेट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सोडियम हाइड्रॉक्साइड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कैल्शियम कार्बोनेट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खाने का सोडा सोडियम हाइड्रोजन कार्बोनेट या सोडियम बाइकार्बोनेट ($NaHCO_3$) कहलाता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#9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कपड़े धोने के सोडे (धावन सोडा)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chemical formula of Washing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Na₂CO₃·10H₂O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NaHCO₃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CaSO₄·2H₂O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#9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9. कपड़े धोने के सोडे (धावन सोडा) का रासायनिक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9. What is the chemical formula of Washing Soda?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Na₂CO₃·10H₂O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NaHCO₃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CaSO₄·2H₂O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NaCl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धावन सोडा सोडियम कार्बोनेट डेकाहाइड्रेट ($Na_2CO_3\cdot 10H_2O$) होता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साधारण नमक का रासायनिक नाम और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is the chemical name and formula of common salt?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सोडियम क्लोराइड (NaCl)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पोटेशियम क्लोराइड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सोडियम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कैल्शियम क्लोराइड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#10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10. साधारण नमक का रासायनिक नाम और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10. What is the chemical name and formula of common salt?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सोडियम क्लोराइड (NaCl)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पोटेशियम क्लोराइड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सोडियम सल्फेट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कैल्शियम क्लोराइड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साधारण नमक सोडियम क्लोराइड ($NaCl$) होता है, जो समुद्र के पानी से प्राप्त किया जाता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पदार्थ की किस अवस्था में अणुओं के बीच आकर्षण बल सर्वाधिक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In which state of matter is the intermolecular force of attraction maximum?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ठोस / Solid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द्रव / Liquid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गैस / Gas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#11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11. पदार्थ की किस अवस्था में अणुओं के बीच आकर्षण बल सर्वाधिक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11. In which state of matter is the intermolecular force of attraction maximum?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ठोस / Solid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द्रव / Liquid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गैस / Gas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प्लाज्मा / Plasma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ठोस में कण अत्यधिक पास-पास होते हैं और उनके मध्य अंतराण्विक आकर्षण बल सबसे मजबूत होता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नीले लिटमस पेपर को लाल करने वाला विलयन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A solution that turns blue litmus paper red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अम्लीय / Acidic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क्षारीय / Basic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उदासीन / Neutral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लवण / Salt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#12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12. नीले लिटमस पेपर को लाल करने वाला विलयन कैसा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12. A solution that turns blue litmus paper red is: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अम्लीय / Acidic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क्षारीय / Basic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उदासीन / Neutral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लवण / Salt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अम्ल नीले लिटमस को लाल कर देता है, जबकि क्षार लाल लिटमस को नीला करता है। ट्रिक: 'अनिल' (अम्ल नीले को लाल)।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कौन-सी अधातु विद्युत की सुचालक (Good conductor)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non-metal is a good conductor of electricity?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ग्रेफाइट / Graphite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हीरा / Diamond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सल्फर / Sulphur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फास्फोरस / Phosphorus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#13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13. कौन-सी अधातु विद्युत की सुचालक (Good conductor) होती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13. Which non-metal is a good conductor of electricity?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ग्रेफाइट / Graphite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हीरा / Diamond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सल्फर / Sulphur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फास्फोरस / Phosphorus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कार्बन का अपररूप ग्रेफाइट मुक्त इलेक्ट्रॉनों की उपस्थिति के कारण विद्युत का सुचालक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29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लोहे को जंग से बचाने के लिए उस पर जस्ते (Zinc) की परत चढ़ाने की 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The process of coating iron with zinc to prevent rusting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यशदलेपन (Galvanisation)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विद्युत अपघटन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उदासीनीकरण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पाश्चुरीकरण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(रसायन) / Chemistry • प्र. #14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14. लोहे को जंग से बचाने के लिए उस पर जस्ते (Zinc) की परत चढ़ाने की क्रिया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14. The process of coating iron with zinc to prevent rusting is called: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यशदलेपन (Galvanisation)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विद्युत अपघटन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उदासीनीकरण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पाश्चुरीकरण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लोहे पर जस्ते की सुरक्षात्मक परत चढ़ाने की विधि को यशदलेपन (Galvanisation) कहते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कोशिका की खोज सर्वप्रथम 1665 में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Who discovered the cell first in 1665?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रॉबर्ट हुक / Robert Hooke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रॉबर्ट ब्राउन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#15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15. कोशिका की खोज सर्वप्रथम 1665 में किस वैज्ञानिक ने की थी?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15. Who discovered the cell first in 1665?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रॉबर्ट हुक / Robert Hooke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रॉबर्ट ब्राउन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लुई पाश्चर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एडवर्ड जेनर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रॉबर्ट हुक ने 1665 में कॉर्क की पतली काट में स्वनिर्मित सूक्ष्मदर्शी से मृत कोशिकाओं की खोज की थी।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कोशिका का 'रसोईघर' (Kitchen of the cell)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organelle is called the 'Kitchen of the cell'?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हरितलवक (क्लोरोप्लास्ट) / Chloroplast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माइटोकॉन्ड्रिया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लाइसोसोम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#16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16. कोशिका का 'रसोईघर' (Kitchen of the cell) किसे कहा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16. Which organelle is called the 'Kitchen of the cell'?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हरितलवक (क्लोरोप्लास्ट) / Chloroplast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माइटोकॉन्ड्रिया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राइबोसोम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लाइसोसोम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पादप कोशिका में क्लोरोप्लास्ट प्रकाश संश्लेषण द्वारा भोजन का निर्माण करता है, अतः इसे रसोईघर कहते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रुधिर में ऑक्सीजन का परिवहन किस वर्णक द्वारा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Oxygen in the blood is transported by which pigment?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हीमोग्लोबिन / Haemoglobin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क्लोरोफिल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इंसुलिन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#17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17. रुधिर में ऑक्सीजन का परिवहन किस वर्णक द्वारा किया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17. Oxygen in the blood is transported by which pigment?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हीमोग्लोबिन / Haemoglobin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क्लोरोफिल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प्लेटलेट्स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इंसुलिन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RBC में उपस्थित लौहयुक्त लाल वर्णक हीमोग्लोबिन ऑक्सीजन से मिलकर ऑक्सीहीमोग्लोबिन बनाता है।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पौधों में जड़ों द्वारा अवशोषित जल और खनिजों का संवहन कौन-सा ऊतक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Which tissue conducts water and minerals absorbed by roots to leaves in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जाइलम (दारु) / Xylem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फ्लोएम (पोषवाह)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पैरेन्काइमा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रंध्र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#18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18. पौधों में जड़ों द्वारा अवशोषित जल और खनिजों का संवहन कौन-सा ऊतक करता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18. Which tissue conducts water and minerals absorbed by roots to leaves in plants?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जाइलम (दारु) / Xylem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फ्लोएम (पोषवाह)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पैरेन्काइमा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रंध्र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जाइलम जल एवं खनिजों का ऊर्ध्व संवहन करता है। फ्लोएम पत्तियों द्वारा निर्मित भोजन का संवहन करता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39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मानव शरीर की सबसे बड़ी ग्रंथि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Which is the largest gland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यकृत (लीवर) / 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अग्न्याशय / Pancreas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थायरॉयड / Thyroid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पीयूष ग्रंथि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#19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19. मानव शरीर की सबसे बड़ी ग्रंथि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19. Which is the largest gland in the human body?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यकृत (लीवर) / 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अग्न्याशय / Pancreas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थायरॉयड / Thyroid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पीयूष ग्रंथि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यकृत मानव शरीर की सबसे बड़ी ग्रंथि है जो पित्त रस (Bile juice) का स्राव करती है।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#20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इंसुलिन हार्मोन की कमी से कौन-सा रोग हो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Deficiency of insulin hormone causes which disease?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मधुमेह (डायबिटीज) / Diabetes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घेंघा (गलगंड)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एनीमिया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स्कर्वी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#20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20. इंसुलिन हार्मोन की कमी से कौन-सा रोग हो जाता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20. Deficiency of insulin hormone causes which disease?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मधुमेह (डायबिटीज) / Diabetes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घेंघा (गलगंड)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एनीमिया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स्कर्वी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अग्न्याशय से निकलने वाला इंसुलिन रक्त में शर्करा का नियमन करता है, इसकी कमी से मधुमेह होता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#21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दूध को दही में परिवर्तित करने वाले लाभदायक जीवाणु का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Which beneficial bacterium converts milk into curd?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लैक्टोबैसिलस / Lactobacillus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राइजोबियम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यीस्ट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#21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21. दूध को दही में परिवर्तित करने वाले लाभदायक जीवाणु का नाम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21. Which beneficial bacterium converts milk into curd?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लैक्टोबैसिलस / Lactobacillus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राइजोबियम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ई. कोलाई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यीस्ट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लैक्टोबैसिलस जीवाणु दूध में उपस्थित लैक्टोज शर्करा को लैक्टिक अम्ल में बदलकर दही बनाता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#22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मानव खोपड़ी में कुल कितनी अस्थियां (हड्डियां) पाई जाती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How many bones are there in the human skull?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22 हड्डियां / 22 Bones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206 हड्डियां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33 हड्डियां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 हड्डियां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विज्ञान (जीव) / Biology • प्र. #22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22. मानव खोपड़ी में कुल कितनी अस्थियां (हड्डियां) पाई जाती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22. How many bones are there in the human skull?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22 हड्डियां / 22 Bones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206 हड्डियां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33 हड्डियां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 हड्डियां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मानव खोपड़ी में कुल 22 अस्थियां होती हैं (8 कपाल की और 14 चेहरे की)।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उत्तर प्रदेश के वाराणसी में 'दशाश्वमेध घाट' और काशी विश्वनाथ मंदिर का जीर्णोद्धार किसने कराया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Who renovated the Kashi Vishwanath Temple in Varanasi,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महारानी अहिल्याबाई होल्कर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रानी लक्ष्मीबाई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राजा हरिश्चंद्र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छत्रपति शिवाजी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#23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23. उत्तर प्रदेश के वाराणसी में 'दशाश्वमेध घाट' और काशी विश्वनाथ मंदिर का जीर्णोद्धार किसने कराया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23. Who renovated the Kashi Vishwanath Temple in Varanasi,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महारानी अहिल्याबाई होल्कर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रानी लक्ष्मीबाई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राजा हरिश्चंद्र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छत्रपति शिवाजी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इंदौर की महारानी अहिल्याबाई होल्कर ने 1780 में काशी विश्वनाथ मंदिर का भव्य पुनर्निर्माण कराया था।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49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1925 में उत्तर प्रदेश के लखनऊ के पास ऐतिहासिक 'काकोरी ट्रेन एक्शन' के मुख्य नायक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was the chief hero of the historic 'Kakori Train Action' in UP in 1925?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पंडित रामप्रसाद बिस्मिल व अशफाक उल्ला खां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भगत सिंह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#24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24. 1925 में उत्तर प्रदेश के लखनऊ के पास ऐतिहासिक 'काकोरी ट्रेन एक्शन' के मुख्य नायक कौन थे?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24. Who was the chief hero of the historic 'Kakori Train Action' in UP in 1925?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पंडित रामप्रसाद बिस्मिल व अशफाक उल्ला खां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भगत सिंह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चंद्रशेखर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9 अगस्त 1925 को पंडित रामप्रसाद बिस्मिल, अशफाक उल्ला खां, रोशन सिंह आदि क्रांतिकारियों ने सरकारी खजाना लूटा।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उत्तर प्रदेश के किस जिले में गौतम बुद्ध ने अपना प्रथम उपदेश (धर्मचक्रप्रवर्तन)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In which district of UP did Lord Buddha deliver his first sermon (Dharmachakra Pravartana)?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सारनाथ (वाराणसी) / Sarnath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कुशीनगर / Kushinagar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श्रावस्ती / Shravasti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मथुरा / Mathura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#25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25. उत्तर प्रदेश के किस जिले में गौतम बुद्ध ने अपना प्रथम उपदेश (धर्मचक्रप्रवर्तन) दिया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25. In which district of UP did Lord Buddha deliver his first sermon (Dharmachakra Pravartana)?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सारनाथ (वाराणसी) / Sarnath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कुशीनगर / Kushinagar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श्रावस्ती / Shravasti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मथुरा / Mathura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भगवान बुद्ध ने ज्ञान प्राप्ति के उपरांत वाराणसी के सारनाथ (ऋषिपत्तन) में अपने पाँच शिष्यों को प्रथम उपदेश दिया।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भगवान बुद्ध का महापरिनिर्वाण (निधन) उत्तर प्रदेश के किस ऐतिहासिक स्थल पर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Where did Lord Buddha attain Mahaparinirvana in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कुशीनगर / Kushinagar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सारनाथ / Sarnath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अयोध्या / Ayodhya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कौशांबी / Kaushambi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#26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26. भगवान बुद्ध का महापरिनिर्वाण (निधन) उत्तर प्रदेश के किस ऐतिहासिक स्थल पर हुआ था?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26. Where did Lord Buddha attain Mahaparinirvana in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कुशीनगर / Kushinagar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सारनाथ / Sarnath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अयोध्या / Ayodhya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कौशांबी / Kaushambi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भगवान बुद्ध ने 80 वर्ष की आयु में कुशीनगर (वर्तमान यूपी) में महापरिनिर्वाण प्राप्त किया था।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सत्यमेव जयते' शब्द किस प्राचीन उपनिषद से लिया गया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The national motto 'Satyameva Jayate' is taken from which Upanishad?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मुण्डकोपनिषद / Mundaka Upanishad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कठोपनिषद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छांदोग्य उपनिषद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ईशावास्योपनिषद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इतिहास / History • प्र. #27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27. सत्यमेव जयते' शब्द किस प्राचीन उपनिषद से लिया गया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27. The national motto 'Satyameva Jayate' is taken from which Upanishad?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मुण्डकोपनिषद / Mundaka Upanishad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कठोपनिषद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छांदोग्य उपनिषद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ईशावास्योपनिषद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 का राष्ट्रीय आदर्श वाक्य 'सत्यमेव जयते' मुण्डकोपनिषद से उद्धृत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#28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उत्तर प्रदेश की सबसे प्रमुख एवं लम्बी नदी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is the most prominent and longest river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गंगा नदी / Ganga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यमुना नदी / Yamuna 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गोमती नदी / Gomti 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घाघरा नदी / Ghaghra River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#28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28. उत्तर प्रदेश की सबसे प्रमुख एवं लम्बी नदी कौन-सी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28. Which is the most prominent and longest river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गंगा नदी / Ganga River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यमुना नदी / Yamuna River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गोमती नदी / Gomti River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घाघरा नदी / Ghaghra River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गंगा नदी उत्तर प्रदेश के 28 जिलों से होकर बहती है और राज्य की सबसे महत्वपूर्ण व पवित्र जीवनदायिनी नदी है।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#29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59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उत्तर प्रदेश के प्रयागराज में किन पवित्र नदियों का त्रिवेणी संगम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Triveni Sangam in Prayagraj, UP is the confluence of which holy rivers?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गंगा, यमुना और सरस्वती (अदृश्य)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गंगा, गोमती और घाघरा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यमुना, चंबल और बेतवा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गंगा और सरयू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#29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29. उत्तर प्रदेश के प्रयागराज में किन पवित्र नदियों का त्रिवेणी संगम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29. Triveni Sangam in Prayagraj, UP is the confluence of which holy rivers?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गंगा, यमुना और सरस्वती (अदृश्य)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गंगा, गोमती और घाघरा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यमुना, चंबल और बेतवा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गंगा और सरयू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प्रयागराज में गंगा, यमुना और पौराणिक सरस्वती नदी का पावन संगम होता है जहाँ महाकुंभ आयोजित होता है।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#30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उत्तर प्रदेश में एकमात्र परमाणु ऊर्जा केंद्र (Nuclear Power Plant)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Where is the only Nuclear Power Plant of UP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नरोरा (बुलंदशहर) / Narora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ओबरा (सोनभद्र)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पनकी (कानपुर)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हरदुआगंज (अलीगढ़)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#30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30. उत्तर प्रदेश में एकमात्र परमाणु ऊर्जा केंद्र (Nuclear Power Plant) कहाँ स्थित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30. Where is the only Nuclear Power Plant of UP located?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नरोरा (बुलंदशहर) / Narora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ओबरा (सोनभद्र)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पनकी (कानपुर)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हरदुआगंज (अलीगढ़)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नरोरा परमाणु ऊर्जा संयंत्र उत्तर प्रदेश के बुलंदशहर जिले में गंगा नदी के निकट स्थित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#31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उत्तर प्रदेश का राजकीय पशु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What is the State Animal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बारहसिंगा (दलदल का हिरण) / Swamp Deer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बाघ / Tiger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हाथी / Elephant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शेर / Lion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#31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31. उत्तर प्रदेश का राजकीय पशु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31. What is the State Animal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बारहसिंगा (दलदल का हिरण) / Swamp Deer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बाघ / Tiger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हाथी / Elephant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शेर / Lion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का राजकीय पशु बारहसिंगा, राजकीय पक्षी सारस (क्रौंच), और राजकीय पुष्प पलाश (ढाक) है।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#32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उत्तर प्रदेश का राजकीय पक्षी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What is the State Bird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सारस (क्रौंच) / Sarus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मोर / Peacock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तोता / Parrot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हंस / Swan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#32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32. उत्तर प्रदेश का राजकीय पक्षी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32. What is the State Bird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सारस (क्रौंच) / Sarus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मोर / Peacock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तोता / Parrot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हंस / Swan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का राजकीय पक्षी सारस (Sarus Crane) है जो विश्व में सबसे ऊँचा उड़ने वाला जलपक्षी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उत्तर प्रदेश का राजकीय पुष्प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What is the State Flower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पलाश (टेशू) / Palash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कमल / Lotus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गुलाब / Rose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गेंदा / Marigold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#33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33. उत्तर प्रदेश का राजकीय पुष्प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33. What is the State Flower of Uttar Pradesh?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पलाश (टेशू) / Palash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कमल / Lotus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गुलाब / Rose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गेंदा / Marigold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का राजकीय पुष्प पलाश (Flame of the Forest / Butea monosperma)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69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भारत की मानक समय रेखा (Standard Time Meridian 82°30' E) उत्तर प्रदेश के किस स्थान से गुजरती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The Indian Standard Time meridian (82°30' E) passes through which place in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मिर्जापुर / प्रयागराज (नैनी)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वाराणसी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#34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34. भारत की मानक समय रेखा (Standard Time Meridian 82°30' E) उत्तर प्रदेश के किस स्थान से गुजरती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34. The Indian Standard Time meridian (82°30' E) passes through which place in UP?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मिर्जापुर / प्रयागराज (नैनी)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वाराणसी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लखनऊ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भारतीय मानक समय रेखा 82°30' पूर्वी देशांतर उत्तर प्रदेश के मिर्जापुर/प्रयागराज के नैनी से होकर गुजरती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भारत में क्षेत्रफल की दृष्टि से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Which is the largest state of India in terms of geographical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राजस्थान / Rajasthan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मध्य प्रदेश / Madhya Pradesh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उत्तर प्रदेश / Uttar Pradesh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#35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35. भारत में क्षेत्रफल की दृष्टि से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35. Which is the largest state of India in terms of geographical area?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राजस्थान / Rajasthan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मध्य प्रदेश / Madhya Pradesh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उत्तर प्रदेश / Uttar Pradesh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क्षेत्रफल में प्रथम राजस्थान, द्वितीय मध्य प्रदेश, तृतीय महाराष्ट्र और चतुर्थ उत्तर प्रदेश है।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में जनसंख्या की दृष्टि से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Which is the most populous state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उत्तर प्रदेश / Uttar Pradesh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बिहार / Bihar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पश्चिम बंगाल / West Bengal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भूगोल / Geography • प्र. #36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36. भारत में जनसंख्या की दृष्टि से सबसे बड़ा राज्य कौन-सा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36. Which is the most populous state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उत्तर प्रदेश / Uttar Pradesh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बिहार / Bihar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महाराष्ट्र / Maharashtra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पश्चिम बंगाल / West Bengal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उत्तर प्रदेश भारत में सर्वाधिक जनसंख्या वाला राज्य है (जनगणना 2011 के अनुसार लगभग 19.98 करोड़)।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#37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भारतीय संविधान में नागरिकों को कुल कितने मौलिक अधिकार (Fundamental Rights) प्रदान किए गए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How many Fundamental Rights are guaranteed to Indian citizens by the Constitution?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 मौलिक अधिकार / 6 Rights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7 मौलिक अधिकार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10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11 मौलिक अधिकार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#37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37. भारतीय संविधान में नागरिकों को कुल कितने मौलिक अधिकार (Fundamental Rights) प्रदान किए गए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37. How many Fundamental Rights are guaranteed to Indian citizens by the Constitution?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6 मौलिक अधिकार / 6 Rights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7 मौलिक अधिकार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10 मौलिक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11 मौलिक अधिकार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मूल संविधान में 7 थे, किंतु 44वें संशोधन द्वारा संपत्ति का अधिकार हटाने पर वर्तमान में 6 मौलिक अधिकार हैं।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भारतीय संविधान में वर्तमान में कुल कितने मौलिक कर्तव्य (Fundamental Duties)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How many Fundamental Duties are currently in the Constitution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11 कर्तव्य / 11 Duties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12 कर्तव्य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#38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38. भारतीय संविधान में वर्तमान में कुल कितने मौलिक कर्तव्य (Fundamental Duties) हैं?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38. How many Fundamental Duties are currently in the Constitution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11 कर्तव्य / 11 Duties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10 कर्तव्य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 कर्तव्य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12 कर्तव्य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42वें संशोधन 1976 द्वारा 10 और 86वें संशोधन 2002 द्वारा 1 और कर्तव्य जोड़ा गया, जिससे कुल संख्या 11 हो गई।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79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में सर्वोच्च सेनापति (Supreme Commander of Armed Forces) कौन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is the Supreme Commander of the Armed Forces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भारत के राष्ट्रपति / President of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प्रधानमंत्री / Prime Minister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थल सेनाध्यक्ष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#39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39. भारत में सर्वोच्च सेनापति (Supreme Commander of Armed Forces) कौन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39. Who is the Supreme Commander of the Armed Forces of India?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भारत के राष्ट्रपति / President of India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प्रधानमंत्री / Prime Minister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रक्षा मंत्री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थल सेनाध्यक्ष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अनुच्छेद 53(2) के अनुसार भारत के राष्ट्रपति देश के तीनों सशस्त्र बलों (जल, थल, नभ) के सर्वोच्च सेनापति होते हैं।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#40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राज्य के मुख्यमंत्री की नियुक्ति किसके द्वारा की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Who appoints the Chief Minister of an Indian state?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राज्यपाल / Governor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राष्ट्रपति / President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उच्च न्यायालय के मुख्य न्यायाधीश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विधानसभा अध्यक्ष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#40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40. राज्य के मुख्यमंत्री की नियुक्ति किसके द्वारा की जाती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40. Who appoints the Chief Minister of an Indian state?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राज्यपाल / Governor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राष्ट्रपति / President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उच्च न्यायालय के मुख्य न्यायाधीश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विधानसभा अध्यक्ष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संविधान के अनुच्छेद 164 के अनुसार राज्य के मुख्यमंत्री की नियुक्ति संबंधित राज्य के राज्यपाल द्वारा की जाती है।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#41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उत्तर प्रदेश की प्रथम महिला मुख्यमंत्री कौन थीं?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Who was the first female Chief Minister of Uttar Pradesh (and India)?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श्रीमती सुचेता कृपलानी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सरोजिनी नायडू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मायावती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इंदिरा गांधी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#41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41. उत्तर प्रदेश की प्रथम महिला मुख्यमंत्री कौन थीं?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41. Who was the first female Chief Minister of Uttar Pradesh (and India)?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श्रीमती सुचेता कृपलानी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सरोजिनी नायडू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मायावती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इंदिरा गांधी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श्रीमती सुचेता कृपलानी 1963 में उत्तर प्रदेश तथा पूरे भारत के किसी भी राज्य की प्रथम महिला मुख्यमंत्री बनी थीं।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#42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भारत के किसी भी राज्य की प्रथम महिला राज्यपाल कौन बनी थीं?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Who was the first female Governor of an Indian state (Uttar Pradesh)?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श्रीमती सरोजिनी नायडू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सुचेता कृपलानी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विजया लक्ष्मी पंडित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नागरिक शास्त्र / Civics • प्र. #42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42. भारत के किसी भी राज्य की प्रथम महिला राज्यपाल कौन बनी थीं?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42. Who was the first female Governor of an Indian state (Uttar Pradesh)?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श्रीमती सरोजिनी नायडू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सुचेता कृपलानी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विजया लक्ष्मी पंडित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'भारत कोकिला' सरोजिनी नायडू 15 अगस्त 1947 को उत्तर प्रदेश की प्रथम महिला राज्यपाल बनी थीं।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एक समकोण त्रिभुज में समकोण के सामने की सबसे बड़ी भुजा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a right-angled triangle, what is the side opposite to the right angle called?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आधार /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लम्ब / Perpendicular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कर्ण / Hypotenuse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माध्यिका / Median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#43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43. एक समकोण त्रिभुज में समकोण के सामने की सबसे बड़ी भुजा क्या कहलाती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43. In a right-angled triangle, what is the side opposite to the right angle called?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आधार /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लम्ब / Perpendicular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कर्ण / Hypotenuse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माध्यिका / Median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समकोण ($90^\circ$) के सम्मुख भुजा को कर्ण (Hypotenuse) कहते हैं जो त्रिभुज की सबसे लम्बी भुजा होती है।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89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144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square root of 144?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18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#44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44. संख्या 144 का वर्गमूल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44. What is the square root of 144?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12 × 12 = 144, अतः √144 = 12।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संख्या 8 का घन (Cube)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cube of 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1024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#45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45. संख्या 8 का घन (Cube)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45. What is the cube of 8?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(C)  512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1024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(C)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8 × 8 × 8 = 64 × 8 = 512।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त्रिभुज के तीनों अन्तः 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sum of the interior angles of a triangle?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180°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270°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360°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#46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94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46. एक त्रिभुज के तीनों अन्तः 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46. What is the sum of the interior angles of a triangle?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180°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270°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360°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किसी भी त्रिभुज के तीनों अन्तः कोणों का योग सदैव 180° (दो समकोण) होता है।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95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एक चतुर्भुज के चारों अन्तः 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sum of the four interior angles of a quadrilateral?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540°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720°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#47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96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47. एक चतुर्भुज के चारों अन्तः कोणों का योग कितना होता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47. What is the sum of the four interior angles of a quadrilateral?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180°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360°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540°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720°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चतुर्भुज के चारों अन्तः कोणों का योग सदैव 360° (चार समकोण) होता है।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97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वृत्त के क्षेत्रफल का सही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correct formula for the area of a circle?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πr²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2πr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πd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4πr²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#48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98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48. वृत्त के क्षेत्रफल का सही सूत्र क्या है?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48. What is the correct formula for the area of a circle?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(A)  πr²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(B)  2πr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πd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4πr²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(A)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वृत्त का क्षेत्रफल = $\pi r^2$ तथा वृत्त की परिधि = $2\pi r$ होती है।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99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यदि किसी आयत की लम्बाई 10 सेमी और चौड़ाई 6 सेमी हो, तो उसका परिमाप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If a rectangle has length 10 cm and breadth 6 cm, what is its perimeter?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16 सेमी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32 सेमी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60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64 सेमी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#49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100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49. यदि किसी आयत की लम्बाई 10 सेमी और चौड़ाई 6 सेमी हो, तो उसका परिमाप क्या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49. If a rectangle has length 10 cm and breadth 6 cm, what is its perimeter?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16 सेमी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32 सेमी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60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64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आयत का परिमाप = 2(लम्बाई + चौड़ाई) = 2(10 + 6) = 2 × 16 = 32 सेमी।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05]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101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500 का 20%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20% of 500?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(A) 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(B) 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(D)  200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गणित / Mathematics • प्र. #50  [SAT सेट 05]  —  [उत्तर व व्याख्या]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102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1277295" cy="1536192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 bIns="91440"/>
          <a:lstStyle/>
          <a:p>
            <a:pPr algn="ctr">
              <a:defRPr sz="1650" b="1">
                <a:solidFill>
                  <a:srgbClr val="0F172A"/>
                </a:solidFill>
                <a:latin typeface="Segoe UI"/>
              </a:defRPr>
            </a:pPr>
            <a:r>
              <a:t>प्र. 50. 500 का 20% कितना होगा?</a:t>
            </a:r>
          </a:p>
          <a:p>
            <a:pPr algn="ctr">
              <a:spcBef>
                <a:spcPts val="600"/>
              </a:spcBef>
              <a:defRPr sz="1450" b="1">
                <a:solidFill>
                  <a:srgbClr val="2563EB"/>
                </a:solidFill>
                <a:latin typeface="Segoe UI"/>
              </a:defRPr>
            </a:pPr>
            <a:r>
              <a:t>Q. 50. What is 20% of 500?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9748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(A) 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269748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166534"/>
                </a:solidFill>
                <a:latin typeface="Segoe UI"/>
              </a:defRPr>
            </a:pPr>
            <a:r>
              <a:t>✅ (B)  100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(C)  150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3822191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400" b="1">
                <a:solidFill>
                  <a:srgbClr val="94A3B8"/>
                </a:solidFill>
                <a:latin typeface="Segoe UI"/>
              </a:defRPr>
            </a:pPr>
            <a:r>
              <a:t>(D)  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56048"/>
            <a:ext cx="11277295" cy="13716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00" b="1">
                <a:solidFill>
                  <a:srgbClr val="166534"/>
                </a:solidFill>
                <a:latin typeface="Segoe UI"/>
              </a:defRPr>
            </a:pPr>
            <a:r>
              <a:t>✅ सही उत्तर / Correct Option: (B)</a:t>
            </a:r>
          </a:p>
          <a:p>
            <a:pPr>
              <a:spcBef>
                <a:spcPts val="300"/>
              </a:spcBef>
              <a:defRPr sz="1300" b="0">
                <a:solidFill>
                  <a:srgbClr val="0F172A"/>
                </a:solidFill>
                <a:latin typeface="Segoe UI"/>
              </a:defRPr>
            </a:pPr>
            <a:r>
              <a:t>💡 व्याख्या एवं ट्रिक (Explanation): 500 × 20 / 100 = 5 × 20 = 100।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73152"/>
          <a:lstStyle/>
          <a:p>
            <a:pPr algn="ctr"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• UP NMMS परीक्षा महामंथन अभ्यास सेट</a:t>
            </a:r>
          </a:p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 NMMS SAT अभ्यास सेट #05 — सफलता का संकल्प एवं संपर्क सूत्र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हेल्पलाइन / WhatsApp: +91 91101 13671  |  वेबसाइट: sagarcoaching.tech  |  Slide 103 of 103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/>
          <a:lstStyle/>
          <a:p>
            <a:pPr algn="ctr">
              <a:defRPr sz="2200" b="1">
                <a:solidFill>
                  <a:srgbClr val="D97706"/>
                </a:solidFill>
                <a:latin typeface="Segoe UI"/>
              </a:defRPr>
            </a:pPr>
            <a:r>
              <a:t>🏆 आपकी सफलता ही हमारा संकल्प है! 🏆</a:t>
            </a:r>
          </a:p>
          <a:p>
            <a:pPr algn="ctr">
              <a:spcBef>
                <a:spcPts val="10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10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उत्तर प्रदेश NMMS छात्रवृत्ति परीक्षा (₹48,000) में चयनित होने वाले सभी भावी मेधावियों को अग्रिम शुभकामनाएं!</a:t>
            </a:r>
          </a:p>
          <a:p>
            <a:pPr algn="ctr">
              <a:spcBef>
                <a:spcPts val="500"/>
              </a:spcBef>
              <a:defRPr sz="1300">
                <a:solidFill>
                  <a:srgbClr val="D97706"/>
                </a:solidFill>
                <a:latin typeface="Segoe UI"/>
              </a:defRPr>
            </a:pPr>
            <a:r>
              <a:t>•  📱 WhatsApp हेल्पलाइन: +91 91101 13671 (सागर सर)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🌐 आधिकारिक वेबसाइट: sagarcoaching.tech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🎥 YouTube चैनल: Sagar Coaching Centre (Free Classes)</a:t>
            </a:r>
          </a:p>
          <a:p>
            <a:pPr algn="ctr">
              <a:spcBef>
                <a:spcPts val="5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•  📍 पता / Centre Address: भगवानपुर, सुपौल, बिहार - 852109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