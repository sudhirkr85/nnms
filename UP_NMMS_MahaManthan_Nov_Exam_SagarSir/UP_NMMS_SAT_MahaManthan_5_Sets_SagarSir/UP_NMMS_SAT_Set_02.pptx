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02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शैक्षिक योग्यता परीक्षण (SAT) — अभ्यास सेट #02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(22), सामाजिक विज्ञान (20), गणित (8) • 50 अति-संभावित प्रश्न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विज्ञान (भौतिकी, रसायन, जीव विज्ञान — 22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सामाजिक विज्ञान (इतिहास, भूगोल, नागरिक शास्त्र — 20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गणित (अंकगणित, बीजगणित, ज्यामिति — 8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उत्तर प्रदेश विशेष (इतिहास, संस्कृति, नदियां व भूगोल)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विस्तृत व्याख्या व 2-स्लाइड इंटरैक्टिव पद्धति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SAT अभ्यास सेट #02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शैक्षिक योग्यता परीक्षण (SAT)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शैक्षिक योग्यता परीक्षण (SAT) में कुल 90 प्रश्न होते हैं (विज्ञान 35, सामाजिक विज्ञान 35, गणित 20)।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50-प्रश्नों के सेट में विषयवार विभाजन: विज्ञान = 22 प्रश्न | सामाजिक विज्ञान = 20 प्रश्न | गणित = 8 प्रश्न।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पाठ्यक्रम: UP SCERT बेसिक शिक्षा परिषद् कक्षा 7 व 8 के संपूर्ण पाठ्यक्रम पर पूर्णतः आधारित।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उत्तर प्रदेश विशेष: यूपी के ऐतिहासिक स्थल, 1857 क्रांति केंद्र, राष्ट्रीय उद्यान, नदियां व भूगोल के विशेष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पद्धति: छात्र पहले प्रश्न देखकर विचार करेंगे, फिर अगली स्लाइड पर संपूर्ण व्याख्या व सूत्र समझेंगे।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SAT में 90 में से 85+ अंक लाकर ₹48,000 की राष्ट्रीय छात्रवृत्ति पक्की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धातुओं को पीटकर पतली चादर में बदलने के गुण को क्या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The property of metals to be beaten into thin sheets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तन्यता / Ductility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आघातवर्धनीयता / Malleability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ध्वानिक / Sonorous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चालकता / Conductivity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धातुओं को पीटकर पतली चादर में बदलने के गुण को क्या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The property of metals to be beaten into thin sheets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तन्यता / Ductility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आघातवर्धनीयता / Malleability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ध्वानिक / Sonorous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चालकता / Conductivity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आघातवर्धनीयता (Malleability) धातुओं का चादर बनने का गुण है। तार खींचने के गुण को तन्यता (Ductility) कहते हैं।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जल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What is the chemical formula of water?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H₂O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H₂O₂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NaCl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#2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जल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What is the chemical formula of water?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H₂O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H₂O₂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NaCl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जल का रासायनिक सूत्र H₂O है, जिसमें हाइड्रोजन और ऑक्सीजन 2:1 के अनुपात में जुड़े होते हैं।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#3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साधारण नमक का रासायनिक नाम और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What is the chemical name and formula of common salt?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सोडियम क्लोराइड (NaCl) / Sodium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सोडियम बाइकार्बोनेट (NaHCO₃)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कैल्शियम कार्बोनेट (CaCO₃)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सोडियम हाइड्रोक्साइड (NaOH)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#3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साधारण नमक का रासायनिक नाम और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What is the chemical name and formula of common salt?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सोडियम क्लोराइड (NaCl) / Sodium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सोडियम बाइकार्बोनेट (NaHCO₃)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कैल्शियम कार्बोनेट (CaCO₃)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सोडियम हाइड्रोक्साइड (NaOH)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साधारण खाने के नमक का रासायनिक नाम सोडियम क्लोराइड (NaCl)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#4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अम्ल और क्षार की क्रिया से लवण और जल बनने की अभिक्रिया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The reaction between an acid and a base to form salt and water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ऑक्सीकरण / Oxidation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अपचयन /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उदासीनीकरण / Neutralization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संयोजन / Combination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#4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अम्ल और क्षार की क्रिया से लवण और जल बनने की अभिक्रिया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The reaction between an acid and a base to form salt and water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ऑक्सीकरण / Oxidation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अपचयन / Reduction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उदासीनीकरण / Neutralization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संयोजन / Combination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अम्ल + क्षार → लवण + जल + ऊष्मा। इसे उदासीनीकरण अभिक्रिया (Neutralization) कहते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#5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बिजली के स्विच और प्लग बनाने के लिए किस थर्मोसेटिंग प्लास्टिक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Which thermosetting plastic is used to make electrical switches and plugs?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पॉलीथीन / Polythene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पीवीसी / PVC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बैकेलाइट / Bakelite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नायलॉन / Nylon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#5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बिजली के स्विच और प्लग बनाने के लिए किस थर्मोसेटिंग प्लास्टिक 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Which thermosetting plastic is used to make electrical switches and plugs?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पॉलीथीन / Polythene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पीवीसी / PVC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बैकेलाइट / Bakelite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नायलॉन / Nylon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बैकेलाइट (Bakelite) विद्युत व ऊष्मा का कुचालक थर्मोसेटिंग प्लास्टिक है, अतः स्विच बनाने में प्रयुक्त होता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#6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कोशिका का 'पावर हाउस' (Powerhouse of the Cell)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Which organelle is called the 'Powerhouse of the Cell'?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राइबोसोम / Ribosome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माइटोकॉन्ड्रिया / Mitochondria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गॉल्जीकाय / Golgi Body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लाइसोसोम / Lysosome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#6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कोशिका का 'पावर हाउस' (Powerhouse of the Cell)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Which organelle is called the 'Powerhouse of the Cell'?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राइबोसोम / Ribosome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माइटोकॉन्ड्रिया / Mitochondria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गॉल्जीकाय / Golgi Body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लाइसोसोम / Lysosome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माइटोकॉन्ड्रिया में कोशिकीय श्वसन द्वारा ऊर्जा ATP के रूप में संचित होती है, इसलिए इसे पावरहाउस कहते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#7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पौधों की पत्तियों का हरा रंग किस वर्णक (Pigment) के कारण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The green color of plant leaves is due to which pigment?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हीमोग्लोबिन / Hemoglobin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क्लोरोफिल (पर्णहरित) / Chlorophyll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कैरोटीन / Carotene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एंथोसायनिन / Anthocyanin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#7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पौधों की पत्तियों का हरा रंग किस वर्णक (Pigment) के कारण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The green color of plant leaves is due to which pigment?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हीमोग्लोबिन / Hemoglobin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क्लोरोफिल (पर्णहरित) / Chlorophyll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कैरोटीन / Carotene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एंथोसायनिन / Anthocyanin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पत्तियों में क्लोरोफिल वर्णक पाया जाता है जो सूर्य के प्रकाश को अवशोषित करता है और हरा रंग प्रदान करता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#8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रक्त में ऑक्सीजन का परिवहन करने वाला लाल वर्णक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Which red pigment in blood is responsible for transporting oxygen?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हीमोग्लोबिन / Hemoglobin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प्लेटलेट्स / Platelets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#8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रक्त में ऑक्सीजन का परिवहन करने वाला लाल वर्णक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Which red pigment in blood is responsible for transporting oxygen?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हीमोग्लोबिन / Hemoglobin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 / Platelets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RBC में उपस्थित हीमोग्लोबिन ऑक्सीजन से जुड़कर ऑक्सीहीमोग्लोबिन बनाकर शरीर में संचरित करता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#9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दूध को दही में बदलने वाले जीवाणु (Bacteria) का क्या नाम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name of the bacteria that converts milk into curd?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राइजोबियम / Rhizobium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लैक्टोबैसिलस / Lactobacillus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ई-कोलाई / E. Coli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यीस्ट / Yeast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#9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दूध को दही में बदलने वाले जीवाणु (Bacteria) का क्या नाम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name of the bacteria that converts milk into curd?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राइजोबियम / Rhizobium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लैक्टोबैसिलस / Lactobacillus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ई-कोलाई / E. Coli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यीस्ट / Yeast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लैक्टोबैसिलस जीवाणु दूध की शर्करा को लैक्टिक अम्ल में बदलकर दूध को दही में जमा देता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#10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मानव शरीर की सबसे बड़ी ग्रंथि (Largest Gland)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is the largest gland in the human body?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अग्न्याशय / Pancreas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यकृत (लिवर) / 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थायरॉयड / Thyroid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पीयूष / Pituitary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#10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मानव शरीर की सबसे बड़ी ग्रंथि (Largest Gland)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Which is the largest gland in the human body?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अग्न्याशय / Pancreas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यकृत (लिवर) / 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थायरॉयड / Thyroid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पीयूष / Pituitary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यकृत (Liver) मानव शरीर की सबसे बड़ी पाचक ग्रंथि है (भार लगभग 1.5 किग्रा)।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#11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पौधों में जड़ों द्वारा अवशोषित जल एवं खनिजों का संवहन किस ऊतक द्वारा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tissue transports water and minerals absorbed by roots in plants?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जाइलम / Xylem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फ्लोएम / Phloem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मृदूतक / Parenchyma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दृढ़ोतक / Sclerenchyma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#11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पौधों में जड़ों द्वारा अवशोषित जल एवं खनिजों का संवहन किस ऊतक द्वारा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Which tissue transports water and minerals absorbed by roots in plants?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जाइलम / Xylem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फ्लोएम / Phloem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मृदूतक / Parenchyma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दृढ़ोतक / Sclerenchyma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जाइलम (Xylem) जल का संवहन करता है, जबकि फ्लोएम (Phloem) भोजन का संवहन करता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#12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मलेरिया रोग का वाहक कौन-सा कीट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Which insect is the vector of malaria disease?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मादा एडीज / Female Aedes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मादा एनोफेलीज / Female Anopheles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घरेलू मक्खी / Housefly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खटमल / Bedbug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#12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मलेरिया रोग का वाहक कौन-सा कीट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Which insect is the vector of malaria disease?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मादा एडीज / Female Aedes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मादा एनोफेलीज / Female Anopheles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घरेलू मक्खी / Housefly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खटमल / Bedbug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मादा एनोफेलीज मच्छर प्लाज्मोडियम परजीवी को फैलाकर मलेरिया रोग उत्पन्न करती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#13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प्रकाश संश्लेषण क्रिया में पौधे कौन-सी गैस ग्रहण करते हैं और कौन-सी छोड़ते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In photosynthesis, plants take in which gas and release which gas?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CO₂ ग्रहण, O₂ विमुक्त / In CO₂, Out 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O₂ ग्रहण, CO₂ विमुक्त / In O₂, Out CO₂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नाइट्रोजन ग्रहण / Nitrogen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केवल जलवाष्प / Water vapor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#13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प्रकाश संश्लेषण क्रिया में पौधे कौन-सी गैस ग्रहण करते हैं और कौन-सी छोड़ते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In photosynthesis, plants take in which gas and release which gas?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CO₂ ग्रहण, O₂ विमुक्त / In CO₂, Out 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O₂ ग्रहण, CO₂ विमुक्त / In O₂, Out CO₂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नाइट्रोजन ग्रहण / Nitrogen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केवल जलवाष्प / Water vapor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पौधे CO₂ और जल से भोजन बनाते हैं तथा प्राणवायु ऑक्सीजन ($O_2$) विमुक्त करते हैं।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#14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दलहनी फसलों की जड़ों की ग्रंथियों में नाइट्रोजन स्थिरीकरण करने वाला जीवाणु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Which nitrogen-fixing bacteria lives in root nodules of leguminous plants?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लैक्टोबैसिलस / Lactobacillus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राइजोबियम / Rhizobium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यीस्ट / Yeast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अमीबा / Amoeba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#14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दलहनी फसलों की जड़ों की ग्रंथियों में नाइट्रोजन स्थिरीकरण करने वाला जीवाणु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Which nitrogen-fixing bacteria lives in root nodules of leguminous plants?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लैक्टोबैसिलस / Lactobacillus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राइजोबियम / Rhizobium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यीस्ट / Yeast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अमीबा / Amoeba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राइजोबियम (Rhizobium) दलहनी पौधों की जड़ों में रहकर वायुमंडलीय नाइट्रोजन को नाइट्रेट में बदलता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#15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रक्त का थक्का (Blood Clotting) जमाने में कौन-सी रुधिर कणिकाएं सहायक होती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Which blood cells help in blood clotting?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RBC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WBC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रक्त प्लेटलेट्स / Platelets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#15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रक्त का थक्का (Blood Clotting) जमाने में कौन-सी रुधिर कणिकाएं सहायक होती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Which blood cells help in blood clotting?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RBC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WBC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रक्त प्लेटलेट्स / Platelets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रक्त प्लेटलेट्स (Thrombocytes) चोट लगने पर रक्त का थक्का जमाकर रक्तस्राव रोकती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#16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रिकेट्स (सूखा रोग) किस विटामिन की कमी के कारण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Rickets is caused by the deficiency of which vitamin?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विटामिन A / Vitamin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विटामिन B / Vitamin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विटामिन C / Vitamin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विटामिन D / Vitamin 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#16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रिकेट्स (सूखा रोग) किस विटामिन की कमी के कारण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Rickets is caused by the deficiency of which vitamin?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विटामिन A / Vitamin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विटामिन B / Vitamin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विटामिन C / Vitamin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विटामिन D / Vitamin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विटामिन D की कमी से हड्डियों का रोग रिकेट्स होता है। सूर्य का प्रकाश इसका प्राकृतिक स्रोत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संकटापन्न एवं विलुप्त प्रजातियों का रिकॉर्ड किस पुस्तक में रखा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The record of endangered and extinct species is maintained in which book?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रेड डाटा बुक / Red Data 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ग्रीन बुक / Green 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ब्लू बुक / Blue 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येलो बुक / Yellow Book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संकटापन्न एवं विलुप्त प्रजातियों का रिकॉर्ड किस पुस्तक में रखा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The record of endangered and extinct species is maintained in which book?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रेड डाटा बुक / Red Data 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ग्रीन बुक / Green 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ब्लू बुक / Blue 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येलो बुक / Yellow 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IUCN द्वारा संकटग्रस्त जीवों की सूची 'रेड डाटा बुक (Red Data Book)' में दर्ज की जाती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अमीबा किस संरचना द्वारा अपना भोजन ग्रहण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By which structure does Amoeba capture its food?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पादाभ / Pseudopodia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मुख / Mouth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स्पर्शक / Tentacles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क्लोरोफिल / Chlorophyll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अमीबा किस संरचना द्वारा अपना भोजन ग्रहण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By which structure does Amoeba capture its food?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पादाभ / Pseudopodia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मुख / Mouth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स्पर्शक / Tentacles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क्लोरोफिल / Chlorophyll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अमीबा अपने कूटपाद या पादाभ (Pseudopodia) द्वारा भोजन घेरकर खाद्य धानी में ग्रहण करता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#19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कार्य (Work) और ऊर्जा (Energy) का SI पद्धति में मात्रक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What is the SI unit of Work and Energy?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न्यूटन / Newton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वाट / Watt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पास्कल / Pascal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#19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कार्य (Work) और ऊर्जा (Energy) का SI पद्धति में मात्रक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What is the SI unit of Work and Energy?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न्यूटन / Newton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वाट / Watt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पास्कल / Pascal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कार्य एवं ऊर्जा दोनों का SI मात्रक 'जूल (Joule)' होता है। बल का मात्रक न्यूटन और शक्ति का वाट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#20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ध्वनि की तीव्रता (Loudness of Sound) किस पर निर्भर करती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Loudness of sound depends primarily on its: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आयाम / Amplitude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आवृत्ति /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तरंगदैर्ध्य / Wavelength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चाल / Speed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#20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ध्वनि की तीव्रता (Loudness of Sound) किस पर निर्भर करती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Loudness of sound depends primarily on its: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आयाम / Amplitude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आवृत्ति / 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तरंगदैर्ध्य / Wavelength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चाल /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ध्वनि का प्रबलता या तीव्रता कंपन के आयाम (Amplitude) के वर्ग के समानुपाती होती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#21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समतल दर्पण द्वारा बना प्रतिबिम्ब कैसा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The image formed by a plane mirror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वास्तविक व उल्टा / Real &amp; Inverted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आभासी व सीधा / Virtual &amp; Erect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आभासी व उल्टा / Virtual &amp; Inverted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वास्तविक व बड़ा / Real &amp; Enlarged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#21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समतल दर्पण द्वारा बना प्रतिबिम्ब कैसा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The image formed by a plane mirror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वास्तविक व उल्टा / Real &amp; Inverted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आभासी व सीधा / Virtual &amp; Erect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आभासी व उल्टा / Virtual &amp; Inverted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वास्तविक व बड़ा / Real &amp; Enlarged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समतल दर्पण द्वारा बना प्रतिबिम्ब सदैव आभासी (Virtual), सीधा (Erect) तथा वस्तु के बराबर आकार का होता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#22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एक विद्युत बल्ब का फिलामेंट किस धातु का बना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The filament of an electric bulb is made of which metal?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तांबा / Copper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टंगस्टन / Tungsten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नाइक्रोम / Nichrome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लोहा / Iron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#22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एक विद्युत बल्ब का फिलामेंट किस धातु का बना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The filament of an electric bulb is made of which metal?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तांबा / Copper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टंगस्टन / Tungsten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नाइक्रोम / Nichrome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लोहा / Iron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टंगस्टन (W) का गलनांक (लगभग 3422°C) बहुत उच्च होता है, जिससे यह श्वेत तप्त होकर प्रकाश देता है बिना पिघले।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#23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पृथ्वी की दैनिक गति (घूर्णन / Rotation) से क्या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What is caused by the Earth's daily motion (Rotation) on its axis?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ऋतु परिवर्तन / Seasons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दिन और रात / Day and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सूर्य ग्रहण / Solar Eclipse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चंद्र ग्रहण / Lunar Eclipse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#23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पृथ्वी की दैनिक गति (घूर्णन / Rotation) से क्या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What is caused by the Earth's daily motion (Rotation) on its axis?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ऋतु परिवर्तन / Seasons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दिन और रात / Day and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सूर्य ग्रहण / Solar Eclipse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चंद्र ग्रहण / Lunar Eclipse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पृथ्वी का अपने अक्ष पर 24 घंटे में घूमना घूर्णन कहलाता है, जिससे दिन और रात होते हैं।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#24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भारत की सबसे लम्बी नदी कौन-सी है जो उत्तर प्रदेश से होकर गुजरती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Which is the longest river in India that flows through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यमुना / Yamuna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गंगा (2525 किमी) / Ganga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गोदावरी / Godavari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ब्रह्मपुत्र / Brahmaputra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#24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भारत की सबसे लम्बी नदी कौन-सी है जो उत्तर प्रदेश से होकर गुजरती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Which is the longest river in India that flows through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यमुना / Yamuna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गंगा (2525 किमी) / Ganga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गोदावरी / Godavari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ब्रह्मपुत्र / Brahmaputra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गंगा भारत की राष्ट्रीय नदी तथा सबसे लम्बी नदी (2525 किमी)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#25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गंगा, यमुना और सरस्वती का पवित्र 'त्रिवेणी संगम' उत्तर प्रदेश के किस नगर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In which city of UP is the sacred 'Triveni Sangam' of Ganga, Yamuna &amp; Saraswati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वाराणसी / Varanasi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प्रयागराज / Prayagraj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मथुरा / Mathura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अयोध्या / Ayodhya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#25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गंगा, यमुना और सरस्वती का पवित्र 'त्रिवेणी संगम' उत्तर प्रदेश के किस नगर 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In which city of UP is the sacred 'Triveni Sangam' of Ganga, Yamuna &amp; Saraswati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वाराणसी / Varanasi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प्रयागराज / Prayagraj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मथुरा / Mathura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अयोध्या / Ayodhya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तीर्थराज प्रयागराज (इलाहाबाद) में त्रिवेणी संगम स्थित है जहाँ कुंभ मेला लगता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#26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भारत का प्रामाणिक समय (IST) किस देशांतर रेखा से निर्धारित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The Indian Standard Time (IST) is determined along which longitude?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80° 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82°30' E (82.5° पूर्वी देशांतर)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90° 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0° देशांतर / Prime Meridian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#26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भारत का प्रामाणिक समय (IST) किस देशांतर रेखा से निर्धारित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The Indian Standard Time (IST) is determined along which longitude?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80° 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82°30' E (82.5° पूर्वी देशांतर)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90° 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0° देशांतर / Prime Meridian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82°30' पूर्वी देशांतर रेखा प्रयागराज (मिर्जापुर/नैनी) से गुजरती है और GMT से 5:30 घंटे आगे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#27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कपास की खेती के लिए सर्वाधिक उपयुक्त मिट्टी कौन-सी मानी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Which soil is considered most suitable for cotton cultivation?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जलोढ़ मिट्टी / Alluvial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काली मिट्टी (रेगुर) / Black Soil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लाल मिट्टी / Red Soil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लैटेराइट मिट्टी / Laterite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#27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कपास की खेती के लिए सर्वाधिक उपयुक्त मिट्टी कौन-सी मानी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Which soil is considered most suitable for cotton cultivation?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जलोढ़ मिट्टी / Alluvial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काली मिट्टी (रेगुर) / Black Soil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लाल मिट्टी / Red Soil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लैटेराइट मिट्टी / Laterite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काली मिट्टी (रेगुर मिट्टी) में जल धारण क्षमता अधिक होती है और यह कपास हेतु सर्वोत्तम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#28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विश्व का सबसे बड़ा महासागर और सबसे गहरा गर्त (मेरियाना गर्त) किसमें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Which is the largest ocean in the world containing Mariana Trench?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अटलांटिक / Atlantic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प्रशांत महासागर / Pacific Ocean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हिन्द महासागर / Indian Ocean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आर्कटिक / Arctic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#28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विश्व का सबसे बड़ा महासागर और सबसे गहरा गर्त (मेरियाना गर्त) किसमें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Which is the largest ocean in the world containing Mariana Trench?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अटलांटिक / Atlantic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प्रशांत महासागर / Pacific Ocean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हिन्द महासागर / Indian Ocean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आर्कटिक / Arctic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प्रशांत महासागर (Pacific Ocean) सबसे बड़ा है और इसमें 11,034 मी गहरी मेरियाना गर्त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#29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सुंदरवन का प्रसिद्ध डेल्टा किन दो नदियों के मुहाने पर बना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The famous Sundarbans Delta is formed at the mouth of which two rivers?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सिंधु और झेलम / Indus &amp; Jhelum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गंगा और ब्रह्मपुत्र / Ganga &amp; Brahmaputra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नर्मदा और ताप्ती / Narmada &amp; 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गोदावरी और कृष्णा / Godavari &amp; Krishna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#29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सुंदरवन का प्रसिद्ध डेल्टा किन दो नदियों के मुहाने पर बना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The famous Sundarbans Delta is formed at the mouth of which two rivers?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सिंधु और झेलम / Indus &amp; Jhelum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गंगा और ब्रह्मपुत्र / Ganga &amp; Brahmaputra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नर्मदा और ताप्ती / Narmada &amp; 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गोदावरी और कृष्णा / Godavari &amp; Krishna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गंगा और ब्रह्मपुत्र नदियां विश्व का सबसे बड़ा डेल्टा 'सुंदरवन डेल्टा' बनाती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#30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भारत में 'हरित क्रांति' (Green Revolution) का जनक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Who is known as the Father of Green Revolution in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डॉ. कुरियन / Dr. Kurien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डॉ. एम. एस. स्वामीनाथन / Dr. M.S. Swaminathan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डॉ. कलाम / Dr. Kalam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डॉ. भाभा / Dr. Bhabha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#30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भारत में 'हरित क्रांति' (Green Revolution) का जनक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Who is known as the Father of Green Revolution in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डॉ. कुरियन / Dr. Kurien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डॉ. एम. एस. स्वामीनाथन / Dr. M.S. Swaminathan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डॉ. कलाम / Dr. Kalam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डॉ. भाभा / Dr. Bhabha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डॉ. एम. एस. स्वामीनाथन ने भारत में उन्नत बीजों द्वारा खाद्यान्न उत्पादन में हरित क्रांति लाई।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#31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उत्तर प्रदेश में सर्वाधिक वर्षा किस जिले में तथा सबसे कम वर्षा किस जिले में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In UP, highest rainfall occurs in which district and lowest in which?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गोरखपुर (अधिक) और मथुरा (कम)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लखनऊ और वाराणसी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झांसी और कानपुर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मेरठ और बरेली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#31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उत्तर प्रदेश में सर्वाधिक वर्षा किस जिले में तथा सबसे कम वर्षा किस जिले में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In UP, highest rainfall occurs in which district and lowest in which?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गोरखपुर (अधिक) और मथुरा (कम)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लखनऊ और वाराणसी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झांसी और कानपुर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मेरठ और बरेली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में सर्वाधिक वर्षा गोरखपुर में और सबसे कम वर्षा मथुरा जिले में होती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#32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ओजोन परत के क्षरण के लिए मुख्य रूप से कौन-सी गैस उत्तरदायी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Which gas is mainly responsible for the depletion of the Ozone layer?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कार्बन डाइऑक्साइड / CO₂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क्लोरोफ्लोरोकार्बन (CFC)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ऑक्सीजन / 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नाइट्रोजन / N₂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#32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ओजोन परत के क्षरण के लिए मुख्य रूप से कौन-सी गैस उत्तरदायी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Which gas is mainly responsible for the depletion of the Ozone layer?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कार्बन डाइऑक्साइड / CO₂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क्लोरोफ्लोरोकार्बन (CFC)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ऑक्सीजन / 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नाइट्रोजन / N₂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क्लोरोफ्लोरोकार्बन (CFC) ओजोन अणुओं को तोड़कर ओजोन परत को क्षति पहुँचाती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#33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भारतीय संविधान सभा की प्रारूप समिति (Drafting Committee) के अध्यक्ष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Who was the Chairman of the Drafting Committee of the Indian Constituent Assembly?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डॉ. भीमराव आंबेडकर / Dr. B.R. Ambedkar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पंडित नेहरू / Pt. Nehru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सरदार पटेल / Sardar Patel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#33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भारतीय संविधान सभा की प्रारूप समिति (Drafting Committee) के अध्यक्ष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Who was the Chairman of the Drafting Committee of the Indian Constituent Assembly?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डॉ. भीमराव आंबेडकर / Dr. B.R. Ambedkar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पंडित नेहरू / Pt. Nehru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सरदार पटेल / Sardar Patel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डॉ. भीमराव आंबेडकर संविधान प्रारूप समिति के अध्यक्ष थे और भारतीय संविधान के जनक हैं।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#34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भारतीय संविधान किस तिथि को अंगीकृत (Adopt) किया गया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On which date was the Constitution of India adopted?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26 नवम्बर 1949 / 26 November 1949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26 जनवरी 1950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 अक्टूबर 1952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#34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भारतीय संविधान किस तिथि को अंगीकृत (Adopt) किया गया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On which date was the Constitution of India adopted?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26 नवम्बर 1949 / 26 November 1949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26 जनवरी 1950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 अक्टूबर 1952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26 नवम्बर 1949 को संविधान अंगीकृत हुआ, इसलिए प्रतिवर्ष 26 नवम्बर को 'संविधान दिवस' मनाते हैं।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#35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भारतीय नागरिकों को वर्तमान में कुल कितने मौलिक अधिकार प्राप्त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How many Fundamental Rights are currently guaranteed to Indian citizens?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 मौलिक अधिकार / 6 Rights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#35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भारतीय नागरिकों को वर्तमान में कुल कितने मौलिक अधिकार प्राप्त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How many Fundamental Rights are currently guaranteed to Indian citizens?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6 मौलिक अधिकार / 6 Rights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वर्तमान में भारतीय संविधान नागरिकों को 6 मौलिक अधिकार (अनुच्छेद 12-35) प्रदान करता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#36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भारत के राष्ट्रपति पद हेतु चुनाव लड़ने के लिए न्यूनतम आयु सीमा कितनी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What is the minimum age required to contest for the President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21 वर्ष / 21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 वर्ष / 25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30 वर्ष / 30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35 वर्ष / 35 Years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#36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भारत के राष्ट्रपति पद हेतु चुनाव लड़ने के लिए न्यूनतम आयु सीमा कितनी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What is the minimum age required to contest for the President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21 वर्ष / 21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25 वर्ष / 25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30 वर्ष / 30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35 वर्ष / 35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राष्ट्रपति एवं राज्यपाल पद हेतु न्यूनतम आयु सीमा 35 वर्ष निर्धारित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#37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संसद के उच्च सदन (राज्यसभा) के सदस्यों का कार्यकाल कितने वर्ष का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What is the tenure of members of the Rajya Sabha (Upper House of Parliament)?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 वर्ष / 4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 वर्ष / 5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 वर्ष / 6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स्थायी / Permanent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#37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संसद के उच्च सदन (राज्यसभा) के सदस्यों का कार्यकाल कितने वर्ष का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What is the tenure of members of the Rajya Sabha (Upper House of Parliament)?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 वर्ष / 4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 वर्ष / 5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 वर्ष / 6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स्थायी / Permanent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राज्यसभा स्थायी सदन है, परंतु इसके सदस्यों का कार्यकाल 6 वर्ष होता है (1/3 सदस्य हर 2 वर्ष में बदलते हैं)।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#38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6 से 14 वर्ष के बच्चों हेतु शिक्षा का अधिकार (RTE) किस संविधान संशोधन द्वारा जोड़ा गया?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By which amendment was Right to Education (Art 21A) for 6-14 years added?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42वाँ संशोधन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44वाँ संशोधन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86वाँ संशोधन (2002) / 86th Amendment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73वाँ संशोधन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#38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6 से 14 वर्ष के बच्चों हेतु शिक्षा का अधिकार (RTE) किस संविधान संशोधन द्वारा जोड़ा गया?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By which amendment was Right to Education (Art 21A) for 6-14 years added?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42वाँ संशोधन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44वाँ संशोधन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86वाँ संशोधन (2002) / 86th Amendment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73वाँ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86वें संविधान संशोधन 2002 द्वारा अनुच्छेद 21A जोड़कर प्राथमिक शिक्षा को मौलिक अधिकार बनाया गया।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#39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भारत के तीनों रक्षा बलों (थल, जल, नभ) का सर्वोच्च सेनापति कौन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Who is the Supreme Commander of the Defense Forces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प्रधानमंत्री / Prime Minister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भारत का राष्ट्रपति / President of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रक्षा मंत्री / Defense Minister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CDS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#39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भारत के तीनों रक्षा बलों (थल, जल, नभ) का सर्वोच्च सेनापति कौन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Who is the Supreme Commander of the Defense Forces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प्रधानमंत्री / Prime Minister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भारत का राष्ट्रपति / President of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रक्षा मंत्री / Defense Minister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CDS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अनुच्छेद 53(2) के अनुसार भारत के राष्ट्रपति तीनों सेनाओं के सर्वोच्च सेनापति (सुप्रीम कमांडर) होते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#40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पंचायती राज व्यवस्था को किस संविधान संशोधन द्वारा संवैधानिक दर्जा दिया गया?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By which Constitutional Amendment was Panchayati Raj granted constitutional status?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42वाँ संशोधन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44वाँ संशोधन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73वाँ संशोधन (1992) / 73rd Amendment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86वाँ संशोधन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#40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पंचायती राज व्यवस्था को किस संविधान संशोधन द्वारा संवैधानिक दर्जा दिया गया?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By which Constitutional Amendment was Panchayati Raj granted constitutional status?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42वाँ संशोधन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44वाँ संशोधन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73वाँ संशोधन (1992) / 73rd Amendment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86वाँ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73वें संविधान संशोधन 1992 द्वारा त्रिस्तरीय पंचायती राज व्यवस्था को संवैधानिक दर्जा दिया गया।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#41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भारत में मताधिकार (वोट डालने का अधिकार) हेतु न्यूनतम आयु कितनी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What is the minimum voting age for citizens in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16 वर्ष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18 वर्ष (61वें संशोधन द्वारा) / 18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25 वर्ष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#41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भारत में मताधिकार (वोट डालने का अधिकार) हेतु न्यूनतम आयु कितनी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What is the minimum voting age for citizens in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16 वर्ष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18 वर्ष (61वें संशोधन द्वारा) / 18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61वें संविधान संशोधन 1989 द्वारा मतदान की न्यूनतम आयु 21 से घटाकर 18 वर्ष कर दी गई।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#42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भारतीय संविधान में नागरिकों के मौलिक कर्तव्य (Fundamental Duties) किस अनुच्छेद में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Under which Article are Fundamental Duties described in the Indian Constitution?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अनुच्छेद 19 / Article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अनुच्छेद 21 / Article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अनुच्छेद 51A / Article 51A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अनुच्छेद 32 / Article 32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#42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भारतीय संविधान में नागरिकों के मौलिक कर्तव्य (Fundamental Duties) किस अनुच्छेद में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Under which Article are Fundamental Duties described in the Indian Constitution?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अनुच्छेद 19 / Article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अनुच्छेद 21 / Article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अनुच्छेद 51A / Article 51A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अनुच्छेद 32 / Article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अनुच्छेद 51A (भाग 4A) में नागरिकों के 11 मौलिक कर्तव्य वर्णित हैं।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त्रिभुज के दो कोण 60° और 70° हैं। तीसरे कोण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Two angles of a triangle are 60° and 70°. What is the third angle?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70°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त्रिभुज के दो कोण 60° और 70° हैं। तीसरे कोण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Two angles of a triangle are 60° and 70°. What is the third angle?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50°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तीसरा कोण = 180° - (60° + 70°) = 180° - 130° = 50°।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लम्बाई 20 मी तथा चौड़ाई 15 मी वाले आयत का क्षेत्रफल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area of a rectangle with length 20m and breadth 15m?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70 m²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150 m²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300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350 m²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लम्बाई 20 मी तथा चौड़ाई 15 मी वाले आयत का क्षेत्रफल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area of a rectangle with length 20m and breadth 15m?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70 m²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150 m²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300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350 m²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क्षेत्रफल = ल. × चौ. = 20 × 15 = 300 वर्ग मीटर।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एक वर्ग की परिमाप 64 मीटर है। वर्ग का क्षेत्रफल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The perimeter of a square is 64m. What is its area?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128 m²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196 m²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256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512 m²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एक वर्ग की परिमाप 64 मीटर है। वर्ग का क्षेत्रफल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The perimeter of a square is 64m. What is its area?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128 m²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196 m²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256 m²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512 m²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भुजा = 64 ÷ 4 = 16 मी। क्षेत्रफल = 16² = 256 वर्ग मीटर।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त्रिज्या 7 सेमी वाले वृत्त की परिधि क्या होगी? (π = 22/7)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circumference of a circle with radius 7cm? (π = 22/7)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22 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44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88 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154 cm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त्रिज्या 7 सेमी वाले वृत्त की परिधि क्या होगी? (π = 22/7)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circumference of a circle with radius 7cm? (π = 22/7)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22 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44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88 cm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154 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परिधि = 2πr = 2 × (22/7) × 7 = 44 सेमी।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यदि a = 5 और b = 3 हो, तो (a² - b²)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If a = 5 and b = 3, what is the value of (a² - b²)?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यदि a = 5 और b = 3 हो, तो (a² - b²)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If a = 5 and b = 3, what is the value of (a² - b²)?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a² - b² = 5² - 3² = 25 - 9 = 16।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यदि A : B = 2 : 3 और B : C = 3 : 4 हो, तो A : C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If A : B = 2 : 3 and B : C = 3 : 4, what is A : 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 :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 :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 :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 : 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यदि A : B = 2 : 3 और B : C = 3 : 4 हो, तो A : C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If A : B = 2 : 3 and B : C = 3 : 4, what is A : 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 :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 :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 :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 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A : C = 2 : 4 = 1 : 2।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संख्याओं 4, 8, 12, 16 और 20 का समांतर माध्य (Mean)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What is the arithmetic mean of 4, 8, 12, 16 and 20?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संख्याओं 4, 8, 12, 16 और 20 का समांतर माध्य (Mean)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What is the arithmetic mean of 4, 8, 12, 16 and 20?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माध्य = (4 + 8 + 12 + 16 + 20) ÷ 5 = 60 ÷ 5 = 12।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किसी चतुर्भुज के चारों अंतःकोणों का योग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sum of all interior angles of a quadrilateral?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270°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360°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540°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02]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किसी चतुर्भुज के चारों अंतःकोणों का योग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the sum of all interior angles of a quadrilateral?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270°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360°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540°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चतुर्भुज के चारों अंतःकोणों का योग 360° होता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SAT अभ्यास सेट #02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