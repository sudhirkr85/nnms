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 एवं योग्यता आधारित छात्रवृत्ति परीक्षा (UP NMMS 2024-25) • महामंथन अभ्यास सेट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47088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423160"/>
            <a:ext cx="6339535" cy="45720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🔥 UP NMMS 2024-25 महामंथन • सेट 04 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शैक्षिक योग्यता परीक्षण (SAT) — अभ्यास सेट #04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विज्ञान (22), सामाजिक विज्ञान (20), गणित (8) • 50 अति-संभावित प्रश्न (प्र. 1 से 50)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9448495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अभ्यास सेट की मुख्य विशेषताएं (Live Class Features):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विज्ञान (भौतिकी, रसायन, जीव विज्ञान — 22 प्रश्न)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सामाजिक विज्ञान (इतिहास, भूगोल, नागरिक शास्त्र — 20 प्रश्न)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गणित (अंकगणित, बीजगणित, ज्यामिति — 8 प्रश्न)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उत्तर प्रदेश विशेष (इतिहास, संस्कृति, नदियां व भूगोल)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प्रत्येक प्रश्न के साथ विस्तृत व्याख्या व 2-स्लाइड इंटरैक्टिव पद्धति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Expert)  |  WhatsApp: +91 91101 13671  |  YouTube: Sagar Coaching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SAT अभ्यास सेट #04 — परीक्षा पैटर्न एवं अभ्यास निर्देश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उत्तर प्रदेश NMMS शैक्षिक योग्यता परीक्षण (SAT) परीक्षा योजना (Official Guidelines):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परीक्षा संरचना: शैक्षिक योग्यता परीक्षण (SAT) में कुल 90 प्रश्न होते हैं (विज्ञान 35, सामाजिक विज्ञान 35, गणित 20)।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इस 50-प्रश्नों के सेट में विषयवार विभाजन: विज्ञान = 22 प्रश्न | सामाजिक विज्ञान = 20 प्रश्न | गणित = 8 प्रश्न।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पाठ्यक्रम: UP SCERT बेसिक शिक्षा परिषद् कक्षा 7 व 8 के संपूर्ण पाठ्यक्रम पर पूर्णतः आधारित।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उत्तर प्रदेश विशेष: यूपी के ऐतिहासिक स्थल, 1857 क्रांति केंद्र, राष्ट्रीय उद्यान, नदियां व भूगोल के विशेष प्रश्न शामिल हैं।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2-स्लाइड पद्धति: छात्र पहले प्रश्न देखकर विचार करेंगे, फिर अगली स्लाइड पर संपूर्ण व्याख्या व सूत्र समझेंगे।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लक्ष्य: SAT में 90 में से 85+ अंक लाकर ₹48,000 की राष्ट्रीय छात्रवृत्ति पक्की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1. चेचक (Smallpox) के टीके की खोज किस वैज्ञानिक ने की थी?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1. Who discovered the vaccine for Smallpox in 1796?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एडवर्ड जेनर / Edward Jenner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लुई पाश्चर / Louis Pasteur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रॉबर्ट हुक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जॉन साल्क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1. चेचक (Smallpox) के टीके की खोज किस वैज्ञानिक ने की थी?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1. Who discovered the vaccine for Smallpox in 1796?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एडवर्ड जेनर / Edward Jenner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लुई पाश्चर / Louis Pasteur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रॉबर्ट हुक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जॉन साल्क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एडवर्ड जेनर ने 1796 में चेचक के टीके का आविष्कार किया था। इन्हें इम्यूनोलॉजी का जनक कहा जाता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#2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2. मानव शरीर में इंसुलिन हार्मोन का स्राव किस ग्रंथि द्वारा होता है जिसकी कमी से मधुमेह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2. Insulin hormone is secreted by which gland, whose deficiency causes Diabetes?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थायरॉयड / Thyroid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अग्न्याशय / Pancreas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पीयूष ग्रंथि / Pituitary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यकृत / Liver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#2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2. मानव शरीर में इंसुलिन हार्मोन का स्राव किस ग्रंथि द्वारा होता है जिसकी कमी से मधुमेह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2. Insulin hormone is secreted by which gland, whose deficiency causes Diabetes?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थायरॉयड / Thyroid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अग्न्याशय / Pancreas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पीयूष ग्रंथि / Pituitary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यकृत / Liver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अग्न्याशय (Pancreas) की लैंगरहेंस की द्वीपिकाओं से इंसुलिन स्रावित होता है जो रक्त शर्करा को नियंत्रित करता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#3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3. रक्त में पाई जाने वाली कौन-सी कोशिकाएं शरीर की सैनिक (रोग प्रतिरोधक) कहलाती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3. Which blood cells act as soldiers of the body fighting against infections?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RBC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WBC (श्वेत रक्त कणिकाएं)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प्लेटलेट्स / Platelets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प्लाज्मा / Plasma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#3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3. रक्त में पाई जाने वाली कौन-सी कोशिकाएं शरीर की सैनिक (रोग प्रतिरोधक) कहलाती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3. Which blood cells act as soldiers of the body fighting against infections?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RBC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WBC (श्वेत रक्त कणिकाएं)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प्लेटलेट्स / Platelets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प्लाज्मा / Plasma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श्वेत रक्त कणिकाएं (WBC) रोगाणुओं को नष्ट कर शरीर को रोगों से सुरक्षा प्रदान करती हैं।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#4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4. रेशम कीट पालन के विज्ञान को क्या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4. The rearing of silkworms for the production of silk is known as: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एपीकल्चर / Apiculture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सेरीकल्चर / Sericulture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पिसीकल्चर / Pisciculture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हॉर्टिकल्चर / Horticulture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#4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4. रेशम कीट पालन के विज्ञान को क्या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4. The rearing of silkworms for the production of silk is known as: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एपीकल्चर / Apiculture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सेरीकल्चर / Sericulture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पिसीकल्चर / Pisciculture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हॉर्टिकल्चर / Horticulture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रेशम कीट पालन को सेरीकल्चर (Sericulture) कहते हैं। मधुमक्खी पालन को एपीकल्चर और मत्स्य पालन को पिसीकल्चर कहते हैं।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#5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5. मानव नेत्र में किसी वस्तु का प्रतिबिम्ब कहाँ बनता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5. Where is the image of an object formed in the human eye?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कॉर्निया / Cornea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परितारिका / Iris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दृष्टिपटल (रेटिना) / Retina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पुतली / Pupil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#5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5. मानव नेत्र में किसी वस्तु का प्रतिबिम्ब कहाँ बनता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5. Where is the image of an object formed in the human eye?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कॉर्निया / Cornea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परितारिका / Iris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दृष्टिपटल (रेटिना) / Retina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पुतली / Pupil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नेत्र लेंस प्रकाश किरणों को दृष्टिपटल (रेटिना) पर केंद्रित करता है जहाँ वास्तविक व उल्टा प्रतिबिम्ब बनता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#6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6. निकट दृष्टि दोष (Myopia) के निवारण के लिए किस लेंस का चश्मा प्रयुक्त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6. Which lens is used to correct Myopia (Short-sightedness)?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उत्तल लेंस / Convex Lens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अवतल लेंस / Concave Lens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बेलनाकार लेंस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द्विफोकसी लेंस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#6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6. निकट दृष्टि दोष (Myopia) के निवारण के लिए किस लेंस का चश्मा प्रयुक्त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6. Which lens is used to correct Myopia (Short-sightedness)?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उत्तल लेंस / Convex Lens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अवतल लेंस / Concave Lens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बेलनाकार लेंस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द्विफोकसी लेंस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निकट दृष्टि दोष में दूर की वस्तु स्पष्ट नहीं दिखती, इसके निवारण हेतु अवतल लेंस का प्रयोग होता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#7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7. दूर दृष्टि दोष (Hypermetropia) के निवारण के लिए किस लेंस का उपयोग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7. Which lens is used to correct Hypermetropia (Long-sightedness)?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उत्तल लेंस / Convex Lens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अवतल लेंस / Concave Lens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समतल लेंस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अवतल दर्पण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#7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7. दूर दृष्टि दोष (Hypermetropia) के निवारण के लिए किस लेंस का उपयोग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7. Which lens is used to correct Hypermetropia (Long-sightedness)?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उत्तल लेंस / Convex Lens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अवतल लेंस / Concave Lens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समतल लेंस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अवतल दर्पण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दूर दृष्टि दोष में पास की वस्तु स्पष्ट नहीं दिखती, निवारण हेतु उत्तल लेंस का चश्मा प्रयुक्त होता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#8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8. सूर्य से पृथ्वी तक ऊष्मा पहुँचने में लगभग कितना समय लगता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8. How much time does sunlight take to reach the Earth?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500 सेकंड (लगभग 8 मिनट 20 सेकंड)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60 सेकंड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 मिनट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10 सेकंड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#8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8. सूर्य से पृथ्वी तक ऊष्मा पहुँचने में लगभग कितना समय लगता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8. How much time does sunlight take to reach the Earth?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500 सेकंड (लगभग 8 मिनट 20 सेकंड)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60 सेकंड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 मिनट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10 सेकंड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सूर्य का प्रकाश लगभग 8 मिनट 20 सेकंड (लगभग 500 सेकंड) में पृथ्वी तक पहुँचता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#9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9. पृथ्वी का गुरुत्वीय त्वरण (g) का मानक मान कितना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9. What is the standard acceleration due to gravity (g) on Earth?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9.8 m/s²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98 m/s²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0.98 m/s²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 × 10⁸ m/s²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#9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9. पृथ्वी का गुरुत्वीय त्वरण (g) का मानक मान कितना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9. What is the standard acceleration due to gravity (g) on Earth?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9.8 m/s²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98 m/s²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0.98 m/s²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 × 10⁸ m/s²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पृथ्वी की सतह पर गुरुत्वीय त्वरण का औसत मान 9.8 मीटर/सेकंड² ($9.8\ m/s^2$) होता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#10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10. वायु प्रदूषण का सूचक किसे माना जाता है जो सल्फर डाइऑक्साइड से अत्यधिक संवेदनशील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10. Which bio-indicator is sensitive to air pollution caused by SO₂?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लाइकेन (Lichen)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शैवाल / Algae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कवक / Fungi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नीम / Neem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#10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10. वायु प्रदूषण का सूचक किसे माना जाता है जो सल्फर डाइऑक्साइड से अत्यधिक संवेदनशील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10. Which bio-indicator is sensitive to air pollution caused by SO₂?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लाइकेन (Lichen)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शैवाल / Algae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कवक / Fungi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नीम / Neem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लाइकेन कवक और शैवाल का सहजीवी रूप है जो वायु प्रदूषण होने पर नष्ट हो जाता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#11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11. अम्ल वर्षा (Acid Rain) के लिए मुख्य रूप से कौन-सी गैसें उत्तरदायी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11. Which gases are primarily responsible for Acid Rain?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SO₂ और NO₂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CO₂ और O₂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मीथेन और हाइड्रोजन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हीलियम और नियॉन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#11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11. अम्ल वर्षा (Acid Rain) के लिए मुख्य रूप से कौन-सी गैसें उत्तरदायी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11. Which gases are primarily responsible for Acid Rain?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SO₂ और NO₂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CO₂ और O₂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मीथेन और हाइड्रोजन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हीलियम और नियॉन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सल्फर डाइऑक्साइड ($SO_2$) व नाइट्रोजन डाइऑक्साइड ($NO_2$) जलवाष्प से मिलकर सल्फ्यूरिक व नाइट्रिक अम्ल बनाती हैं।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#12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12. प्लास्टर ऑफ पेरिस (POP) का रासायनिक सूत्र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12. What is the chemical formula of Plaster of Paris (POP)?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CaSO₄·½H₂O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CaSO₄·2H₂O (जिप्सम)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CaCO₃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CaO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#12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12. प्लास्टर ऑफ पेरिस (POP) का रासायनिक सूत्र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12. What is the chemical formula of Plaster of Paris (POP)?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CaSO₄·½H₂O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CaSO₄·2H₂O (जिप्सम)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CaCO₃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CaO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जिप्सम को 373 K पर गर्म करने पर प्लास्टर ऑफ पेरिस ($CaSO_4\cdot \frac{1}{2}H_2O$) प्राप्त होता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#13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13. शुद्ध सोने की शुद्धता कितने कैरेट (Carat)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13. What is the purity of pure gold in carats?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18 कैरेट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20 कैरेट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22 कैरेट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24 कैरेट (24K)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#13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13. शुद्ध सोने की शुद्धता कितने कैरेट (Carat)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13. What is the purity of pure gold in carats?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18 कैरेट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20 कैरेट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22 कैरेट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24 कैरेट (24K)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शुद्ध सोना 24 कैरेट का होता है जो बहुत मुलायम होता है। आभूषण बनाने हेतु 22 कैरेट सोना प्रयुक्त होता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#14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14. पीतल (Brass) किन धातुओं की मिश्रधातु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14. Brass is an alloy of which two metals?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तांबा और जस्ता (Cu + Zn)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तांबा और टिन (Cu + Sn)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लोहा और कार्बन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सीसा और टिन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#14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14. पीतल (Brass) किन धातुओं की मिश्रधातु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14. Brass is an alloy of which two metals?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तांबा और जस्ता (Cu + Zn)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तांबा और टिन (Cu + Sn)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लोहा और कार्बन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सीसा और टिन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पीतल = तांबा (लगभग 70%) + जस्ता (लगभग 30%)। ट्रिक: 'पिताजी' (पीतल = तांबा + जस्ता)।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#15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15. मानव हृदय में कुल कितने कोष्ठ (Chambers) होते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15. How many chambers are there in the human heart?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4 (दो अलिंद, दो निलय)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#15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15. मानव हृदय में कुल कितने कोष्ठ (Chambers) होते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15. How many chambers are there in the human heart?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4 (दो अलिंद, दो निलय)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मानव हृदय में चार कोष्ठ होते हैं: दो ऊपरी कोष्ठ (अलिंद) तथा दो निचले कोष्ठ (निलय)।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#16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16. सर्वदाता (Universal Donor) रक्त समूह किसे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16. Which blood group is called the Universal Donor?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रक्त समूह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रक्त समूह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रक्त समूह 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रक्त समूह O (Rh-)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#16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16. सर्वदाता (Universal Donor) रक्त समूह किसे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16. Which blood group is called the Universal Donor?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रक्त समूह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रक्त समूह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रक्त समूह 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रक्त समूह O (Rh-)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रक्त समूह 'O' में कोई प्रतिजन (Antigen) नहीं होता, अतः यह किसी भी व्यक्ति को दिया जा सकता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#17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17. सर्वग्राही (Universal Recipient) रक्त समूह किसे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17. Which blood group is known as the Universal Recipient?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रक्त समूह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रक्त समूह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रक्त समूह 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रक्त समूह 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#17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17. सर्वग्राही (Universal Recipient) रक्त समूह किसे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17. Which blood group is known as the Universal Recipient?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रक्त समूह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रक्त समूह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रक्त समूह 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रक्त समूह 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रक्त समूह 'AB' में दोनों प्रतिजन उपस्थित होते हैं और कोई एंटीबॉडी नहीं होती, अतः यह किसी से भी रक्त ले सकता है।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#18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18. मानव शरीर की सबसे लम्बी कोशिका कौन-सी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18. Which is the longest cell in the human body?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तंत्रिका कोशिका (न्यूरॉन) / Neuron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पेशी कोशिका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अस्थि कोशिका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लाल रक्त कोशिका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#18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18. मानव शरीर की सबसे लम्बी कोशिका कौन-सी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18. Which is the longest cell in the human body?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तंत्रिका कोशिका (न्यूरॉन) / Neuron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पेशी कोशिका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अस्थि कोशिका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लाल रक्त कोशिका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तंत्रिका कोशिका (Neuron) मानव शरीर की सबसे लम्बी कोशिका है जिसकी लम्बाई 1 मीटर तक हो सकती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#19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19. पत्तियों में गैसों का आदान-प्रदान और वाष्पोत्सर्जन किस सूक्ष्म छिद्र द्वारा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19. Exchange of gases and transpiration in leaves occurs through tiny pores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रंध्र (स्टोमेटा) / Stomata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क्लोरोप्लास्ट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जाइलम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फ्लोएम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#19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19. पत्तियों में गैसों का आदान-प्रदान और वाष्पोत्सर्जन किस सूक्ष्म छिद्र द्वारा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19. Exchange of gases and transpiration in leaves occurs through tiny pores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रंध्र (स्टोमेटा) / Stomata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क्लोरोप्लास्ट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जाइलम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फ्लोएम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पत्तियों की सतह पर उपस्थित सूक्ष्म छिद्रों को रंध्र (Stomata) कहते हैं जो द्वार कोशिकाओं से घिरे होते हैं।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#20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20. कार्य (Work) और ऊर्जा (Energy) का अंतर्राष्ट्रीय (SI) मात्रक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20. What is the SI unit of Work and Energy?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न्यूटन / Newton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जूल / Joule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वाट / Watt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पास्कल / Pascal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#20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20. कार्य (Work) और ऊर्जा (Energy) का अंतर्राष्ट्रीय (SI) मात्रक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20. What is the SI unit of Work and Energy?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न्यूटन / Newton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जूल / Joule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वाट / Watt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पास्कल / Pascal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कार्य एवं ऊर्जा दोनों का SI मात्रक जूल (Joule) होता है। 1 जूल = 1 न्यूटन × 1 मीटर।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#21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21. किस तापमान पर सेल्सियस और फारेनहाइट पैमाने का मान समान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21. At what temperature do Celsius and Fahrenheit scales read the same value?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0°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100°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-40°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-273°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#21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21. किस तापमान पर सेल्सियस और फारेनहाइट पैमाने का मान समान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21. At what temperature do Celsius and Fahrenheit scales read the same value?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0°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100°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-40°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-273°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सूत्र C/5 = (F - 32)/9 में हल करने पर -40° पर दोनों पैमाने बराबर (-40°C = -40°F) होते हैं।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#22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22. विद्युत परिपथ में धारा मापने के लिए किस यंत्र का उपयोग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22. Which instrument is used to measure electric current in a circuit?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अमीटर / Ammeter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वोल्टमीटर / Voltmeter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गैल्वेनोमीटर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ओडोमीटर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#22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22. विद्युत परिपथ में धारा मापने के लिए किस यंत्र का उपयोग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22. Which instrument is used to measure electric current in a circuit?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अमीटर / Ammeter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वोल्टमीटर / Voltmeter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गैल्वेनोमीटर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ओडोमीटर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विद्युत धारा मापने हेतु अमीटर को परिपथ में श्रेणीक्रम (Series) में जोड़ा जाता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#23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23. भारत का सर्वोच्च न्यायालय (Supreme Court) कहाँ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23. Where is the Supreme Court of India located?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मुंबई / Mumbai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नई दिल्ली / New Delhi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कोलकाता / Kolkata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प्रयागराज / Prayagraj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#23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23. भारत का सर्वोच्च न्यायालय (Supreme Court) कहाँ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23. Where is the Supreme Court of India located?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मुंबई / Mumbai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नई दिल्ली / New Delhi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कोलकाता / Kolkata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प्रयागराज / Prayagraj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भारत का उच्चतम न्यायालय (सर्वोच्च न्यायालय) देश की राजधानी नई दिल्ली में स्थित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#24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24. उत्तर प्रदेश का उच्च न्यायालय (High Court) किस नगर में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24. Where is the High Court of Uttar Pradesh situated?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लखनऊ / Lucknow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प्रयागराज (इलाहाबाद) / Prayagraj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कानपुर / Kanpur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वाराणसी / Varanasi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#24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24. उत्तर प्रदेश का उच्च न्यायालय (High Court) किस नगर में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24. Where is the High Court of Uttar Pradesh situated?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लखनऊ / Lucknow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प्रयागराज (इलाहाबाद) / Prayagraj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कानपुर / Kanpur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वाराणसी / Varanasi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इलाहाबाद उच्च न्यायालय की मुख्य पीठ प्रयागराज में है और इसकी एक खंडपीठ लखनऊ में कार्यरत है।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#25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25. भारत में किसी राज्य के 'राज्यपाल' (Governor) की नियुक्ति किसके द्वारा की जाती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25. Who appoints the Governor of a state in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मुख्यमंत्री / Chief Minister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भारत का राष्ट्रपति / President of India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प्रधानमंत्री / Prime Minister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मुख्य न्यायाधीश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#25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25. भारत में किसी राज्य के 'राज्यपाल' (Governor) की नियुक्ति किसके द्वारा की जाती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25. Who appoints the Governor of a state in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मुख्यमंत्री / Chief Minister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भारत का राष्ट्रपति / President of India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प्रधानमंत्री / Prime Minister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मुख्य न्यायाधीश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संविधान के अनुच्छेद 155 के अनुसार राज्य के राज्यपाल की नियुक्ति भारत के राष्ट्रपति द्वारा की जाती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#26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26. संसद के निचले सदन 'लोकसभा' का सदस्य बनने के लिए न्यूनतम आयु सीमा कितनी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26. What is the minimum age to become a member of the Lok Sabha?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18 वर्ष / 18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21 वर्ष / 21 Years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25 वर्ष / 25 Years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30 वर्ष / 30 Years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#26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26. संसद के निचले सदन 'लोकसभा' का सदस्य बनने के लिए न्यूनतम आयु सीमा कितनी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26. What is the minimum age to become a member of the Lok Sabha?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18 वर्ष / 18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21 वर्ष / 21 Years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25 वर्ष / 25 Years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30 वर्ष / 30 Years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लोकसभा सदस्य हेतु न्यूनतम आयु 25 वर्ष तथा राज्यसभा सदस्य हेतु 30 वर्ष निर्धारित है।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#27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27. ग्राम पंचायत का प्रधान (ग्राम प्रधान/मुखिया) बनने हेतु न्यूनतम आयु कितनी होनी चाहिए?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27. What is the minimum age required to contest for Gram Pradhan (Panchayat Head)?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18 वर्ष / 18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21 वर्ष / 21 Years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25 वर्ष / 25 Years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30 वर्ष / 30 Years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#27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27. ग्राम पंचायत का प्रधान (ग्राम प्रधान/मुखिया) बनने हेतु न्यूनतम आयु कितनी होनी चाहिए?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27. What is the minimum age required to contest for Gram Pradhan (Panchayat Head)?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18 वर्ष / 18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21 वर्ष / 21 Years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25 वर्ष / 25 Years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30 वर्ष / 30 Years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पंचायती राज संस्थाओं (ग्राम पंचायत, क्षेत्र पंचायत, जिला पंचायत) के चुनाव हेतु न्यूनतम आयु 21 वर्ष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#28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28. उत्तर प्रदेश के झांसी में 1857 के संग्राम का नेतृत्व किस वीरांगना ने किया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28. Who led the 1857 Revolt in Jhansi, Uttar Pradesh?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रानी लक्ष्मीबाई / Rani Laxmibai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झलकारी बाई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बेगम हज़रत महल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कस्तूरबा गांधी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#28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28. उत्तर प्रदेश के झांसी में 1857 के संग्राम का नेतृत्व किस वीरांगना ने किया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28. Who led the 1857 Revolt in Jhansi, Uttar Pradesh?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रानी लक्ष्मीबाई / Rani Laxmibai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झलकारी बाई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बेगम हज़रत महल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कस्तूरबा गांधी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'खूब लड़ी मर्दानी वह तो झांसी वाली रानी थी' - रानी लक्ष्मीबाई ने झांसी में अंग्रेजों से ऐतिहासिक लोहा लिया।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#29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29. कानपुर में 1857 के स्वतंत्रता संग्राम का नेतृत्व किसने किया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29. Who led the 1857 freedom struggle in Kanpur?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नाना साहेब और तात्या टोपे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कुँवर सिंह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बहादुर शाह जफर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मंगल पांडे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#29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29. कानपुर में 1857 के स्वतंत्रता संग्राम का नेतृत्व किसने किया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29. Who led the 1857 freedom struggle in Kanpur?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नाना साहेब और तात्या टोपे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कुँवर सिंह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बहादुर शाह जफर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मंगल पांडे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कानपुर में पेशवा बाजीराव द्वितीय के दत्तक पुत्र नाना साहेब और उनके सेनापति तात्या टोपे ने क्रांति का संचालन किया।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#30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30. 1857 के विद्रोह के समय भारत का गवर्नर जनरल कौन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30. Who was the Governor-General of India during the 1857 Revolt?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लॉर्ड डलहौजी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लॉर्ड कैनिंग / Lord Canning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लॉर्ड माउंटबेटन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लॉर्ड कर्जन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#30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30. 1857 के विद्रोह के समय भारत का गवर्नर जनरल कौन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30. Who was the Governor-General of India during the 1857 Revolt?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लॉर्ड डलहौजी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लॉर्ड कैनिंग / Lord Canning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लॉर्ड माउंटबेटन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लॉर्ड कर्जन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1857 के समय लॉर्ड कैनिंग भारत का गवर्नर जनरल था, जो 1858 में भारत का प्रथम वायसराय बना।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#31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31. महात्मा गांधी ने 1930 में प्रसिद्ध 'दांडी मार्च' किस कानून के विरोध में शुरू किया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31. Mahatma Gandhi started the Dandi March in 1930 against which British law?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नमक कानून / Salt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रॉलेट एक्ट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प्रेस एक्ट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सती प्रथा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#31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31. महात्मा गांधी ने 1930 में प्रसिद्ध 'दांडी मार्च' किस कानून के विरोध में शुरू किया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31. Mahatma Gandhi started the Dandi March in 1930 against which British law?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नमक कानून / Salt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रॉलेट एक्ट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प्रेस एक्ट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सती प्रथा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गांधीजी ने 12 मार्च 1930 को साबरमती से दांडी तक 240 मील यात्रा कर 6 अप्रैल 1930 को नमक कानून तोड़ा।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#32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32. भारतीय राष्ट्रीय गान 'जन-गण-मन' के रचयिता कौन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32. Who is the composer of the National Anthem of India 'Jana Gana Mana'?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रवींद्रनाथ टैगोर / Rabindranath Tagore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बंकिमचंद्र चटर्जी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सरोजिनी नायडू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सुभाष चंद्र बोस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#32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32. भारतीय राष्ट्रीय गान 'जन-गण-मन' के रचयिता कौन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32. Who is the composer of the National Anthem of India 'Jana Gana Mana'?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रवींद्रनाथ टैगोर / Rabindranath Tagore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बंकिमचंद्र चटर्जी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सरोजिनी नायडू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सुभाष चंद्र बोस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गुरुदेव रवींद्रनाथ टैगोर ने राष्ट्रगान की रचना की। बंकिमचंद्र चटर्जी ने राष्ट्रगीत 'वंदे मातरम्' लिखा।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#33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33. उत्तर प्रदेश की राजधानी 'लखनऊ' किस नदी के तट पर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33. The capital of Uttar Pradesh, Lucknow, is situated on the banks of which river?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गोमती नदी / Gomti River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गंगा नदी / Ganga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यमुना नदी / Yamuna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सरयू नदी / Saryu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#33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33. उत्तर प्रदेश की राजधानी 'लखनऊ' किस नदी के तट पर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33. The capital of Uttar Pradesh, Lucknow, is situated on the banks of which river?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गोमती नदी / Gomti River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गंगा नदी / Ganga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यमुना नदी / Yamuna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सरयू नदी / Saryu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नवाबों का शहर लखनऊ गोमती नदी के तट पर बसा है। अयोध्या सरयू नदी तट पर है।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#34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34. भगवान राम की जन्मभूमि 'अयोध्या' किस पवित्र नदी के तट पर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34. Ayodhya, the birthplace of Lord Rama, is located on the banks of which river?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सरयू नदी / Saryu River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गंगा नदी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यमुना नदी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गोमती नदी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#34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34. भगवान राम की जन्मभूमि 'अयोध्या' किस पवित्र नदी के तट पर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34. Ayodhya, the birthplace of Lord Rama, is located on the banks of which river?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सरयू नदी / Saryu River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गंगा नदी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यमुना नदी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गोमती नदी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अयोध्या सरयू नदी के पावन तट पर स्थित उत्तर प्रदेश का ऐतिहासिक एवं धार्मिक नगर है।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#35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35. विश्व का सबसे ऊँचा पर्वत शिखर 'माउंट एवरेस्ट' किस देश में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35. Mount Everest, the highest peak in the world, is located in which country?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भारत /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नेपाल / Nepal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चीन / China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भूटान / Bhutan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#35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35. विश्व का सबसे ऊँचा पर्वत शिखर 'माउंट एवरेस्ट' किस देश में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35. Mount Everest, the highest peak in the world, is located in which country?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भारत /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नेपाल / Nepal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चीन / China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भूटान / Bhutan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माउंट एवरेस्ट (ऊँचाई 8848.86 मी) हिमालय पर्वत श्रेणी में नेपाल में स्थित है जहाँ इसे 'सागरमाथा' कहते हैं।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#36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36. भारत का दक्षिणतम छोर 'इंदिरा पॉइंट' कहाँ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36. Where is 'Indira Point', the southernmost point of India, located?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ग्रेट निकोबार / Great Nicobar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कन्याकुमारी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लक्षद्वीप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रामेश्वरम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#36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36. भारत का दक्षिणतम छोर 'इंदिरा पॉइंट' कहाँ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36. Where is 'Indira Point', the southernmost point of India, located?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ग्रेट निकोबार / Great Nicobar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कन्याकुमारी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लक्षद्वीप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रामेश्वरम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भारत संघ का सबसे दक्षिणी बिंदु इंदिरा पॉइंट अंडमान-निकोबार द्वीप समूह के ग्रेट निकोबार में है।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#37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37. विश्व में सबसे अधिक वर्षा वाला स्थान 'मासिनराम' भारत के किस राज्य में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37. Mawsynram, the wettest place on Earth, is situated in which Indian state?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असम / Assam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मेघालय / Meghalaya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केरल / Kerala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अरुणाचल प्रदेश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#37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37. विश्व में सबसे अधिक वर्षा वाला स्थान 'मासिनराम' भारत के किस राज्य में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37. Mawsynram, the wettest place on Earth, is situated in which Indian state?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असम / Assam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मेघालय / Meghalaya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केरल / Kerala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अरुणाचल प्रदेश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मेघालय के खासी पहाड़ियों में स्थित मासिनराम में बंगाल की खाड़ी के मानसून से सर्वाधिक वर्षा (1187 सेमी) होती है।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#38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38. भारत के प्रथम राष्ट्रपति कौन थे?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38. Who was the first President of the Republic of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डॉ. राजेंद्र प्रसाद / Dr. Rajendra Prasad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डॉ. सर्वपल्ली राधाकृष्णन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पंडित नेहरू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डॉ. जाकिर हुसैन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#38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38. भारत के प्रथम राष्ट्रपति कौन थे?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38. Who was the first President of the Republic of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डॉ. राजेंद्र प्रसाद / Dr. Rajendra Prasad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डॉ. सर्वपल्ली राधाकृष्णन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पंडित नेहरू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डॉ. जाकिर हुसैन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डॉ. राजेंद्र प्रसाद 26 जनवरी 1950 को स्वतंत्र भारत के प्रथम राष्ट्रपति बने और लगातार दो बार राष्ट्रपति रहे।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#39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39. भारत के प्रथम प्रधानमंत्री कौन थे?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39. Who was the first Prime Minister of independent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पंडित जवाहरलाल नेहरू / Pt. Jawaharlal Nehru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सरदार पटेल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लाल बहादुर शास्त्री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गुलजारीलाल नंदा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#39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39. भारत के प्रथम प्रधानमंत्री कौन थे?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39. Who was the first Prime Minister of independent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पंडित जवाहरलाल नेहरू / Pt. Jawaharlal Nehru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सरदार पटेल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लाल बहादुर शास्त्री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गुलजारीलाल नंदा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पंडित जवाहरलाल नेहरू 15 अगस्त 1947 से मई 1964 तक भारत के प्रथम प्रधानमंत्री रहे।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#40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40. मुगल साम्राज्य का संस्थापक कौन था जिसने पानीपत के प्रथम युद्ध (1526) में विजय पाई?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40. Who was the founder of the Mughal Empire after winning the First Battle of Panipat in 1526?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बाबर / Babur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हुमायूँ / Humayun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अकबर / Akbar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शेरशाह सूरी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#40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40. मुगल साम्राज्य का संस्थापक कौन था जिसने पानीपत के प्रथम युद्ध (1526) में विजय पाई?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40. Who was the founder of the Mughal Empire after winning the First Battle of Panipat in 1526?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बाबर / Babur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हुमायूँ / Humayun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अकबर / Akbar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शेरशाह सूरी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बाबर ने 1526 में इब्राहिम लोदी को हराकर भारत में मुगल साम्राज्य की नींव रखी थी।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#41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41. ग्रांड ट्रंक रोड (GT Road) का निर्माण किस शासक ने करवाया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41. Which ruler constructed the Grand Trunk Road (GT Road)?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शेरशाह सूरी / Sher Shah Suri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अकबर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अशोक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शाहजहाँ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#41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41. ग्रांड ट्रंक रोड (GT Road) का निर्माण किस शासक ने करवाया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41. Which ruler constructed the Grand Trunk Road (GT Road)?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शेरशाह सूरी / Sher Shah Suri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अकबर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अशोक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शाहजहाँ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शेरशाह सूरी ने बंगाल के सोनारगाँव से पेशावर तक प्रसिद्ध सड़क 'सड़क-ए-आजम' (GT Road) बनवाई।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#42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42. उत्तर प्रदेश के फतेहपुर सीकरी में 'बुलंद दरवाजा' का निर्माण किस मुगल शासक ने कराया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42. Which Mughal Emperor built the 'Buland Darwaza' at Fatehpur Sikri, UP?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अकबर / Akbar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शाहजहाँ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जहाँगीर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औरंगजेब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#42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42. उत्तर प्रदेश के फतेहपुर सीकरी में 'बुलंद दरवाजा' का निर्माण किस मुगल शासक ने कराया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42. Which Mughal Emperor built the 'Buland Darwaza' at Fatehpur Sikri, UP?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अकबर / Akbar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शाहजहाँ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जहाँगीर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औरंगजेब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अकबर ने 1601 में गुजरात विजय के उपलक्ष्य में फतेहपुर सीकरी में विश्व का सबसे ऊँचा बुलंद दरवाजा बनवाया।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#43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43. समीकरण 2x - 3 = 7 में x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43. In equation 2x - 3 = 7, what is the value of x?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#43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43. समीकरण 2x - 3 = 7 में x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43. In equation 2x - 3 = 7, what is the value of x?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2x = 7 + 3 = 10 =&gt; x = 10 / 2 = 5।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#44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44. संख्या 250 का 20% कितना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44. What is 20% of 250?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75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#44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44. संख्या 250 का 20% कितना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44. What is 20% of 250?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(250 × 20) / 100 = 50।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#45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45. ₹500 की वस्तु पर ₹50 की हानि होने पर हानि प्रतिशत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45. A loss of ₹50 occurs on an item of ₹500. What is the loss percentage?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20%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#45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45. ₹500 की वस्तु पर ₹50 की हानि होने पर हानि प्रतिशत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45. A loss of ₹50 occurs on an item of ₹500. What is the loss percentage?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हानि % = (50 / 500) × 100 = 10%।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#46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46. ₹1000 का 10% वार्षिक दर से 2 वर्ष का साधारण ब्याज कितना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46. What is the simple interest on ₹1000 at 10% per annum for 2 years?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₹100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₹150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₹200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₹250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#46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46. ₹1000 का 10% वार्षिक दर से 2 वर्ष का साधारण ब्याज कितना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46. What is the simple interest on ₹1000 at 10% per annum for 2 years?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₹100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₹150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₹200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₹250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SI = (1000 × 10 × 2) / 100 = ₹200।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#47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47. एक समबाहु त्रिभुज (Equilateral Triangle) का प्रत्येक अंतःकोण कितने अंश का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47. What is the measure of each interior angle of an equilateral triangle?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45°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60°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90°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120°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#47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47. एक समबाहु त्रिभुज (Equilateral Triangle) का प्रत्येक अंतःकोण कितने अंश का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47. What is the measure of each interior angle of an equilateral triangle?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45°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60°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90°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120°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समबाहु त्रिभुज के तीनों कोण बराबर होते हैं: 180° ÷ 3 = 60°।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#48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48. भुजा 10 मीटर वाले वर्गाकार मैदान का परिमाप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48. What is the perimeter of a square field with side 10 meters?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20 मीटर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40 मीटर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100 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200 मीटर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#48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48. भुजा 10 मीटर वाले वर्गाकार मैदान का परिमाप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48. What is the perimeter of a square field with side 10 meters?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20 मीटर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40 मीटर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100 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200 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वर्ग की परिमाप = 4 × भुजा = 4 × 10 = 40 मीटर।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#49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49. संख्या 625 का वर्गमूल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49. What is the square root of 625?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45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#49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49. संख्या 625 का वर्गमूल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49. What is the square root of 625?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25 × 25 = 625, अतः √625 = 25।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#50  [SAT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50. संख्या 1000 का घनमूल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50. What is the cube root of 1000?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#50  [SAT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50. संख्या 1000 का घनमूल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50. What is the cube root of 1000?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10 × 10 × 10 = 1000, अतः ∛1000 = 10।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UP NMMS SAT अभ्यास सेट #04 — सफलता का संकल्प एवं संपर्क सूत्र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48495" cy="475488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defRPr sz="2200" b="1">
                <a:solidFill>
                  <a:srgbClr val="D97706"/>
                </a:solidFill>
                <a:latin typeface="Segoe UI"/>
              </a:defRPr>
            </a:pPr>
            <a:r>
              <a:t>🏆 आपकी सफलता ही हमारा संकल्प है! 🏆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10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उत्तर प्रदेश NMMS छात्रवृत्ति परीक्षा (₹48,000) में चयनित होने वाले सभी भावी मेधावियों को अग्रिम शुभकामनाएं!</a:t>
            </a:r>
          </a:p>
          <a:p>
            <a:pPr algn="ctr">
              <a:spcBef>
                <a:spcPts val="500"/>
              </a:spcBef>
              <a:defRPr sz="1300">
                <a:solidFill>
                  <a:srgbClr val="D97706"/>
                </a:solidFill>
                <a:latin typeface="Segoe UI"/>
              </a:defRPr>
            </a:pPr>
            <a:r>
              <a:t>•  📱 WhatsApp हेल्पलाइन: +91 91101 13671 (सागर सर)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🌐 आधिकारिक वेबसाइट: sagarcoaching.tech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🎥 YouTube चैनल: Sagar Coaching Centre (Free Classes)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📍 पता / Centre Address: भगवानपुर, सुपौल, बिहार - 852109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