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Class 17 • भूगोल (Grand Mega Marathon)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संपूर्ण भूगोल: टॉप 30 PYQs महा-मंथन मैराथन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Grand Geography PYQ Marathon: Complete Syllabus Rapid-Fire (10/10 Marks Locked)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सौरमंडल, पृथ्वी गतियां, अक्षांश/देशांतर व IST  ★  वायुमंडल परतें, ओजोन, बैरोमीटर व महासागर  ★  भारत का भौतिक भूगोल, नदियां, मिट्टियां व झीलें  ★  खनिज, ऊर्जा, रबी/खरीफ फसलें व राष्ट्रीय उद्यान  ★  30 मोस्ट रिपीटेड All India NMMS PYQs (60 Interactive Slides)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17: भूगोल के 10 में से 10 अंक का मास्टर गोल्डन चार्ट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सौरमंडल: शुक्र = भोर/सांझ का तारा (सबसे गर्म/चमकीला); मंगल = लाल ग्रह (आयरन ऑक्साइड); बृहस्पति = सबसे बड़ा ग्रह; पृथ्वी घूर्णन = दिन-रात; परिक्रमण = मौसम परिवर्तन।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मानक समय व रेखाएं: कर्क रेखा = 23½° उत्तर (8 राज्य); IST = 82½° पूर्व (मिर्जापुर, UP); IST = GMT + 5 घंटे 30 मिनट।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वायुमंडल: क्षोभमंडल = सभी मौसमी घटनाएं (बादल, वर्षा, आंधी); समतापमंडल = हवाई जहाज उड़ान + ओजोन परत (UV किरणों से रक्षा); बैरोमीटर = वायुदाब मापी।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जलमंडल: प्रशांत महासागर = सबसे बड़ा व गहरा; मेरियाना गर्त = 11,022 मीटर; ज्वार-भाटा = सूर्य-चंद्रमा का गुरुत्वाकर्षण।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भारत का भौतिक स्वरूप: K2 = 8611 मी. (काराकोरम); अरावली = सबसे प्राचीन पर्वतमाला; अनाईमुडी = दक्षिण भारत की सर्वोच्च चोटी।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नदियां व झीलें: गंगा = 2525 किमी (सबसे लंबी); सुंदरवन डेल्टा = विश्व का सबसे बड़ा; गोदावरी = दक्षिण गंगा; नर्मदा/ताप्ती = पश्चिम वाहिनी; वुलर झील = मीठे पानी की (J&amp;K); चिल्का = खारे पानी की (ओडिशा)।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मिट्टियां व कृषि: जलोढ़ = 43% (खादर=नवीन, बांगर=पुरानी); काली (रेगुर) = कपास; लेटराइट = चाय/कॉफी; रबी = गेहूं/सरसों; खरीफ = धान/कपास; हरित क्रांति = डॉ. स्वामीनाथन।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खनिज व पर्यावरण: काला सोना = पेट्रोलियम; डिगबोई = पहला तेल कुआं; झरिया = कोयला; खेतड़ी = तांबा; 5 जून = पर्यावरण दिवस; जिम कॉर्बेट = पहला राष्ट्रीय उद्यान (1936); काजीरंगा = गैंडा; गिर = शेर।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सौरमंडल के किस ग्रह को 'भोर का तारा' (Morning Star) या 'सांझ का तारा'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शुक्र (Venus)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शनि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सौरमंडल के किस ग्रह को 'भोर का तारा' (Morning Star) या 'सांझ का तारा'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शुक्र (Venus)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शनि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शुक्र सबसे चमकीला और गर्म ग्रह है तथा पृथ्वी की जुड़वां बहन कहलाता है।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पृथ्वी पर दिन और रात का बनना पृथ्वी की किस गति का मुख्य परिणाम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घूर्णन गति (Rotation)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परिक्रमण गति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वार्षिक गति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कक्षीय झुकाव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पृथ्वी पर दिन और रात का बनना पृथ्वी की किस गति का मुख्य परिणाम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घूर्णन गति (Rotation)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परिक्रमण गति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वार्षिक गति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कक्षीय झुकाव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पृथ्वी अपनी धुरी पर 24 घंटे में घूमती है जिससे दिन और रात बनते हैं।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कर्क रेखा (23½° उत्तर) भारत के कितने राज्यों से होकर गुजरती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6 राज्यों से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7 राज्यों से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8 राज्यों से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9 राज्यों से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कर्क रेखा (23½° उत्तर) भारत के कितने राज्यों से होकर गुजरती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6 राज्यों से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7 राज्यों से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8 राज्यों से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9 राज्यों से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कर्क रेखा भारत के 8 राज्यों से गुजरती है: गुजरात, राजस्थान, MP, छत्तीसगढ़, झारखंड, प. बंगाल, त्रिपुरा, मिजोरम।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भारतीय मानक समय (IST) ग्रीनविच मानक समय (GMT) से कितने समय आगे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4 घंटे 30 मिनट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 घंटे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5 घंटे 30 मिनट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6 घंटे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भारतीय मानक समय (IST) ग्रीनविच मानक समय (GMT) से कितने समय आगे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4 घंटे 30 मिनट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5 घंटे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5 घंटे 30 मिनट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6 घंटे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82½° पूर्वी देशांतर के आधार पर भारतीय समय GMT से 5 घंटे 30 मिनट आगे है।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11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बादल बनना, वर्षा, तूफान और कोहरा जैसी सभी मौसमी घटनाएं किस मंडल में होती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समतापमंडल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क्षोभमंडल (Troposphere)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आयनमंडल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12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बादल बनना, वर्षा, तूफान और कोहरा जैसी सभी मौसमी घटनाएं किस मंडल में होती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समतापमंडल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क्षोभमंडल (Troposphere)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आयनमंडल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क्षोभमंडल वायुमंडल की सबसे निचली परत है जहां समस्त मौसम घटनाएं होती हैं।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13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सूर्य की हानिकारक पराबैंगनी किरणों को सोखने वाली ओजोन परत किस मंडल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समतापमंडल (Stratosphere)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बहिर्मंडल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14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सूर्य की हानिकारक पराबैंगनी किरणों को सोखने वाली ओजोन परत किस मंडल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समतापमंडल (Stratosphere)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बहिर्मंडल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समतापमंडल में स्थित ओजोन परत पृथ्वी की सुरक्षा छतरी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15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वायुमंडलीय दाब मापने के लिए किस वैज्ञानिक यंत्र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बैरोमीटर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थर्मामीटर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सीस्मोग्राफ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लैक्टोमीटर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16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वायुमंडलीय दाब मापने के लिए किस वैज्ञानिक यंत्र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बैरोमीटर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थर्मामीटर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सीस्मोग्राफ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लैक्टोमीटर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बैरोमीटर से वायुदाब मापा जाता है; पारे का अचानक गिरना तूफान का संकेत है।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[Delhi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17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विश्व का सबसे बड़ा और सबसे गहरा महासागर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अटलांटिक महासागर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प्रशांत महासागर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हिंद महासागर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आर्कटिक महासागर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[Delhi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18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विश्व का सबसे बड़ा और सबसे गहरा महासागर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अटलांटिक महासागर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प्रशांत महासागर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हिंद महासागर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आर्कटिक महासागर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प्रशांत महासागर विश्व का सबसे बड़ा महासागर है जिसमें मेरियाना गर्त स्थित है।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[Maharashtra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19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भारत की सबसे लंबी नदी कौन सी है जिसकी कुल लंबाई लगभग 2525 किलोमीटर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यमुना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गोदावरी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गंगा नदी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सिंधु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[Maharashtra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20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भारत की सबसे लंबी नदी कौन सी है जिसकी कुल लंबाई लगभग 2525 किलोमीटर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यमुना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गोदावरी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गंगा नदी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सिंधु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गंगा भारत की सबसे लंबी और राष्ट्रीय नदी है जो गंगोत्री से निकलती है।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21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गंगा और ब्रह्मपुत्र नदियों द्वारा निर्मित विश्व का सबसे बड़ा नदी डेल्टा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सुंदरवन डेल्टा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नील डेल्टा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मिसिसिपी डेल्टा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सिंधु डेल्टा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22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गंगा और ब्रह्मपुत्र नदियों द्वारा निर्मित विश्व का सबसे बड़ा नदी डेल्टा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सुंदरवन डेल्टा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नील डेल्टा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मिसिसिपी डेल्टा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सिंधु डेल्टा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सुंदरवन डेल्टा सुंदरी वृक्षों और रॉयल बंगाल टाइगर हेतु प्रसिद्ध है।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[UP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23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दक्षिण भारत (प्रायद्वीपीय भारत) की सबसे लंबी नदी कौन सी है जिसे 'दक्षिण गंगा'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कृष्णा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कावेरी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गोदावरी नदी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महानदी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[UP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24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दक्षिण भारत (प्रायद्वीपीय भारत) की सबसे लंबी नदी कौन सी है जिसे 'दक्षिण गंगा'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कृष्णा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कावेरी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गोदावरी नदी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महानदी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गोदावरी (1465 किमी) दक्षिण भारत की सबसे लंबी नदी है और वृद्ध गंगा कहलाती है।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[Rajasthan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25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अरब सागर में गिरने वाली और भ्रंश घाटी से होकर बहने वाली प्रमुख नदी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गंगा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नर्मदा नदी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गोदावरी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कृष्णा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[Rajasthan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26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अरब सागर में गिरने वाली और भ्रंश घाटी से होकर बहने वाली प्रमुख नदी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गंगा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नर्मदा नदी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गोदावरी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कृष्णा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नर्मदा और ताप्ती नदियां पश्चिम की ओर बहकर अरब सागर में गिरती हैं।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27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कपास की खेती के लिए सर्वाधिक उपयुक्त मिट्टी कौन सी मानी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जलोढ़ मिट्टी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काली (रेगुर) मिट्टी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लाल मिट्टी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लेटराइट मिट्टी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28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कपास की खेती के लिए सर्वाधिक उपयुक्त मिट्टी कौन सी मानी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जलोढ़ मिट्टी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काली (रेगुर) मिट्टी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लाल मिट्टी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लेटराइट मिट्टी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काली मिट्टी में नमी सोखने की सर्वाधिक क्षमता होती है, अतः इसे कपास मिट्टी कहते हैं।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29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बाढ़ के मैदानों में नदियों द्वारा बिछाई गई नवीन उपजाऊ जलोढ़ मिट्टी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बांगर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खादर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रेगुर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भाभर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30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बाढ़ के मैदानों में नदियों द्वारा बिछाई गई नवीन उपजाऊ जलोढ़ मिट्टी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बांगर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खादर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रेगुर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भाभर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नवीन जलोढ़ मिट्टी को 'खादर' और पुरानी जलोढ़ को 'बांगर' कहा जाता है।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31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भारत की सबसे प्राचीनतम अवशिष्ट पर्वत श्रृंखला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हिमालय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अरावली पर्वतमाला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सतपुड़ा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विंध्याचल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32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भारत की सबसे प्राचीनतम अवशिष्ट पर्वत श्रृंखला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हिमालय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अरावली पर्वतमाला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सतपुड़ा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विंध्याचल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राजस्थान की अरावली पर्वतमाला विश्व की प्राचीनतम पर्वत श्रेणियों में से है।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[Haryana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33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भारत में मीठे (ताजे) पानी की सबसे बड़ी प्राकृतिक झील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चिल्का झील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वुलर झील (J&amp;K)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सांभर झील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लोकटक झील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[Haryana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34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भारत में मीठे (ताजे) पानी की सबसे बड़ी प्राकृतिक झील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चिल्का झील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वुलर झील (J&amp;K)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सांभर झील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लोकटक झील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वुलर झील जम्मू-कश्मीर में स्थित भारत की सबसे बड़ी मीठे पानी की झील है।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[Delhi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35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भारत की सबसे बड़ी खारे पानी की लैगून झील 'चिल्का झील'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ओडिशा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आंध्र प्रदेश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तमिलनाडु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केरल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[Delhi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36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भारत की सबसे बड़ी खारे पानी की लैगून झील 'चिल्का झील'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ओडिशा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आंध्र प्रदेश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तमिलनाडु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केरल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ओडिशा तट पर स्थित चिल्का झील भारत की सबसे बड़ी खारे पानी की लैगून है।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37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भारत में किस खनिज ईंधन को 'काला सोना' (Black Gold)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कोयला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पेट्रोलियम (कच्चा तेल)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लोहा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बॉक्साइट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38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भारत में किस खनिज ईंधन को 'काला सोना' (Black Gold)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कोयला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पेट्रोलियम (कच्चा तेल)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लोहा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बॉक्साइट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पेट्रोलियम और उससे बने उत्पादों के अत्यधिक महत्व के कारण इसे काला सोना कहते हैं।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39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भारत का सबसे पहला खनिज तेल का कुआं 1901 में कहाँ स्थापित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डिगबोई (असम)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बॉम्बे हाई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अंकलेश्वर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बरौनी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40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भारत का सबसे पहला खनिज तेल का कुआं 1901 में कहाँ स्थापित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डिगबोई (असम)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बॉम्बे हाई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अंकलेश्वर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बरौनी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असम के डिगबोई में भारत का पहला तेल कुआं और रिफाइनरी स्थापित हुई थी।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41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भारत में कोयला उत्पादन के लिए प्रसिद्ध 'झरिया' खान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पश्चिम बंगाल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झारखंड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ओडिशा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छत्तीसगढ़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42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भारत में कोयला उत्पादन के लिए प्रसिद्ध 'झरिया' खान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पश्चिम बंगाल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झारखंड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ओडिशा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छत्तीसगढ़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झारखंड का झरिया कोयला खनन का सबसे बड़ा और प्रमुख केंद्र है।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43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राजस्थान का 'खेतड़ी' क्षेत्र किस खनिज के खनन के लिए विश्व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लोहा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तांबा (Copper)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कोयला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सोना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44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राजस्थान का 'खेतड़ी' क्षेत्र किस खनिज के खनन के लिए विश्व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लोहा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तांबा (Copper)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कोयला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सोना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खेतड़ी (राजस्थान) प्राचीन काल से तांबा खनन का प्रसिद्ध केंद्र है।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[Maharashtra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45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निम्नलिखित में से कौन सी एक मुख्य 'रबी' की फसल है जो सर्दियों में बोई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धान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मक्का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गेहूं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कपास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[Maharashtra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46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निम्नलिखित में से कौन सी एक मुख्य 'रबी' की फसल है जो सर्दियों में बोई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धान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मक्का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गेहूं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कपास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गेहूं, चना, जौ और सरसों रबी की फसलें हैं जो अक्टूबर-नवंबर में बोई जाती हैं।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[UP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47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भारत में 'हरित क्रांति' (Green Revolution) का जनक किन्हें माना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डॉ. वर्गीज कुरियन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डॉ. एम.एस. स्वामीनाथन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सुंदरलाल बहुगुणा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डॉ. भाभा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[UP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48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भारत में 'हरित क्रांति' (Green Revolution) का जनक किन्हें माना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डॉ. वर्गीज कुरियन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डॉ. एम.एस. स्वामीनाथन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सुंदरलाल बहुगुणा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डॉ. भाभा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डॉ. एम.एस. स्वामीनाथन ने अधिक उपज देने वाले बीजों से गेहूं उत्पादन बढ़ाया।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49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'ऑपरेशन फ्लड' अथवा श्वेत क्रांति का संबंध किसके उत्पादन से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दूध उत्पादन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चावल उत्पादन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मत्स्य उत्पादन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अंडा उत्पादन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50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'ऑपरेशन फ्लड' अथवा श्वेत क्रांति का संबंध किसके उत्पादन से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दूध उत्पादन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चावल उत्पादन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मत्स्य उत्पादन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अंडा उत्पादन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डॉ. वर्गीज कुरियन के नेतृत्व में श्वेत क्रांति ने भारत को दूध में अग्रणी बनाया।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51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प्रत्येक वर्ष 'विश्व पर्यावरण दिवस' (World Environment Day)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22 अप्रैल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 जून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16 सितंबर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11 जुलाई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52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प्रत्येक वर्ष 'विश्व पर्यावरण दिवस' (World Environment Day)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22 अप्रैल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5 जून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16 सितंबर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11 जुलाई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5 जून को विश्व पर्यावरण दिवस मनाया जाता है (22 अप्रैल = पृथ्वी दिवस)।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53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1973 में उत्तराखंड के चमोली में वृक्ष कटाई रोकने हेतु 'चिपको आंदोलन' किसने चलाया?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मेधा पाटकर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सुंदरलाल बहुगुणा व गौरा देवी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बाबा आमटे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पांडुरंग हेगड़े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54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1973 में उत्तराखंड के चमोली में वृक्ष कटाई रोकने हेतु 'चिपको आंदोलन' किसने चलाया?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मेधा पाटकर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सुंदरलाल बहुगुणा व गौरा देवी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बाबा आमटे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पांडुरंग हेगड़े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सुंदरलाल बहुगुणा और गौरा देवी ने पेड़ों से चिपककर जंगल कटाई रोकी थी।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[MP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55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'एक सींग वाले गैंडे' के लिए भारत का कौन सा राष्ट्रीय उद्यान विश्व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जिम कॉर्बेट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काजीरंगा (असम)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गिर (गुजरात)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सुंदरवन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[MP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56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'एक सींग वाले गैंडे' के लिए भारत का कौन सा राष्ट्रीय उद्यान विश्व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जिम कॉर्बेट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काजीरंगा (असम)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गिर (गुजरात)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सुंदरवन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असम का काजीरंगा राष्ट्रीय उद्यान एक सींग वाले दुर्लभ गैंडे का आवास है।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[Delhi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57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भारत का प्रथम राष्ट्रीय उद्यान कौन सा है जिसे 1936 में स्थापित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जिम कॉर्बेट (उत्तराखंड)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सुंदरवन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काजीरंगा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कान्हा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[Delhi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58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भारत का प्रथम राष्ट्रीय उद्यान कौन सा है जिसे 1936 में स्थापित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जिम कॉर्बेट (उत्तराखंड)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सुंदरवन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काजीरंगा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कान्हा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जिम कॉर्बेट (हैली नेशनल पार्क) 1936 में स्थापित भारत का पहला राष्ट्रीय उद्यान है।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[Haryana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59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भूकंप की तीव्रता मापने के लिए किस वैज्ञानिक पैमाने का प्रयोग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रिएक्टर स्केल (Richter Scale)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सेल्सियस स्केल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डेसिबल स्केल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केल्विन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[Haryana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60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भूकंप की तीव्रता मापने के लिए किस वैज्ञानिक पैमाने का प्रयोग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रिएक्टर स्केल (Richter Scale)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सेल्सियस स्केल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डेसिबल स्केल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केल्विन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रिएक्टर स्केल पर भूकंप की तीव्रता और ऊर्जा का मापन किया जाता है।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61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विश्व का एकमात्र 'तैरता हुआ राष्ट्रीय उद्यान' (केबुल लामजाओ)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असम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मणिपुर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मेघालय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सिक्किम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62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विश्व का एकमात्र 'तैरता हुआ राष्ट्रीय उद्यान' (केबुल लामजाओ)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असम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मणिपुर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मेघालय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सिक्किम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मणिपुर की लोकटक झील पर स्थित केबुल लामजाओ विश्व का एकमात्र तैरता हुआ राष्ट्रीय उद्यान है।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17: संपूर्ण भूगोल की 'मित्र पर गमछा झार' ट्रिक (कर्क रेखा के 8 राज्य)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63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मि = मिजोरम | त्र = त्रिपुरा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प = पश्चिम बंगाल | र = राजस्थान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ग = गुजरात | म = मध्य प्रदेश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छा = छत्तीसगढ़ | झार = झारखंड (कुल 8 राज्य)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IST = 82½° पूर्वी देशांतर (प्रयागराज/मिर्जापुर, UP) = GMT + 5:30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काजीरंगा = गैंडा (असम) | गिर = शेर (गुजरात) | दुधवा = UP | वाल्मीकि = बिहार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भूगोल (Geography) 100% Complete!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बधाई! संपूर्ण भूगोल के 10 अंक 100% पक्के!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इतिहास + नागरिक शास्त्र + भूगोल = अब हल करें 20 ऑल इंडिया मॉक टेस्ट्स!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4 ऑल इंडिया 50-PYQ मेगा अभ्यास सेट्स उपलब्ध  ★  20 फुल लेंथ 35-प्रश्नों के ऑल इंडिया मॉक टेस्ट्स उपलब्ध  ★  SST के 35 में से 35 अंक का लक्ष्य पूरा  ★  सफलता का एक ही नाम: सागर कोचिंग सेंटर, भगवानपुर (+91 91101 13671)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