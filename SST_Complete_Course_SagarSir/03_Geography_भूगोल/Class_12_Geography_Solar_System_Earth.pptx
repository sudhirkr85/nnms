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12 • भूगोल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हमारा सौरमंडल एवं पृथ्वी की गतियां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The Solar System, Earth's Movements &amp; Coordinates (Latitudes/Longitudes)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सौरमंडल के 8 ग्रह, सूर्य, उपग्रह एवं क्षुद्रग्रह पेटी  ★  शुक्र (भोर का तारा) व मंगल (लाल ग्रह) की विशेषताएं  ★  पृथ्वी की गतियां: घूर्णन (दिन-रात) व परिक्रमण (ऋतुएं)  ★  कर्क, मकर रेखाएं एवं भारतीय मानक समय (IST = GMT + 5:30)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12: सौरमंडल के 8 ग्रह एवं उनके प्रमुख खगोलीय लक्षण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सौरमंडल का केंद्र: सूर्य सौरमंडल के केंद्र में स्थित है; समस्त ग्रहों और उपग्रहों को प्रकाश एवं ऊष्मा सूर्य से ही मिलती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सूर्य से दूरी के क्रम में 8 ग्रह: बुध (Mercury), शुक्र (Venus), पृथ्वी (Earth), मंगल (Mars), बृहस्पति (Jupiter), शनि (Saturn), अरुण (Uranus) और वरुण (Neptune)।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बुध (Mercury): सूर्य के सबसे निकट और सौरमंडल का सबसे छोटा ग्रह है; इसका कोई उपग्रह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शुक्र (Venus): सौरमंडल का सबसे चमकीला और सबसे गर्म ग्रह है; इसे 'भोर का तारा' (Morning Star), 'सांझ का तारा' और 'पृथ्वी की जुड़वां बहन' कहते हैं। यह पूर्व से पश्चिम घूमता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पृथ्वी (Earth): जल की प्रचुरता के कारण अंतरिक्ष से नीली दिखती है, इसलिए इसे 'नीला ग्रह' (Blue Planet) कहते हैं; इसका एकमात्र उपग्रह चंद्रमा (Moon)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मंगल (Mars): मिट्टी में आयरन ऑक्साइड होने के कारण इसे 'लाल ग्रह' (Red Planet) कहते हैं; इसके दो छोटे उपग्रह फोबोस और डीमोस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बृहस्पति (Jupiter): सौरमंडल का सबसे बड़ा ग्रह है; इसका उपग्रह गेनीमीड सौरमंडल का सबसे बड़ा उपग्रह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शनि (Saturn): इसके चारों ओर अत्यंत सुंदर वलय (छल्ले) पाए जाते हैं; टाइटन इसका सबसे बड़ा उपग्रह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क्षुद्रग्रह पेटी (Asteroid Belt): मंगल और बृहस्पति की कक्षाओं के बीच स्थित छोटे-छोटे आकाशीय पिंडों की पट्टी को क्षुद्रग्रह पेटी कहते हैं।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12: पृथ्वी की गतियां — घूर्णन (Rotation) एवं परिक्रमण (Revolution)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पृथ्वी की अक्षीय झुकाव: पृथ्वी अपनी धुरी (अक्ष) पर 23½° झुकी हुई है और अपने कक्षीय समतल से 66½° का कोण बनाती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घूर्णन गति (Rotation / दैनिक गति): पृथ्वी अपनी अक्ष पर पश्चिम से पूर्व की ओर 24 घंटे (23 घंटे 56 मिनट) में एक चक्कर लगाती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घूर्णन का प्रभाव: घूर्णन गति के कारण ही पृथ्वी पर 'दिन और रात' (Day &amp; Night) बनते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परिक्रमण गति (Revolution / वार्षिक गति): पृथ्वी 365 दिन 6 घंटे (365¼ दिन) में सूर्य के चारों ओर एक दीर्घवृत्ताकार कक्षा में चक्कर पूरा करती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लीप वर्ष (Leap Year): अतिरिक्त 6 घंटे जुड़कर 4 वर्षों में 24 घंटे (1 पूरा दिन) बन जाते हैं, इसलिए प्रत्येक चौथे वर्ष में 366 दिन (फरवरी 29 दिन) होते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परिक्रमण का प्रभाव: पृथ्वी के अक्षीय झुकाव और परिक्रमण के कारण 'ऋतु परिवर्तन' (Seasons Change) होता है और दिन-रात छोटे-बड़े होते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उपसौर (Perihelion - 3 जनवरी): पृथ्वी सूर्य के सबसे निकट होती है; अपसौर (Aphelion - 4 जुलाई): पृथ्वी सूर्य से सर्वाधिक दूरी पर होती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12: अक्षांश (Latitudes), देशांतर (Longitudes) एवं मानक समय रेखा (IST)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भूमध्य रेखा (Equator / 0° अक्षांश): पृथ्वी को ठीक बीच से दो बराबर भागों (उत्तरी और दक्षिणी गोलार्ध) में विभाजित करती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कर्क रेखा (Tropic of Cancer): 23½° उत्तरी अक्षांश रेखा है; यह भारत के बीचोंबीच 8 राज्यों से होकर गुजरती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मकर रेखा (Tropic of Capricorn): 23½° दक्षिणी अक्षांश रेखा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प्रधान मध्याह्न रेखा (Prime Meridian / 0° देशांतर): इंग्लैंड के लंदन स्थित 'ग्रीनविच वेधशाला' से गुजरने वाली रेखा है (GMT)।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भारतीय मानक समय रेखा (IST): 82½° पूर्वी देशांतर (82°30' E) रेखा उत्तर प्रदेश के प्रयागराज (मिर्जापुर) से गुजरती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समय अंतर: 1° देशांतर पार करने में पृथ्वी को 4 मिनट का समय लगता है। इसलिए भारतीय समय (IST) ग्रीनविच समय (GMT) से 5 घंटे 30 मिनट आगे रहता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अंतर्राष्ट्रीय तिथि रेखा (International Date Line): 180° देशांतर रेखा को प्रशांत महासागर में अंतरराष्ट्रीय तिथि रेखा माना गया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सौरमंडल के किस ग्रह को 'भोर का तारा' (Morning Star) या 'पृथ्वी की बहन'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सौरमंडल के किस ग्रह को 'भोर का तारा' (Morning Star) या 'पृथ्वी की बहन'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बृहस्पति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(Venus) सबसे चमकीला और गर्म ग्रह है तथा आकार में पृथ्वी के समान होने से पृथ्वी की बहन कहलाता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पृथ्वी पर दिन और रात का बनना पृथ्वी की किस गति का प्रत्यक्ष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परिक्रमण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घूर्णन (दैनिक)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गुरुत्वाकर्षण गति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पृथ्वी पर दिन और रात का बनना पृथ्वी की किस गति का प्रत्यक्ष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परिक्रमण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घूर्णन (दैनिक)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 गति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अपनी धुरी पर 24 घंटे में पश्चिम से पूर्व घूमती है, जिससे दिन और रात होते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आयरन ऑक्साइड की प्रचुरता के कारण सौरमंडल के किस ग्रह को 'लाल ग्रह' (Red Planet)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आयरन ऑक्साइड की प्रचुरता के कारण सौरमंडल के किस ग्रह को 'लाल ग्रह' (Red Planet)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मंगल ग्रह की सतह पर लौह ऑक्साइड अधिक होने से यह लाल दिखाई देता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सौरमंडल का सबसे बड़ा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बृहस्पति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वरुण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सौरमंडल का सबसे बड़ा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बृहस्पति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वरुण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बृहस्पति (Jupiter) सौरमंडल का सबसे विशालकाय ग्रह है और इसका उपग्रह गेनीमीड भी सबसे बड़ा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भारतीय मानक समय (IST) किस देशांतर रेखा से निर्धारित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0° देशांतर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82½° पश्चिमी देशांतर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180° देशांतर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भारतीय मानक समय (IST) किस देशांतर रेखा से निर्धारित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0° देशांतर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82½° पश्चिमी देशांतर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180° देशांतर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82½° पूर्वी देशांतर रेखा प्रयागराज (मिर्जापुर, UP) से गुजरती है और इसी से भारत का समय तय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ग्रीनविच मानक समय (GMT) से भारतीय मानक समय (IST) कितना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6 घंटे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ग्रीनविच मानक समय (GMT) से भारतीय मानक समय (IST) कितना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6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82.5° x 4 मिनट = 330 मिनट = 5 घंटे 30 मिनट आगे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पृथ्वी सूर्य की एक पूर्ण परिक्रमा (वार्षिक गति) कितने समय में पूरा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365 दिन 6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360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366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24 घंटे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पृथ्वी सूर्य की एक पूर्ण परिक्रमा (वार्षिक गति) कितने समय में पूरा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365 दिन 6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360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366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24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365 दिन 6 घंटे (365¼ दिन) में सूर्य की परिक्रमा करती है, जिससे ऋतुएं बदलती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23½° उत्तरी अक्षांश रेखा को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मकर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कर्क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भूमध्य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 रेखा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23½° उत्तरी अक्षांश रेखा को किस नाम से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मकर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कर्क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भूमध्य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 रेखा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23½° उत्तरी अक्षांश रेखा को कर्क रेखा (Tropic of Cancer) कहा जाता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सौरमंडल के किन दो ग्रहों के बीच क्षुद्रग्रह पेटी (Asteroid Belt)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 और शुक्र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पृथ्वी और मंगल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 और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 और शनि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सौरमंडल के किन दो ग्रहों के बीच क्षुद्रग्रह पेटी (Asteroid Belt)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 और शुक्र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पृथ्वी और मंगल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मंगल और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बृहस्पति और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मंगल और बृहस्पति की कक्षाओं के मध्य लाखों क्षुद्रग्रह सूर्य का चक्कर लगाते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सौरमंडल का सबसे गर्म एवं सबसे चमकीला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सौरमंडल का सबसे गर्म एवं सबसे चमकीला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बृहस्पति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ग्रह के घने CO2 वायुमंडल के कारण तीव्र ग्रीनहाउस प्रभाव होता है जिससे यह सर्वाधिक गर्म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पृथ्वी अपनी धुरी (अक्ष) पर किस दिशा से किस दिशा की ओर घूर्णन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पूर्व से 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पश्चिम से पूर्व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उत्तर से दक्षिण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दक्षिण से उत्तर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पृथ्वी अपनी धुरी (अक्ष) पर किस दिशा से किस दिशा की ओर घूर्णन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पूर्व से 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पश्चिम से पूर्व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उत्तर से दक्षिण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दक्षिण से उत्तर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पश्चिम से पूर्व घूमती है, इसीलिए सूर्य पूर्व में उगता और पश्चिम में डूबता दिखाई देता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पृथ्वी का एकमात्र प्राकृतिक उपग्रह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फोबोस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डीमोस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चंद्रमा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टाइटन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पृथ्वी का एकमात्र प्राकृतिक उपग्रह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फोबोस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डीमोस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चंद्रमा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टाइटन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चंद्रमा (Moon) पृथ्वी का एकमात्र प्राकृतिक उपग्रह है जो 27 दिन 8 घंटे में पृथ्वी का चक्कर लगाता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सूर्य के सबसे निकट स्थित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मंगल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सूर्य के सबसे निकट स्थित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मंगल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बुध (Mercury) सूर्य का सबसे करीबी ग्रह है और मात्र 88 दिनों में सूर्य की परिक्रमा पूरी करता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सौरमंडल के किस ग्रह के चारों ओर अत्यंत सुंदर वलय (छल्ले)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बृहस्पति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शनि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अरुण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वरुण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सौरमंडल के किस ग्रह के चारों ओर अत्यंत सुंदर वलय (छल्ले)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बृहस्पति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शनि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अरुण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वरुण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शनि (Saturn) के चारों ओर बर्फ और धूल कणों से बने अत्यंत स्पष्ट वलय पाए जाते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पृथ्वी को दो बराबर गोलार्धों (उत्तरी व दक्षिणी) में बांटने वाली 0° अक्षांश रेखा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कर्क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मकर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भूमध्य (विषुवत)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ग्रीनविच रेखा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पृथ्वी को दो बराबर गोलार्धों (उत्तरी व दक्षिणी) में बांटने वाली 0° अक्षांश रेखा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कर्क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मकर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भूमध्य (विषुवत)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ग्रीनविच रेखा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0° अक्षांश रेखा को भूमध्य रेखा या विषुवत रेखा (Equator) कहा जाता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12: सागर सर की 1-मिनट मेमोरी चाबी (सौरमंडल व गति सूत्र)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बुध = सूर्य के सबसे पास, सबसे छोटा | शुक्र = सबसे गर्म, चमकीला, भोर/सांझ का तारा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मंगल = लाल ग्रह (आयरन ऑक्साइड) | बृहस्पति = सबसे बड़ा ग्रह (गेनीमीड उपग्रह)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शनि = छल्लों वाला ग्रह | चंद्रमा = पृथ्वी का एकमात्र उपग्रह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घूर्णन (Rotation = 24h) -&gt; दिन और रात | परिक्रमण (Revolution = 365¼d) -&gt; ऋतु परिवर्तन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23½° N = कर्क रेखा | 23½° S = मकर रेखा | 0° = भूमध्य रेखा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IST = 82½° पूर्वी देशांतर (मिर्जापुर/प्रयागराज) | IST = GMT + 5 घंटे 30 मिनट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शुक्र ग्रह को 'भोर का तारा' और 'पृथ्वी की जुड़वां बहन' क्यों कहा जाता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पृथ्वी की घूर्णन गति और परिक्रमण गति में मुख्य अंतर स्पष्ट कीजिए।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भारतीय मानक समय रेखा (IST) किस स्थान से गुजरती है और यह GMT से कितने घंटे आगे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12 Complete! कल मिलेंगे Class 13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वायुमंडल की परतें, पवनें एवं महासागर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क्षोभमंडल, समतापमंडल व ओजोन परत  ★  बैरोमीटर, पवनें व चक्रवात  ★  जलमंडल, ज्वार-भाटा व महासागरीय धाराएं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