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Class 14 • भूगोल (50 Min Full Lecture)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भारत का भौतिक स्वरूप, नदियां एवं मिट्टियां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Physiography of India, Major River Systems, Waterfalls, Lakes &amp; Soils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हिमालय पर्वतमाला (K2, कंचनजंगा) व अरावली (प्राचीनतम पर्वत)  ★  गंगा, ब्रह्मपुत्र, सुंदरवन डेल्टा व गोदावरी (दक्षिण गंगा)  ★  पश्चिम वाहिनी नदियां: नर्मदा (धुआंधार प्रपात) व ताप्ती  ★  मिट्टियां: जलोढ़ (खादर/बांगर), काली (रेगुर-कपास) व लेटराइट  ★  15 मोस्ट रिपीटेड All India NMMS PYQs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14: भारत का भौतिक स्वरूप एवं प्रमुख पर्वत श्रृंखलाएं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भारत का विस्तार: कुल क्षेत्रफल 32.87 लाख वर्ग किमी; उत्तर से दक्षिण लंबाई 3,214 किमी तथा पूर्व से पश्चिम चौड़ाई 2,933 किमी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हिमालय पर्वतमाला: नवीन वलित पर्वत (Young Fold Mountains) है; इसकी तीन प्रमुख श्रेणियां हैं — हिमाद्रि (महान हिमालय), हिमाचल (मध्य हिमालय), और शिवालिक (बाह्य हिमालय)।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माउंट एवरेस्ट (Mount Everest): विश्व की सबसे ऊंची चोटी (8848.86 मीटर); नेपाल में स्थित है (नेपाल में 'सागरमाथा' कहते हैं)।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K2 / गॉडविन ऑस्टिन: भारत की सर्वोच्च चोटी (8,611 मीटर); पाक अधिकृत काराकोरम श्रेणी में स्थित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कंचनजंगा (Kanchenjunga): भारत के अधिकार क्षेत्र में स्थित हिमालय की सबसे ऊंची चोटी (8,586 मीटर, सिक्किम में)।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अरावली पर्वतमाला (Aravalli Range): राजस्थान में स्थित विश्व की सबसे प्राचीन अवशिष्ट पर्वतमाला (Oldest Folded Mountains) है; सर्वोच्च शिखर 'गुरु शिखर' (1722 मीटर)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दक्षिण भारत की चोटियां: दक्षिण भारत की सबसे ऊंची चोटी 'अनाईमुडी' (2,695 मीटर, केरल की अन्नामलाई पहाड़ी पर) है; नीलगिरि की सबसे ऊंची चोटी 'दोड्डाबेट्टा' (2,637 मीटर) है।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14: भारत का अपवाह तंत्र: प्रमुख नदियां, जलप्रपात एवं झीलें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गंगा नदी (Ganga): भारत की सबसे लंबी नदी (2,525 किमी); गंगोत्री हिमनद से भागीरथी के रूप में निकलती है और देवप्रयाग में अलकनंदा से मिलकर 'गंगा' कहलाती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ब्रह्मपुत्र नदी: तिब्बत के मानसरोवर से निकलती है (तिब्बत में 'सांगपो' कहते हैं); भारत के असम में प्रवेश करती है और बांग्लादेश में 'जमुना' कहलाती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सुंदरवन डेल्टा (Sundarbans): गंगा और ब्रह्मपुत्र द्वारा बंगाल की खाड़ी में निर्मित विश्व का सबसे बड़ा डेल्टा; यहां सुंदरी वृक्ष और रॉयल बंगाल टाइगर मिलते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गोदावरी नदी: प्रायद्वीपीय (दक्षिण) भारत की सबसे लंबी नदी (1465 किमी); इसे 'दक्षिण गंगा' या 'वृद्ध गंगा' कहा जाता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पश्चिम वाहिनी नदियां: नर्मदा और ताप्ती नदियां भ्रंश घाटी (Rift Valley) से होकर पश्चिम दिशा में अरब सागर में गिरती हैं और डेल्टा नहीं बल्कि 'एश्चुअरी' (ज्वारनदमुख) बनाती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धुआंधार जलप्रपात: मध्य प्रदेश के जबलपुर में भेड़ाघाट के संगमरमर की चट्टानों पर नर्मदा नदी बनाती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प्रमुख झीलें: वुलर झील (J&amp;K - भारत की सबसे बड़ी मीठे पानी की झील), चिल्का झील (ओडिशा - सबसे बड़ी खारे पानी की लैगून), सांभर झील (राजस्थान - सर्वाधिक लवणीय)।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14: भारत की प्रमुख मिट्टियां (Major Soils of India)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जलोढ़ मिट्टी (Alluvial Soil): भारत में सर्वाधिक क्षेत्रफल (लगभग 43%) पर फैली है; नदियों द्वारा बहाकर लाई गई अत्यंत उपजाऊ मिट्टी है; गेहूं, धान, गन्ने के लिए सर्वोत्तम।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खादर एवं बांगर: नवीन जलोढ़ मिट्टी को 'खादर' (बाढ़ वाली अत्यधिक उपजाऊ मिट्टी) और पुरानी जलोढ़ मिट्टी को 'बांगर' कहते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काली मिट्टी (Black Soil / Regur): बेसाल्ट लावा चट्टानों के अपक्षय से बनी है; इसे 'रेगुर मिट्टी' या 'काली कपास मिट्टी' भी कहते हैं। इसमें नमी सोखने की क्षमता सर्वाधिक होती है; 'कपास' की खेती के लिए सबसे उत्तम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लाल एवं पीली मिट्टी: लोहे के ऑक्साइड के कारण लाल रंग; मोटे अनाजों और दलहन हेतु उपयुक्त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लेटराइट मिट्टी (Laterite Soil): भारी वर्षा और तीव्र निक्षालन (Leaching) वाले क्षेत्रों में पाई जाती है; ईंट निर्माण, तथा 'चाय', 'कॉफी' और 'काजू' की खेती हेतु सर्वोत्तम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मृदा अपरदन (Soil Erosion): जल और वायु द्वारा मिट्टी की ऊपरी उपजाऊ परत का बह जाना मृदा अपरदन कहलाता है; वृक्षारोपण और सीढ़ीदार खेती से इसे रोका जा सकता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भारत की सबसे लंबी नदी कौन सी है जिसकी कुल लंबाई लगभग 2525 किलोमीटर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यमुना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गोदावरी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गंगा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ब्रह्मपुत्र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भारत की सबसे लंबी नदी कौन सी है जिसकी कुल लंबाई लगभग 2525 किलोमीटर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यमुना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गोदावरी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गंगा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ब्रह्मपुत्र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गंगा भारत की राष्ट्रीय और सबसे लंबी नदी (2525 किमी) है जो गंगोत्री से निकलती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गंगा और ब्रह्मपुत्र नदियों द्वारा निर्मित विश्व का सबसे बड़ा नदी डेल्टा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मिसिसिपी डेल्टा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सुंदरवन डेल्टा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नील नदी डेल्टा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सिंधु डेल्टा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गंगा और ब्रह्मपुत्र नदियों द्वारा निर्मित विश्व का सबसे बड़ा नदी डेल्टा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मिसिसिपी डेल्टा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सुंदरवन डेल्टा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नील नदी डेल्टा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सिंधु डेल्टा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सुंदरवन डेल्टा विश्व का सबसे बड़ा डेल्टा है जहां प्रसिद्ध सुंदरी वृक्ष पाए जाते हैं।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कपास की खेती के लिए सर्वाधिक उपयुक्त मिट्टी कौन सी मानी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जलोढ़ मिट्टी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काली (रेगुर) मिट्टी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लाल मिट्टी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लेटराइट मिट्टी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कपास की खेती के लिए सर्वाधिक उपयुक्त मिट्टी कौन सी मानी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जलोढ़ मिट्टी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काली (रेगुर) मिट्टी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लाल मिट्टी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लेटराइट मिट्टी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काली मिट्टी में नमी सोखने की सर्वाधिक क्षमता होती है, इसलिए इसे कपास मिट्टी कहते हैं।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भारत की सबसे प्राचीनतम अवशिष्ट पर्वत श्रृंखला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हिमालय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अरावली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सतपुड़ा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पश्चिमी घाट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भारत की सबसे प्राचीनतम अवशिष्ट पर्वत श्रृंखला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हिमालय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अरावली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सतपुड़ा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पश्चिमी घाट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राजस्थान की अरावली पर्वतमाला भारत एवं विश्व की सबसे प्राचीन पर्वत श्रेणियों में से एक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दक्षिण भारत (प्रायद्वीपीय भारत) की सबसे लंबी नदी कौन सी है जिसे 'दक्षिण गंगा' भी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कृष्णा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कावेरी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गोदावरी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महानदी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दक्षिण भारत (प्रायद्वीपीय भारत) की सबसे लंबी नदी कौन सी है जिसे 'दक्षिण गंगा' भी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कृष्णा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कावेरी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गोदावरी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महानदी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गोदावरी (1465 किमी) प्रायद्वीपीय भारत की सबसे लंबी नदी है और वृद्ध गंगा कहलाती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अरब सागर में गिरने वाली और भ्रंश घाटी से होकर बहने वाली प्रमुख पश्चिम वाहिनी नदी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गंगा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गोदावरी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नर्मदा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महानदी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अरब सागर में गिरने वाली और भ्रंश घाटी से होकर बहने वाली प्रमुख पश्चिम वाहिनी नदी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गंगा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गोदावरी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नर्मदा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महानदी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नर्मदा और ताप्ती नदियां पश्चिम की ओर बहकर अरब सागर में गिरती हैं और एश्चुअरी बनाती हैं।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भारत में मीठे (ताजे) पानी की सबसे बड़ी प्राकृतिक झील 'वुलर झील' किस राज्य/UT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उत्तराखंड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जम्मू एवं कश्मीर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हिमाचल प्रदेश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राजस्थान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भारत में मीठे (ताजे) पानी की सबसे बड़ी प्राकृतिक झील 'वुलर झील' किस राज्य/UT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उत्तराखंड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जम्मू एवं कश्मीर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हिमाचल प्रदेश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राजस्थान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वुलर झील जम्मू-कश्मीर में झेलम नदी पर स्थित भारत की सबसे बड़ी मीठे पानी की झील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[Delhi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भारत की सबसे बड़ी खारे पानी की लैगून झील 'चिल्का झील'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ओडिशा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आंध्र प्रदेश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तमिलनाडु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केरल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[Delhi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भारत की सबसे बड़ी खारे पानी की लैगून झील 'चिल्का झील'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ओडिशा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आंध्र प्रदेश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तमिलनाडु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केरल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ओडिशा के तटीय भाग में स्थित चिल्का झील भारत की सबसे बड़ी खारे पानी की लैगून झील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मध्य प्रदेश के जबलपुर में भेड़ाघाट के निकट 'धुआंधार जलप्रपात' किस नदी पर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चंबल नदी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नर्मदा नदी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सोन नदी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बेतवा नदी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मध्य प्रदेश के जबलपुर में भेड़ाघाट के निकट 'धुआंधार जलप्रपात' किस नदी पर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चंबल नदी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नर्मदा नदी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सोन नदी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बेतवा नदी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नर्मदा नदी संगमरमर की चट्टानों के बीच से गिरकर सुंदर धुआंधार जलप्रपात बनाती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[Maharashtra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भारत की सर्वोच्च पर्वत चोटी K2 (गॉडविन ऑस्टिन - 8611 मी.) किस श्रेणी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लद्दाख श्रेणी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काराकोरम श्रेणी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जास्कर श्रेणी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पीर पंजाल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[Maharashtra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भारत की सर्वोच्च पर्वत चोटी K2 (गॉडविन ऑस्टिन - 8611 मी.) किस श्रेणी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लद्दाख श्रेणी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काराकोरम श्रेणी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जास्कर श्रेणी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पीर पंजाल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K2 (8611 मीटर) काराकोरम पर्वत श्रृंखला में स्थित भारत की सर्वोच्च चोटी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[UP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बाढ़ के मैदानों में नदियों द्वारा बिछाई गई नवीन उपजाऊ जलोढ़ मिट्टी को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बांगर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खादर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रेगुर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भाभर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[UP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बाढ़ के मैदानों में नदियों द्वारा बिछाई गई नवीन उपजाऊ जलोढ़ मिट्टी को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बांगर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खादर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रेगुर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भाभर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नई जलोढ़ मिट्टी को 'खादर' और पुरानी जलोढ़ मिट्टी को 'बांगर' कहा जाता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दक्षिण भारत की सर्वोच्च पर्वत चोटी 'अनाईमुडी' (2695 मी.) किस पहाड़ी पर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नीलगिरि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अन्नामलाई पहाड़ियां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कार्डमम (इलायची)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पालनी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दक्षिण भारत की सर्वोच्च पर्वत चोटी 'अनाईमुडी' (2695 मी.) किस पहाड़ी पर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नीलगिरि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अन्नामलाई पहाड़ियां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कार्डमम (इलायची)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पालनी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केरल के इडुक्की जिले में अन्नामलाई पर्वत पर अनाईमुडी दक्षिण भारत की सबसे ऊंची चोटी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ब्रह्मपुत्र नदी को तिब्बत में किस नाम से जाना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दिहांग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सांगपो (Tsangpo)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जमुना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मेघना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ब्रह्मपुत्र नदी को तिब्बत में किस नाम से जाना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दिहांग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सांगपो (Tsangpo)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जमुना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मेघना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मानसरोवर से निकलने वाली ब्रह्मपुत्र को तिब्बत में 'सांगपो' (पवित्र करने वाली) कहते हैं।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[Gujarat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ईंट बनाने तथा चाय, कॉफी और काजू की खेती हेतु कौन सी मिट्टी सर्वाधिक उपयुक्त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काली मिट्टी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लेटराइट मिट्टी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मरुस्थलीय मिट्टी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जलोढ़ मिट्टी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[Gujarat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ईंट बनाने तथा चाय, कॉफी और काजू की खेती हेतु कौन सी मिट्टी सर्वाधिक उपयुक्त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काली मिट्टी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लेटराइट मिट्टी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मरुस्थलीय मिट्टी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जलोढ़ मिट्टी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तीव्र निक्षालन से बनी लेटराइट मिट्टी चाय, कॉफी और काजू के लिए उत्तम होती है।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विश्व का सबसे ऊंचा पर्वत शिखर 'माउंट एवरेस्ट' किस देश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भारत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नेपाल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चीन (तिब्बत)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भूटान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विश्व का सबसे ऊंचा पर्वत शिखर 'माउंट एवरेस्ट' किस देश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भारत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नेपाल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चीन (तिब्बत)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भूटान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माउंट एवरेस्ट (8848.86 मी.) नेपाल में स्थित है, जहां इसे 'सागरमाथा' कहा जाता है।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14: सागर सर की 1-मिनट मेमोरी चाबी (भारत का भौतिक भूगोल सूत्र)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000" b="1">
                <a:solidFill>
                  <a:srgbClr val="D97706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गंगा = 2525 किमी (भारत की सबसे लंबी) | सुंदरवन डेल्टा = विश्व का सबसे बड़ा डेल्टा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गोदावरी = 1465 किमी (दक्षिण गंगा / वृद्ध गंगा) | नर्मदा/ताप्ती = पश्चिम वाहिनी (अरब सागर)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धुआंधार प्रपात = नर्मदा (जबलपुर) | वुलर झील = मीठा पानी (J&amp;K) | चिल्का = खारा पानी (ओडिशा)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K2 = 8611 मी. (काराकोरम) | एवरेस्ट = 8848.86 मी. (नेपाल-सागरमाथा)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अरावली = सबसे प्राचीन पर्वतमाला (गुरु शिखर 1722 मी.) | अनाईमुडी = दक्षिण भारत की सर्वोच्च चोटी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जलोढ़ = 43% (खादर=नई उपजाऊ, बांगर=पुरानी) | काली (रेगुर) = कपास | लेटराइट = चाय/कॉफी/ईंट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4846320"/>
          </a:xfrm>
          <a:prstGeom prst="roundRect">
            <a:avLst/>
          </a:prstGeom>
          <a:solidFill>
            <a:srgbClr val="1E3A8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200" b="1">
                <a:solidFill>
                  <a:srgbClr val="FDE68A"/>
                </a:solidFill>
                <a:latin typeface="Segoe UI"/>
              </a:defRPr>
            </a:pPr>
            <a:r>
              <a:t>📝 आज का अभ्यास कार्य (Homework):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1: खादर और बांगर जलोढ़ मिट्टी में क्या अंतर होता है?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2: नर्मदा और ताप्ती नदियां अन्य नदियों से किस प्रकार भिन्न हैं?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3: भारत की सबसे ऊंची चोटी और दक्षिण भारत की सबसे ऊंची चोटी का नाम व ऊंचाई लिखिए।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Class 14 Complete! कल मिलेंगे Class 15 में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कल का विषय: संसाधन, प्रमुख खनिज, ऊर्जा एवं भारतीय कृषि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इस क्लास की PDF डाउनलोड करें: sagarcoaching.tech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नवीकरणीय व अनवीकरणीय संसाधन एवं 'काला सोना'  ★  कोयला (झरिया), लौह अयस्क, बॉक्साइट व खेतड़ी तांबा  ★  रबी, खरीफ, जायद फसलें एवं हरित/श्वेत क्रांति  ★  15 मोस्ट रिपीटेड All India NMMS PYQs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