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13 • भूगोल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वायुमंडल की परतें, पवनें एवं महासागरीय जल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Atmospheric Layers, Winds, Weather Systems &amp; Hydrosphere (Oceans/Tides)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वायुमंडल का संघटन: नाइट्रोजन (78%), ऑक्सीजन (21%) व गैसें  ★  क्षोभमंडल (मौसम घटनाएं) व समतापमंडल (ओजोन परत)  ★  बैरोमीटर, वायुदाब व लू/मानसूनी पवनें  ★  महासागर, मेरियाना गर्त व ज्वार-भाटा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13: वायुमंडल का संघटन एवं प्रमुख परतें (Structure of Atmosphere)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वायुमंडल का संघटन: नाइट्रोजन 78%, ऑक्सीजन 21%, आर्गन 0.93%, कार्बन डाइऑक्साइड 0.03% तथा अन्य गैसें पाई जाती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क्षोभमंडल (Troposphere - 0 से 18 किमी): वायुमंडल की सबसे निचली और घनी परत; बादल, वर्षा, आंधी, तूफान, ओला व कोहरा जैसी सभी मौसमी घटनाएं इसी में होती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समतापमंडल (Stratosphere - 18 से 50 किमी): तापमान स्थिर रहता है और मौसमी हलचलें नहीं होतीं, अतः जेट वायुयान (हवाई जहाज) उड़ाने हेतु आदर्श मंडल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ओजोन परत (Ozone Layer): समतापमंडल में पाई जाती है; यह सूर्य की खतरनाक पराबैंगनी किरणों (UV Rays) को अवशोषित कर जीवन की रक्षा करती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ओजोन का क्षरण: रेफ्रिजरेटर व एसी से निकलने वाली क्लोरोफ्लोरोकार्बन (CFC) गैस ओजोन परत को क्षति पहुंचाती है। 16 सितंबर को 'विश्व ओजोन दिवस' मनाया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मध्यमंडल (Mesosphere - 50 से 80 किमी): वायुमंडल की सबसे ठंडी परत (-100°C); अंतरिक्ष से आने वाले उल्कापिंड इसी में जलकर राख हो जाते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आयनमंडल / तापमंडल (Ionosphere - 80 से 400 किमी): विद्युत आवेशित कण (आयन) होते हैं; यह रेडियो तरंगों को परावर्तित कर संचार संभव बनाता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बहिर्मंडल (Exosphere): सबसे बाहरी परत; इसमें हीलियम और हाइड्रोजन जैसी अति हल्की गैसें पाई जाती हैं।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13: वायुदाब, पवनें एवं स्थानीय मौसम प्रणालियां (Pressure &amp; Winds)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वायुदाब मापी यंत्र: वायुमंडलीय दाब को मापने हेतु 'बैरोमीटर' (Barometer) का प्रयोग किया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बैरोमीटर के संकेत: बैरोमीटर का पाठ्यांक अचानक तेजी से गिरना 'आंधी-तूफान' का, धीरे-धीरे गिरना 'वर्षा' का और धीरे-धीरे बढ़ना 'साफ मौसम' का सूचक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पवन का प्रवाह: हवा हमेशा 'उच्च वायुदाब' (High Pressure) क्षेत्र से 'निम्न वायुदाब' (Low Pressure) क्षेत्र की ओर गति करती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स्थायी पवनें (Permanent Winds): वर्ष भर निश्चित दिशा में चलने वाली पवनें — व्यापारिक पवनें (Trade Winds), पछुआ पवनें (Westerlies), ध्रुवीय पवनें।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मौसमी पवनें (Monsoon Winds): जो मौसम के अनुसार दिशा बदलती हैं; भारत में अधिकांश वर्षा 'दक्षिण-पश्चिम मानसून' (SW Monsoon) से जून से सितंबर में होती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स्थानीय पवनें (Local Winds): किसी छोटे क्षेत्र में विशेष मौसम में चलने वाली पवनें — उत्तर भारत के मैदानों में गर्मियों में चलने वाली गर्म-शुष्क हवा 'लू' (Loo) कहलाती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13: जलमंडल, महासागर, जलधाराएं एवं ज्वार-भाटा (Hydrosphere &amp; Oceans)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जलमंडल (Hydrosphere): पृथ्वी की सतह का लगभग 71% भाग जल से ढका है (97.3% खारा समुद्री जल और मात्र 2.7% अलवण/मीठा जल है)।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5 महासागर: प्रशांत महासागर (Pacific Ocean - सबसे बड़ा और गहरा), अटलांटिक महासागर (अंग्रेजी के 'S' आकार का), हिंद महासागर, दक्षिणी महासागर व आर्कटिक महासागर।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मेरियाना गर्त (Mariana Trench): प्रशांत महासागर में स्थित विश्व की सबसे गहरी खाई (गर्त) है, जिसकी गहराई लगभग 11,022 मीटर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ज्वार-भाटा (Tides): चंद्रमा और सूर्य के प्रबल गुरुत्वाकर्षण खिंचाव के कारण समुद्र के जल का ऊपर उठना 'ज्वार' (High Tide) और नीचे गिरना 'भाटा' (Low Tide) कहलाता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महासागरीय जलधाराएं: गर्म जलधाराएं (जैसे गल्फ स्ट्रीम) भूमध्य रेखा से ध्रुवों की ओर और ठंडी धाराएं (जैसे लैब्राडोर) ध्रुवों से भूमध्य रेखा की ओर बहती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मत्स्य क्षेत्र: जहां गर्म और ठंडी जलधाराएं आपस में मिलती हैं, वहां प्लैंकटन अधिक होने के कारण विश्व का सर्वोत्तम मछली पकड़ने का क्षेत्र बनता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वायुमंडल में सर्वाधिक मात्रा (लगभग 78%) में कौन सी गैस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आर्गन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वायुमंडल में सर्वाधिक मात्रा (लगभग 78%) में कौन सी गैस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आर्गन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वायुमंडल में 78% नाइट्रोजन, 21% ऑक्सीजन और 0.03% कार्बन डाइऑक्साइड पाई जाती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बादल बनना, वर्षा, तूफान और कोहरा जैसी सभी मौसमी घटनाएं वायुमंडल की किस परत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क्षोभमंडल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आयनमंडल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बादल बनना, वर्षा, तूफान और कोहरा जैसी सभी मौसमी घटनाएं वायुमंडल की किस परत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क्षोभमंडल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आयनमंडल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क्षोभमंडल (Troposphere) सबसे निचली परत है जहां समस्त मौसमी परिवर्तन घटित होते हैं।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सूर्य की हानिकारक पराबैंगनी (UV) किरणों को रोकने वाली ओजोन परत किस मंडल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बहिर्मंडल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सूर्य की हानिकारक पराबैंगनी (UV) किरणों को रोकने वाली ओजोन परत किस मंडल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बहिर्मंडल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समतापमंडल (Stratosphere) में ओजोन परत स्थित है जो जीवन रक्षक छतरी का कार्य करती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हवाई जहाज (जेट वायुयान) उड़ाने के लिए वायुमंडल की कौन सी परत सबसे आदर्श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आयनमंडल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हवाई जहाज (जेट वायुयान) उड़ाने के लिए वायुमंडल की कौन सी परत सबसे आदर्श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आयनमंडल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समतापमंडल में बादल और मौसमी हलचलें नहीं होतीं, इसलिए यह वायुयान संचालन हेतु सर्वोत्तम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रेडियो तरंगों को परावर्तित करके पृथ्वी पर संचार सुविधा किस परत द्वारा संभव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आयनमंडल (तापमंडल)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मध्यमंडल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रेडियो तरंगों को परावर्तित करके पृथ्वी पर संचार सुविधा किस परत द्वारा संभव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आयनमंडल (तापमंडल)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मध्यमंडल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आयनमंडल में उपस्थित विद्युत आवेशित कण रेडियो तरंगों को धरातल पर वापस भेजते हैं।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वायुमंडलीय दाब (Atmospheric Pressure) मापने के लिए किस वैज्ञानिक यंत्र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बैरोमीटर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हाइड्रोमीटर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वायुमंडलीय दाब (Atmospheric Pressure) मापने के लिए किस वैज्ञानिक यंत्र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बैरोमीटर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हाइड्रोमीटर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बैरोमीटर से वायुमंडलीय दबाव मापा जाता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बैरोमीटर के पारे का पाठ्यांक अचानक तेजी से गिरना किसका स्पष्ट संकेत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साफ मौसम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आंधी-तूफान आने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अत्यधिक ठंड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सूखा पड़ने का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बैरोमीटर के पारे का पाठ्यांक अचानक तेजी से गिरना किसका स्पष्ट संकेत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साफ मौसम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आंधी-तूफान आने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अत्यधिक ठंड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सूखा पड़ने 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बैरोमीटर में पारे का अचानक गिरना निम्न दाब और आंधी-तूफान का संकेत होता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विश्व का सबसे बड़ा और सबसे गहरा महासागर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अटलांटिक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प्रशांत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विश्व का सबसे बड़ा और सबसे गहरा महासागर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अटलांटिक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प्रशांत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प्रशांत महासागर (Pacific Ocean) विश्व का सबसे विस्तृत और गहरा महासागर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विश्व का सबसे गहरा स्थान 'मेरियाना गर्त' (Mariana Trench) किस महासागर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प्रशांत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अटलांटिक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विश्व का सबसे गहरा स्थान 'मेरियाना गर्त' (Mariana Trench) किस महासागर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प्रशांत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अटलांटिक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मेरियाना गर्त (लगभग 11,022 मीटर गहरा) प्रशांत महासागर में फिलीपींस के निकट स्थित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सूर्य और चंद्रमा के गुरुत्वाकर्षण बल के कारण समुद्र के जल स्तर के नियमित उठने-गिरने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सुनामी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ज्वार-भाटा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जलधारा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चक्रवात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सूर्य और चंद्रमा के गुरुत्वाकर्षण बल के कारण समुद्र के जल स्तर के नियमित उठने-गिरने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सुनामी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ज्वार-भाटा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जलधारा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चक्रवात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समुद्र जल का ऊपर चढ़ना 'ज्वार' और नीचे गिरना 'भाटा' कहलाता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उत्तर भारत के मैदानी इलाकों में गर्मियों में चलने वाली अत्यंत गर्म और शुष्क हवा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चिनूक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मिस्ट्रल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लू (Loo)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सिमूम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उत्तर भारत के मैदानी इलाकों में गर्मियों में चलने वाली अत्यंत गर्म और शुष्क हवा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चिनूक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मिस्ट्रल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लू (Loo)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सिमूम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मई-जून में उत्तर भारत में चलने वाली धूलभरी गर्म हवा को स्थानीय रूप से 'लू' कहते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ओजोन परत को सर्वाधिक नुकसान पहुंचाने वाली हानिकारक गैस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क्लोरोफ्लोरोकार्बन (CFC)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मीथेन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ओजोन परत को सर्वाधिक नुकसान पहुंचाने वाली हानिकारक गैस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क्लोरोफ्लोरोकार्बन (CFC)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मीथेन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रेफ्रिजरेटर व एसी से निकलने वाली CFC गैस ओजोन अणुओं को तोड़ देती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प्रत्येक वर्ष 'विश्व जल दिवस' (World Water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22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16 सितंबर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प्रत्येक वर्ष 'विश्व जल दिवस' (World Water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22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16 सितंबर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22 मार्च को विश्व जल दिवस मनाया जाता है (22 अप्रैल = पृथ्वी दिवस, 5 जून = पर्यावरण दिवस)।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[Gujarat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पृथ्वी के कुल धरातल के कितने प्रतिशत भाग पर जल का विस्तार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85%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[Gujarat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पृथ्वी के कुल धरातल के कितने प्रतिशत भाग पर जल का विस्तार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71%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का लगभग 71% भाग जलमंडल और 29% भाग स्थलमंडल है, इसीलिए इसे नीला ग्रह कहते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अंतरिक्ष से आने वाले उल्कापिंड वायुमंडल की किस परत में प्रवेश करते ही घर्षण से जल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 (Mesosphere)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बहिर्मंडल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अंतरिक्ष से आने वाले उल्कापिंड वायुमंडल की किस परत में प्रवेश करते ही घर्षण से जल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मध्यमंडल (Mesosphere)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बहिर्मंडल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मध्यमंडल (-100°C) में हवा के घर्षण से उल्कापिंड जलकर नष्ट हो जाते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13: सागर सर की 1-मिनट मेमोरी चाबी (वायुमंडल व जलमंडल सूत्र)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गैसें = नाइट्रोजन (78%), ऑक्सीजन (21%), CO2 (0.03%)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क्षोभमंडल (0-18km) = बादल, बारिश, आंधी, तूफान (समस्त मौसम घटनाएं)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समतापमंडल (18-50km) = हवाई जहाज उड़ान + ओजोन परत (UV किरण सुरक्षा)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मध्यमंडल (50-80km) = सबसे ठंडा, उल्कापिंड जलना | आयनमंडल = रेडियो तरंगें परावर्तन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बैरोमीटर = वायुदाब मापी | पारा गिरना = आंधी-तूफान | 22 मार्च = विश्व जल दिवस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प्रशांत महासागर = सबसे बड़ा व गहरा | मेरियाना गर्त = 11,022 मीटर | ज्वार-भाटा = सूर्य-चांद गुरुत्वाकर्षण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वायुमंडल की पांचों परतों के नाम नीचे से ऊपर के क्रम में लिखिए।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ओजोन परत हमारे लिए क्यों महत्वपूर्ण है और इसे किस गैस से नुकसान पहुंचता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बैरोमीटर का अचानक गिरना किस बात का संकेत देता है?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13 Complete! कल मिलेंगे Class 14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भारत का भौतिक स्वरूप, नदियां एवं मिट्टियां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 | Helpline: +91 91101 13671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हिमालय, K2, एवरेस्ट व अरावली पर्वतमाला  ★  गंगा, ब्रह्मपुत्र, सुंदरवन डेल्टा व पश्चिम वाहिनी नदियां  ★  काली (रेगुर) मिट्टी, जलोढ़, लेटराइट व झीलें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