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Class 15 • भूगोल (50 Min Full Lecture)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संसाधन, प्रमुख खनिज, ऊर्जा एवं भारतीय कृषि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Natural Resources, Mineral Belts, Conventional/Renewable Energy &amp; Indian Agriculture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नवीकरणीय (सौर/पवन) व अनवीकरणीय (कोयला/पेट्रोलियम) संसाधन  ★  काला सोना (पेट्रोलियम), डिगबोई व बॉम्बे हाई  ★  प्रमुख खनिज: झरिया कोयला, बॉक्साइट व खेतड़ी तांबा  ★  भारतीय कृषि: रबी, खरीफ, जायद व हरित/श्वेत क्रांति  ★  15 मोस्ट रिपीटेड All India NMMS PYQs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Helpline: +91 91101 13671  | 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15: प्राकृतिक संसाधन एवं ऊर्जा संसाधन (Energy Resources)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नवीकरणीय संसाधन (Renewable Resources): जो प्रकृति में असीमित हैं और पुनः नवीकृत हो सकते हैं — सौर ऊर्जा, पवन ऊर्जा, जलविद्युत, बायोगैस।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अनवीकरणीय संसाधन (Non-renewable Resources): जिनका भंडार सीमित है और बनने में करोड़ों वर्ष लगते हैं — कोयला, पेट्रोलियम, प्राकृतिक गैस (जीवाश्म ईंधन)।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काला सोना (Black Gold): पेट्रोलियम और उससे बने उत्पादों (पेट्रोल, डीजल, मिट्टी का तेल, ग्रीस, प्लास्टिक) के भारी आर्थिक महत्व के कारण इसे 'काला सोना' कहते हैं।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भारत का पहला तेल का कुआं: 1901 में असम के 'डिगबोई' (Digboi) में शुरू हुआ; वर्तमान में महाराष्ट्र तट पर 'बॉम्बे हाई' भारत का सबसे बड़ा अपतटीय कच्चा तेल उत्पादक क्षेत्र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परमाणु ऊर्जा केंद्र: तारापुर (महाराष्ट्र - भारत का प्रथम परमाणु विद्युत गृह, 1969), नरोरा (उत्तर प्रदेश - बुलंदशहर), रावतभाटा (राजस्थान), कलपक्कम (तमिलनाडु), कैगा (कर्नाटक)।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15: भारत के प्रमुख खनिज एवं औद्योगिक केंद्र (Minerals &amp; Industries)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कोयला (Coal / उद्योगों की रोटी): भारत का 80% से अधिक कोयला गोंडवाना क्षेत्र में है; झारखंड का 'झरिया' और 'धनबाद', तथा पश्चिम बंगाल का 'रानीगंज' प्रसिद्ध कोयला क्षेत्र हैं।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कोयले के 4 प्रकार: 1. एंथ्रेसाइट (सर्वोत्तम, 90%+ कार्बन, धुआं रहित) 2. बिटुमिनस (भारत में सर्वाधिक) 3. लिग्नाइट (भूरा कोयला - नेवेली, तमिलनाडु) 4. पीट (निम्नतम)।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लौह अयस्क (Iron Ore): मैग्नेटाइट (काला अयस्क) व हेमेटाइट (लाल अयस्क); ओडिशा (मयूरभंज), झारखंड (सिंहभूम), छत्तीसगढ़ (बैलाडीला)।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बॉक्साइट (Bauxite): एल्युमीनियम (Aluminium) बनाने का प्रमुख अयस्क; ओडिशा भारत का सबसे बड़ा बॉक्साइट उत्पादक राज्य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तांबा (Copper): राजस्थान का 'खेतड़ी' (झुंझुनू) तांबे की खानों हेतु विश्व प्रसिद्ध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अभ्रक (Mica): विद्युत का कुचालक; झारखंड का 'कोडरमा' (Koderma) 'भारत की अभ्रक राजधानी' कहलाता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औद्योगिक राजधानियां: मुंबई = भारत की सूती वस्त्र राजधानी; अहमदाबाद = भारत का बोस्टन/मैनचेस्टर; कानपुर = उत्तर भारत का मैनचेस्टर; बेंगलुरु = भारत की सिलिकॉन वैली (IT Hub)।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15: भारतीय कृषि: प्रमुख फसलें एवं महत्वपूर्ण कृषि क्रांतियां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रबी फसलें (Rabi Crops): अक्टूबर-नवंबर (सर्दियों) में बोई जाती हैं और मार्च-अप्रैल (गर्मियों) में काटी जाती हैं — गेहूं, चना, जौ, सरसों, मटर, आलू।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खरीफ फसलें (Kharif Crops): जून-जुलाई (मानसून आगमन) में बोई जाती हैं और सितंबर-अक्टूबर में काटी जाती हैं — धान (चावल), मक्का, ज्वार, बाजरा, कपास, मूंगफली, सोयाबीन।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जायद फसलें (Zaid Crops): मार्च से जून के मध्य उगाई जाने वाली फसलें — तरबूज, खरबूजा, खीरा, ककड़ी, मौसमी सब्जियां।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हरित क्रांति (Green Revolution - 1966-67): भारत में जनक 'डॉ. एम.एस. स्वामीनाथन' (विश्व में नॉर्मन बोरलॉग); अधिक उपज देने वाले बीजों (HYV) से गेहूं व चावल के उत्पादन में क्रांतिकारी वृद्धि।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श्वेत क्रांति (White Revolution / Operation Flood): जनक 'डॉ. वर्गीज कुरियन'; दुग्ध (दूध) उत्पादन में भारत को विश्व में प्रथम स्थान दिलाया (अमूल)।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अन्य क्रांतियां: पीली क्रांति = तिलहन (सरसों), नीली क्रांति = मत्स्य (मछली), गोल क्रांति = आलू, रजत क्रांति = अंडा उत्पादन।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भारत में किस महत्वपूर्ण खनिज ईंधन को 'काला सोना' (Black Gold)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कोयला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पेट्रोलियम (कच्चा तेल)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लोहा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बॉक्साइट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भारत में किस महत्वपूर्ण खनिज ईंधन को 'काला सोना' (Black Gold)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कोयला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पेट्रोलियम (कच्चा तेल)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लोहा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बॉक्साइट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पेट्रोलियम और इसके उत्पादों के अत्यधिक मूल्य और उपयोग के कारण इसे काला सोना कहते हैं।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भारत का सबसे पहला तेल शोधक कारखाना (कुआं) 1901 में किस स्थान पर स्थापित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बॉम्बे हाई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डिगबोई (असम)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अंकलेश्वर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बरौनी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भारत का सबसे पहला तेल शोधक कारखाना (कुआं) 1901 में किस स्थान पर स्थापित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बॉम्बे हाई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डिगबोई (असम)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अंकलेश्वर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बरौनी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असम के डिगबोई में भारत का पहला खनिज तेल का कुआं और रिफाइनरी स्थापित की गई थी।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भारत में कोयला उत्पादन के लिए प्रसिद्ध 'झरिया' और 'धनबाद' किस राज्य में स्थित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पश्चिम बंगाल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झारखंड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ओडिशा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छत्तीसगढ़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भारत में कोयला उत्पादन के लिए प्रसिद्ध 'झरिया' और 'धनबाद' किस राज्य में स्थित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पश्चिम बंगाल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झारखंड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ओडिशा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छत्तीसगढ़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झारखंड का झरिया क्षेत्र उत्तम गुणवत्ता वाले कोयले के विशाल भंडारों के लिए प्रसिद्ध है।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भारत का प्रथम परमाणु ऊर्जा केंद्र 1969 में किस स्थान पर स्थापित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नरोरा (UP)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तारापुर (महाराष्ट्र)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रावतभाटा (राजस्थान)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कलपक्कम (तमिलनाडु)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भारत का प्रथम परमाणु ऊर्जा केंद्र 1969 में किस स्थान पर स्थापित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नरोरा (UP)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तारापुर (महाराष्ट्र)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रावतभाटा (राजस्थान)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कलपक्कम (तमिलनाडु)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तारापुर (महाराष्ट्र) भारत का पहला व्यावसायिक परमाणु ऊर्जा संयंत्र है।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[Haryana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एल्युमीनियम (Aluminium) धातु प्राप्त करने का मुख्य अयस्क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हेमेटाइट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बॉक्साइट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मैग्नेटाइट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गेलेना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[Haryana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एल्युमीनियम (Aluminium) धातु प्राप्त करने का मुख्य अयस्क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हेमेटाइट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बॉक्साइट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मैग्नेटाइट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गेलेना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बॉक्साइट (Bauxite) एल्युमीनियम का प्रमुख कच्चा अयस्क है (ओडिशा सबसे बड़ा उत्पादक है)।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राजस्थान का 'खेतड़ी' क्षेत्र किस खनिज के खनन के लिए भारत भर में प्रसिद्ध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लोहा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कोयला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तांबा (Copper)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सोना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राजस्थान का 'खेतड़ी' क्षेत्र किस खनिज के खनन के लिए भारत भर में प्रसिद्ध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लोहा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कोयला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तांबा (Copper)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सोना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खेतड़ी (झुंझुनू, राजस्थान) प्राचीन काल से तांबा खनन का प्रमुख केंद्र रहा है।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निम्नलिखित में से कौन सी एक मुख्य 'रबी' की फसल है जो सर्दियों में बोई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धान (चावल)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मक्का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गेहूं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कपास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निम्नलिखित में से कौन सी एक मुख्य 'रबी' की फसल है जो सर्दियों में बोई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धान (चावल)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मक्का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गेहूं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कपास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गेहूं, चना, जौ और सरसों रबी की प्रमुख फसलें हैं जो अक्टूबर-नवंबर में बोई जाती हैं।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[Delhi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भारत में 'हरित क्रांति' (Green Revolution) का जनक किन्हें माना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डॉ. वर्गीज कुरियन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डॉ. एम.एस. स्वामीनाथन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सुंदरलाल बहुगुणा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डॉ. होमी जहांगीर भाभा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[Delhi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भारत में 'हरित क्रांति' (Green Revolution) का जनक किन्हें माना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डॉ. वर्गीज कुरियन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डॉ. एम.एस. स्वामीनाथन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सुंदरलाल बहुगुणा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डॉ. होमी जहांगीर भाभा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डॉ. एम.एस. स्वामीनाथन ने उच्च उत्पादकता वाले बीजों से गेहूं उत्पादन में ऐतिहासिक वृद्धि कराई।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[Maharashtra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'ऑपरेशन फ्लड' (Operation Flood) अथवा श्वेत क्रांति का संबंध किसके उत्पादन से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चावल उत्पादन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दुग्ध (दूध) उत्पादन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मत्स्य उत्पादन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अंडा उत्पादन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[Maharashtra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'ऑपरेशन फ्लड' (Operation Flood) अथवा श्वेत क्रांति का संबंध किसके उत्पादन से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चावल उत्पादन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दुग्ध (दूध) उत्पादन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मत्स्य उत्पादन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अंडा उत्पादन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डॉ. वर्गीज कुरियन के नेतृत्व में श्वेत क्रांति ने भारत को विश्व का सबसे बड़ा दुग्ध उत्पादक बनाया।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भारत की सिलिकॉन वैली (Silicon Valley / IT Capital) के रूप में किस शहर को जाना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हैदराबाद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बेंगलुरु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पुणे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गुरुग्राम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भारत की सिलिकॉन वैली (Silicon Valley / IT Capital) के रूप में किस शहर को जाना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हैदराबाद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बेंगलुरु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पुणे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गुरुग्राम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कर्नाटक की राजधानी बेंगलुरु भारत का सबसे बड़ा सूचना प्रौद्योगिकी (IT) केंद्र है।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[MP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कोयले का सर्वोत्तम एवं सबसे कठोर प्रकार कौन सा माना जाता है जिसमें 90% से अधिक कार्बन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पीट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लिग्नाइट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बिटुमिनस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एंथ्रेसाइट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[MP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कोयले का सर्वोत्तम एवं सबसे कठोर प्रकार कौन सा माना जाता है जिसमें 90% से अधिक कार्बन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पीट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लिग्नाइट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बिटुमिनस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(D)  एंथ्रेसाइट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(D)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एंथ्रेसाइट (Anthracite) सर्वोत्तम कोयला है जो जलने पर अत्यधिक ऊष्मा और नगण्य धुआं देता है।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निम्नलिखित में से कौन सा एक नवीकरणीय (अक्षय) ऊर्जा का स्रोत है जो कभी समाप्त नहीं होता?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कोयला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पेट्रोलियम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सौर ऊर्जा (Solar Energy)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प्राकृतिक गैस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निम्नलिखित में से कौन सा एक नवीकरणीय (अक्षय) ऊर्जा का स्रोत है जो कभी समाप्त नहीं होता?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कोयला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पेट्रोलियम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सौर ऊर्जा (Solar Energy)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प्राकृतिक गैस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सूर्य से मिलने वाली सौर ऊर्जा एक प्रदूषण रहित और कभी न समाप्त होने वाला नवीकरणीय स्रोत है।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[UP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'उत्तर भारत का मैनचेस्टर' किस प्रमुख औद्योगिक शहर को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वाराणसी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कानपुर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लखनऊ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आगरा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[UP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'उत्तर भारत का मैनचेस्टर' किस प्रमुख औद्योगिक शहर को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वाराणसी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कानपुर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लखनऊ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आगरा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सूती वस्त्र और चमड़ा उद्योग के कारण उत्तर प्रदेश के कानपुर को उत्तर भारत का मैनचेस्टर कहते हैं।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[Gujarat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खरीफ की फसलें (जैसे धान, मक्का, कपास) किस माह में बोई जाती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अक्टूबर-नवंबर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जून-जुलाई (मानसून पर)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जनवरी-फरवरी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मार्च-अप्रैल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[Gujarat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खरीफ की फसलें (जैसे धान, मक्का, कपास) किस माह में बोई जाती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अक्टूबर-नवंबर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जून-जुलाई (मानसून पर)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जनवरी-फरवरी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मार्च-अप्रैल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खरीफ की फसलें वर्षा ऋतु (मानसून) के आगमन पर जून-जुलाई में बोई जाती हैं।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भारत में 'पीली क्रांति' (Yellow Revolution) का संबंध किसके उत्पादन में तीव्र वृद्धि से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दूध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तिलहन (सरसों/सूर्यमुखी)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दालें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फल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भारत में 'पीली क्रांति' (Yellow Revolution) का संबंध किसके उत्पादन में तीव्र वृद्धि से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दूध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तिलहन (सरसों/सूर्यमुखी)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दालें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फल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खाद्य तेलों और तिलहन (विशेषकर सरसों) के उत्पादन को बढ़ाने हेतु पीली क्रांति चलाई गई थी।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15: सागर सर की 1-मिनट मेमोरी चाबी (खनिज, ऊर्जा व कृषि सूत्र)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काला सोना = पेट्रोलियम | पहला तेल कुआं = डिगबोई (असम 1901)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झरिया व धनबाद = कोयला (झारखंड) | खेतड़ी = तांबा (राजस्थान) | कोडरमा = अभ्रक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तारापुर (महाराष्ट्र) = पहला परमाणु ऊर्जा केंद्र | नरोरा = UP परमाणु संयंत्र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रबी = गेहूं, चना, सरसों, जौ (सर्दी) | खरीफ = धान, मक्का, कपास, मूंगफली (वर्षा)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हरित क्रांति = डॉ. एम.एस. स्वामीनाथन (गेहूं/चावल) | श्वेत क्रांति = डॉ. वर्गीज कुरियन (दूध)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बेंगलुरु = सिलिकॉन वैली | कानपुर = उत्तर भारत का मैनचेस्टर | पीली क्रांति = तिलहन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आज का अभ्यास कार्य (Homework Questions)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88720"/>
            <a:ext cx="10728655" cy="4846320"/>
          </a:xfrm>
          <a:prstGeom prst="roundRect">
            <a:avLst/>
          </a:prstGeom>
          <a:solidFill>
            <a:srgbClr val="1E3A8A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200" b="1">
                <a:solidFill>
                  <a:srgbClr val="FDE68A"/>
                </a:solidFill>
                <a:latin typeface="Segoe UI"/>
              </a:defRPr>
            </a:pPr>
            <a:r>
              <a:t>📝 आज का अभ्यास कार्य (Homework):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1: रबी और खरीफ की फसलों में क्या अंतर है? प्रत्येक के 3-3 उदाहरण लिखिए।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2: पेट्रोलियम को 'काला सोना' क्यों कहा जाता है और भारत का पहला तेल कुआं कहाँ है?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3: हरित क्रांति और श्वेत क्रांति के जनकों के नाम तथा उनसे संबंधित क्षेत्र लिखिए।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Class 15 Complete! कल मिलेंगे Class 16 में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कल का विषय: पर्यावरण, राष्ट्रीय उद्यान एवं प्राकृतिक आपदाएं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इस क्लास की PDF डाउनलोड करें: sagarcoaching.tech | Helpline: +91 91101 13671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5 जून पर्यावरण दिवस व चिपको आंदोलन  ★  जिम कॉर्बेट, काजीरंगा, गिर व दुधवा राष्ट्रीय उद्यान  ★  ग्लोबल वार्मिंग, ग्रीनहाउस गैसें व अम्ल वर्षा  ★  रिएक्टर स्केल, भूकंप, सीस्मोग्राफ व सुनामी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Helpline: +91 91101 13671  | 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