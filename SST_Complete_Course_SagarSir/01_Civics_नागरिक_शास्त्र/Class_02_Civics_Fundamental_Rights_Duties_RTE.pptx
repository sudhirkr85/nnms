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02 • नागरिक शास्त्र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मौलिक अधिकार, कर्तव्य एवं शिक्षा का अधिकार (RTE)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Fundamental Rights, Fundamental Duties &amp; Right to Education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6 मौलिक अधिकार (भाग 3, अनुच्छेद 12-35)  ★  अनुच्छेद 14, 17, 21, 21A व 24 की विस्तृत समझ  ★  अनुच्छेद 32: संवैधानिक उपचार व 5 प्रकार की रिट  ★  11 मौलिक कर्तव्य (अनुच्छेद 51A) व 86वां संशोधन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02: भारतीय नागरिकों के 6 मौलिक अधिकार (Fundamental Rights)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मौलिक अधिकार संविधान के भाग-3 (अनुच्छेद 12 से 35) में वर्णित हैं। इसे 'भारत का मैग्नाकार्टा'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मूल संविधान में 7 मौलिक अधिकार थे। 44वें संशोधन (1978) द्वारा 'संपत्ति के अधिकार' को मौलिक अधिकारों से हटाकर कानूनी अधिकार (Art 300A) बना दिया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1. समानता का अधिकार (Right to Equality): अनुच्छेद 14 से 18 तक।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2. स्वतंत्रता का अधिकार (Right to Freedom): अनुच्छेद 19 से 22 तक (भाषण, संगठन, व्यवसाय की स्वतंत्रता)।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3. शोषण के विरुद्ध अधिकार (Right against Exploitation): अनुच्छेद 23 व 24 (मानव तस्करी व बाल श्रम पर रोक)।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4. धार्मिक स्वतंत्रता का अधिकार (Freedom of Religion): अनुच्छेद 25 से 28 तक।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5. संस्कृति एवं शिक्षा संबंधी अधिकार (Cultural &amp; Educational Rights): अनुच्छेद 29 व 30 (अल्पसंख्यकों के अधिकार)।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6. संवैधानिक उपचारों का अधिकार (Right to Constitutional Remedies): अनुच्छेद 32 (मौलिक अधिकारों की रक्षा)।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02: परीक्षा हेतु अति-महत्वपूर्ण प्रमुख अनुच्छेद एवं RTE एक्ट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14: विधि (कानून) के समक्ष समानता — राज्य किसी नागरिक के साथ कानून के समक्ष भेदभाव नहीं करेगा।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17: अस्पृश्यता (छुआछूत) का अंत — छुआछूत का किसी भी रूप में आचरण दंडनीय अपराध घोषित किया गया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21: प्राण एवं दैहिक स्वतंत्रता का संरक्षण (Right to Life &amp; Personal Liberty)।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21A: शिक्षा का मौलिक अधिकार (Right to Education - RTE) — 86वें संशोधन 2002 द्वारा शामिल किया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RTE Act 2009: 6 से 14 वर्ष के प्रत्येक बच्चे को मुफ्त एवं अनिवार्य प्राथमिक शिक्षा; 1 अप्रैल 2010 से लागू हुआ।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24: बाल श्रम निषेध — 14 वर्ष से कम उम्र के बच्चों को कारखानों, खदानों या जोखिम भरे कार्यों में लगाना दंडनीय अपराध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32: डॉ. अंबेडकर ने इसे 'संविधान का हृदय और आत्मा' (Heart &amp; Soul) कहा; इसके तहत सुप्रीम कोर्ट 5 रिट जारी करता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02: 11 मौलिक कर्तव्य (Fundamental Duties) एवं नीति-निर्देशक तत्व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मौलिक कर्तव्य संविधान के भाग 4(A) और अनुच्छेद 51(A) में जोड़े गए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सरदार स्वर्ण सिंह समिति की सिफारिश पर 42वें संविधान संशोधन (1976) द्वारा 10 मौलिक कर्तव्य शामिल किए गए।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86वें संविधान संशोधन (2002) द्वारा 11वां मौलिक कर्तव्य जोड़ा गया (माता-पिता का कर्तव्य: 6-14 वर्ष के बच्चों को शिक्षा दिलाना)।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प्रमुख कर्तव्य: राष्ट्रगान व राष्ट्रध्वज का आदर, देश की संप्रभुता व एकता की रक्षा, वैज्ञानिक दृष्टिकोण का विकास, पर्यावरण की रक्षा।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नीति-निर्देशक तत्व (DPSP): भाग 4 (अनुच्छेद 36-51) में हैं। ये न्यायालय द्वारा बाध्यकारी नहीं हैं, लेकिन शासन के आधार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40: ग्राम पंचायतों का संगठन; अनुच्छेद 45: 6 वर्ष से कम आयु के बच्चों की पूर्व-प्राथमिक शिक्षा व पोषण।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डॉ. भीमराव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डॉ. भीमराव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अनुच्छेद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संवैधानिक उपचारों का अधिकार है, जो नागरिकों के मौलिक अधिकारों की रक्षा की गारंटी देता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के किस अनुच्छेद द्वारा अस्पृश्यता (छुआछूत) को पूर्णतः समाप्त कर दंडनीय अपराध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के किस अनुच्छेद द्वारा अस्पृश्यता (छुआछूत) को पूर्णतः समाप्त कर दंडनीय अपराध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17 अस्पृश्यता का उन्मूलन करता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6 से 14 वर्ष के बच्चों के लिए निशुल्क एवं अनिवार्य शिक्षा (RTE) किस अनुच्छेद के तहत मौलिक अधिकार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19(A)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21(A)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51(A)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6 से 14 वर्ष के बच्चों के लिए निशुल्क एवं अनिवार्य शिक्षा (RTE) किस अनुच्छेद के तहत मौलिक अधिकार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19(A)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21(A)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51(A)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संविधान संशोधन 2002 द्वारा अनुच्छेद 21(A) में शिक्षा को मौलिक अधिकार बनाया गया।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'शिक्षा का अधिकार अधिनियम' (RTE Act) किस वर्ष और किस तिथि से पूर्णतः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 अप्रैल 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 अप्रैल 2010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2010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2011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'शिक्षा का अधिकार अधिनियम' (RTE Act) किस वर्ष और किस तिथि से पूर्णतः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 अप्रैल 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 अप्रैल 2010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2010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2011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RTE Act 2009 में संसद से पास हुआ और 1 अप्रैल 2010 से संपूर्ण भारत में लागू हुआ।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वर्तमान में भारतीय नागरिकों को कुल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 मौलिक अधिकार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वर्तमान में भारतीय नागरिकों को कुल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7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 मौलिक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वर्तमान में 6 मौलिक अधिकार हैं (44वें संशोधन 1978 द्वारा संपत्ति का अधिकार हटा दिया गया था)।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44वें संविधान संशोधन (1978) द्वारा किस अधिकार को मौलिक अधिकारों की सूची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धार्मिक स्वतंत्रता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संपत्ति का अधिकार (Right to Property)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शिक्षा का अधिकार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44वें संविधान संशोधन (1978) द्वारा किस अधिकार को मौलिक अधिकारों की सूची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धार्मिक स्वतंत्रता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संपत्ति का अधिकार (Right to Property)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शिक्षा का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संपत्ति के अधिकार को हटाकर अब अनुच्छेद 300A के तहत विधिक/कानूनी अधिकार बना दिया गया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14 वर्ष से कम आयु के बच्चों को जोखिम भरे कारखानों या खदानों में काम करने से कौन सा अनुच्छेद रोकता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24 (बाल श्रम निषेध)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14 वर्ष से कम आयु के बच्चों को जोखिम भरे कारखानों या खदानों में काम करने से कौन सा अनुच्छेद रोकता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अनुच्छेद 24 (बाल श्रम निषेध)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24 बाल श्रम पर पूर्ण प्रतिबंध लगाता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संविधान में वर्तमान में नागरिकों के कुल कितने मौलिक कर्तव्य (Fundamental Duties)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9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11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 कर्तव्य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संविधान में वर्तमान में नागरिकों के कुल कितने मौलिक कर्तव्य (Fundamental Duties)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9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11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12 कर्तव्य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रूप से 10 कर्तव्य थे, 86वें संशोधन 2002 के बाद वर्तमान में 11 मौलिक कर्तव्य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मौलिक कर्तव्यों को किस समिति की सिफारिश पर और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स्वर्ण सिंह समिति (42वां संशोधन 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बलवंत राय समिति (73वां)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वर्मा समिति (44वां)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प्रारूप समिति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मौलिक कर्तव्यों को किस समिति की सिफारिश पर और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स्वर्ण सिंह समिति (42वां संशोधन 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बलवंत राय समिति (73वां)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वर्मा समिति (44वां)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प्रारूप समिति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सरदार स्वर्ण सिंह समिति की सिफारिश पर 42वें संशोधन द्वारा भाग 4(A) व अनुच्छेद 51(A) जोड़ा गया।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मौलिक अधिकार भारतीय संविधान के किस भाग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भाग 3 (अनुच्छेद 12-35)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मौलिक अधिकार भारतीय संविधान के किस भाग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भाग 3 (अनुच्छेद 12-35)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भाग 3 को भारत का मैग्नाकार्टा कहा जाता है जिसमें मौलिक अधिकार वर्णित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'कानून के समक्ष समानता एवं कानून का समान संरक्षण' किस अनुच्छेद में उल्लिखित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'कानून के समक्ष समानता एवं कानून का समान संरक्षण' किस अनुच्छेद में उल्लिखित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14 विधि के समक्ष सभी नागरिकों को समानता प्रदान करता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मौलिक अधिकारों के हनन होने पर नागरिक सीधे किस न्यायालय में अपील कर सकते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जिला न्यायालय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केवल उच्च न्यायालय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सर्वोच्च न्यायालय एवं उच्च न्यायालय दोनों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में से कोई नहीं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मौलिक अधिकारों के हनन होने पर नागरिक सीधे किस न्यायालय में अपील कर सकते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केवल जिला न्यायालय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केवल उच्च न्यायालय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सर्वोच्च न्यायालय एवं उच्च न्यायालय दोनों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उपर्युक्त में से कोई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के तहत सुप्रीम कोर्ट और अनुच्छेद 226 के तहत हाई कोर्ट जा सकते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भारतीय संविधान में राज्य के 'नीति निर्देशक तत्व' किस भाग और अनुच्छेदों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भाग 3 (12-35)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 4 (अनुच्छेद 36 से 51)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भाग 4A (51A)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भारतीय संविधान में राज्य के 'नीति निर्देशक तत्व' किस भाग और अनुच्छेदों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भाग 3 (12-35)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भाग 4 (अनुच्छेद 36 से 51)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भाग 4A (51A)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नीति निर्देशक तत्व भाग 4 में आयरलैंड से लिए गए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ग्राम पंचायतों के गठन और संगठन का निर्देश संविधान के किस अनुच्छेद में दिया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ग्राम पंचायतों के गठन और संगठन का निर्देश संविधान के किस अनुच्छेद में दिया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गांधीवादी सिद्धांत के तहत अनुच्छेद 40 में ग्राम पंचायतों के गठन का निर्देश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संविधान में 11वां मौलिक कर्तव्य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86वां संविधान संशोधन (2002)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संविधान में 11वां मौलिक कर्तव्य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86वां संविधान संशोधन (2002)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संशोधन द्वारा 6-14 वर्ष के बच्चों को शिक्षा दिलाने का अभिभावकों का कर्तव्य जोड़ा गया।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02: 1-मिनट क्विक मेमोरी सूत्र (अधिकार, कर्तव्य व RTE)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6 अधिकार: समानता (14-18) | स्वतंत्रता (19-22) | शोषण विरुद्ध (23-24) | धर्म (25-28) | शिक्षा-संस्कृति (29-30) | उपचार (32)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हृदय और आत्मा: अनुच्छेद 32 (डॉ. अंबेडकर द्वारा) | सुप्रीम कोर्ट 5 रिट जारी करता है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छुआछूत अंत: अनुच्छेद 17 | बाल श्रम निषेध: अनुच्छेद 24 (14 वर्ष से कम)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RTE: अनुच्छेद 21A (86वां संशोधन 2002) | लागू: 1 अप्रैल 2010 (6 से 14 वर्ष मुफ्त शिक्षा)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कर्तव्य: 11 मौलिक कर्तव्य (भाग 4A, अनु. 51A) | 42वां संशोधन 1976 (स्वर्ण सिंह समिति)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वर्तमान में नागरिकों को प्राप्त 6 मौलिक अधिकारों के नाम अपनी कॉपी में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डॉ. अंबेडकर ने किस अनुच्छेद को संविधान का हृदय और आत्मा कहा और क्यों?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अनुच्छेद 17 और अनुच्छेद 24 में क्या-क्या प्रतिबंध लगाए गए हैं?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RTE Act किस वर्ष संसद से पास हुआ और किस तिथि से संपूर्ण देश में लागू हुआ?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नागरिकों के 11 मौलिक कर्तव्यों में से किन्हीं 4 प्रमुख कर्तव्यों को लिखें।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02 Complete! कल मिलेंगे Class 03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संसद, राष्ट्रपति एवं न्यायपालिका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लोकसभा vs राज्यसभा (उम्र, कार्यकाल, सीटें)  ★  राष्ट्रपति: योग्यता (35 वर्ष) व आपातकालीन शक्तियां  ★  सुप्रीम कोर्ट (65 वर्ष) व हाई कोर्ट (62 वर्ष)  ★  आपराधिक न्याय प्रणाली एवं FIR क्या है?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