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04 • नागरिक शास्त्र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धर्मनिरपेक्षता, पंचायती राज एवं Civics महा-अभ्यास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Secularism, Marginalisation, Panchayati Raj (73rd Amendment) &amp; Full Revision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भारतीय धर्मनिरपेक्षता एवं हाशियाकरण (Marginalisation)  ★  73वां संविधान संशोधन (1992): त्रिस्तरीय पंचायती राज  ★  74वां संशोधन: नगर निगम (Mayor) व शहरी निकाय  ★  भारत निर्वाचन आयोग (अनु. 324) व EVM/VVPAT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04: भारतीय धर्मनिरपेक्षता एवं हाशियाकरण (Marginalisation)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भारतीय धर्मनिरपेक्षता (Secularism): राज्य किसी धर्म को राजकीय धर्म नहीं मानता; सभी नागरिकों को अपनी पसंद का धर्म मानने की स्वतंत्रता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सर्वधर्म समभाव: राज्य धर्म के मामलों में तटस्थ रहता है लेकिन कुरीतियों (जैसे छुआछूत, बाल विवाह) के अंत हेतु कानूनन हस्तक्षेप कर सकता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हाशियाकरण (Marginalisation): जब किसी समुदाय या वर्ग को समाज की मुख्यधारा से अलग-थलग कर दिया जाता है और वे संसाधनों से वंचित रह जाते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आदिवासी (Adivasis): मूल निवासी; भारत की कुल आबादी का लगभग 8% हैं; वनों के पारंपरिक संरक्षक व प्रकृति पूजक।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अल्पसंख्यक (Minorities): वे समुदाय जो कुल आबादी के अनुपात में संख्या में कम हैं (अनुच्छेद 29 व 30 में इनकी संस्कृति व भाषा का संरक्षण)।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SC/ST अत्याचार निवारण अधिनियम 1989: दलितों व आदिवासियों के विरुद्ध भेदभाव व हिंसा को रोकने हेतु कठोर कानून।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04: स्थानीय स्वशासन — 73वां व 74वां संविधान संशोधन (1992)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73वां संविधान संशोधन अधिनियम (1992): पंचायती राज को संवैधानिक दर्जा मिला (संविधान में भाग 9 और 11वीं अनुसूची में 29 विषय जोड़े गए)।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राष्ट्रीय पंचायती राज दिवस: प्रत्येक वर्ष 24 अप्रैल को संपूर्ण भारत में मनाया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त्रिस्तरीय पंचायती राज व्यवस्था (बलवंत राय मेहता समिति 1957 की सिफारिश):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1. ग्राम स्तर — ग्राम पंचायत (मुखिया / प्रधान / सरपंच)।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2. प्रखंड (ब्लॉक) स्तर — पंचायत समिति (प्रखंड प्रमुख)।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3. जिला स्तर — जिला परिषद (जिला परिषद अध्यक्ष)।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प्रथम शुरुआत: 2 अक्टूबर 1959 को राजस्थान के नागौर जिले में पं. जवाहरलाल नेहरू द्वारा देश में पहली बार पंचायती राज लागू किया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चुनाव आयु व आरक्षण: पंचायत चुनाव लड़ने की न्यूनतम आयु 21 वर्ष है; महिलाओं हेतु कम से कम 33% आरक्षण अनिवार्य (बिहार में 50% आरक्षण)।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74वां संशोधन: शहरी स्थानीय निकाय (नगर पालिका, नगर निगम — प्रमुख को 'महापौर / Mayor' कहते हैं; 12वीं अनुसूची में 18 विषय)।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04: भारत निर्वाचन आयोग (ECI) एवं चुनाव प्रक्रिया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324: भारत निर्वाचन आयोग (Election Commission of India) एक स्वतंत्र और स्वायत्त संवैधानिक निकाय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चुनाव संचालन: राष्ट्रपति, उपराष्ट्रपति, संसद (लोकसभा/राज्यसभा) और राज्य विधानसभाओं के चुनाव निर्वाचन आयोग करवाता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मुख्य चुनाव आयुक्त (CEC): इनकी नियुक्ति राष्ट्रपति करते हैं; भारत के प्रथम मुख्य चुनाव आयुक्त सुकुमार सेन थे।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EVM (Electronic Voting Machine): मतपत्रों की जगह वोटों को सुरक्षित इलेक्ट्रॉनिक रूप से दर्ज करने वाली मशीन।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VVPAT (Voter Verifiable Paper Audit Trail): मतदाता सत्यापन योग्य पर्ची; वोट देने पर 7 सेकंड तक पर्ची दिखती है कि वोट किसे मिला।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आदर्श आचार संहिता (Model Code of Conduct): चुनाव घोषणा के साथ ही लागू होती है ताकि कोई दल सरकारी मशीनरी का दुरुपयोग न कर सके।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पं. जवाहरलाल नेहरू ने 2 अक्टूबर 1959 को राजस्थान के नागौर जिले में पहली बार पंचायती राज का उद्घाटन किया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1992 द्वारा संविधान में भाग 9 और 11वीं अनुसूची जोड़ी गई।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मतदान की आयु 18 वर्ष है, लेकिन पंचायत चुनाव लड़ने की न्यूनतम आयु 21 वर्ष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24 अप्रैल 1993 को 73वां संविधान संशोधन लागू हुआ था, इसलिए 24 अप्रैल को पंचायती राज दिवस मनाते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बलवंत राय मेहता समिति ने ग्राम, ब्लॉक और जिला स्तर पर त्रिस्तरीय ढांचे की सिफारिश की थी।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पार्षद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पार्षद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नगर निगम के प्रमुख को महापौर (Mayor) कहा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तहत कम से कम 33% आरक्षण अनिवार्य है (बिहार जैसे राज्यों ने इसे 50% किया है)।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सुकुमार सेन भारत के पहले मुख्य चुनाव आयुक्त थे।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Election Verified Machine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Election Verified Machine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Electronic Voting Machine (इलेक्ट्रॉनिक वोटिंग मशीन) मत दर्ज करने का इलेक्ट्रॉनिक साधन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1995 में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1995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SC/ST Prevention of Atrocities Act 1989 में दलितों व आदिवासियों के संरक्षण हेतु बना।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324 के तहत भारत निर्वाचन आयोग का गठन किया जाता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 सेकंड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10 सेकंड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VVPAT में 7 सेकंड तक पर्ची दिखती है जिससे मतदाता को पुष्टि होती है कि वोट सही गया।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प्रखंड स्तर पर पंचायत समिति और जिला स्तर पर जिला परिषद होती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भारतीय धर्मनिरपेक्षता में राज्य धर्मनिरपेक्ष है और सर्वधर्म समभाव का पालन करता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74वां संविधान संशोधन (1992)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74वां संविधान संशोधन (1992)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74वां संशोधन नगर निकायों और 12वीं अनुसूची (18 विषय) से संबंधित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04: 1-मिनट क्विक मेमोरी सूत्र (पंचायती राज व चुनाव)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पंचायती राज: 2 Oct 1959 (नागौर, राजस्थान) | 73वां संशोधन 1992 (11वीं अनुसूची, 29 विषय) | 24 April दिवस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त्रिस्तरीय ढांचा: ग्राम पंचायत (मुखिया) → पंचायत समिति (ब्लॉक प्रमुख) → जिला परिषद (अध्यक्ष)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चुनाव: आयु 21 वर्ष | महिला आरक्षण 33% (बिहार 50%) | नगर निगम प्रमुख: महापौर (Mayor)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निर्वाचन आयोग: अनुच्छेद 324 | प्रथम चुनाव आयुक्त: सुकुमार सेन | EVM (वोटिंग मशीन) | VVPAT (7 सेकंड पर्ची)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सामाजिक न्याय: SC/ST Act 1989 | अल्पसंख्यक (अनु. 29 व 30) | धर्मनिरपेक्षता (सर्वधर्म समभाव)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पंचायती राज पहली बार किस राज्य के किस जिले में और किस तिथि को लागू हुआ था?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73वें और 74वें संविधान संशोधन में क्या अंतर है (ग्रामीण vs शहरी)?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त्रिस्तरीय पंचायती राज के तीनों स्तरों के नाम अपनी फेयर कॉपी में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भारत के प्रथम मुख्य चुनाव आयुक्त कौन थे और निर्वाचन आयोग किस अनुच्छेद में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EVM और VVPAT का पूरा नाम क्या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नागरिक शास्त्र (Civics) 100% Complete!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बधाई! नागरिक शास्त्र के सभी 10 अंक पक्के हो गए!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Class 05: अरब आक्रमण व महमूद गजनवी  ★  Class 06: दिल्ली सल्तनत (1206-1526)  ★  Class 07: मुग़ल काल व शेरशाह सूरी  ★  Class 08: 1857 की महान क्रांति  ★  Class 09-11: सुधार आंदोलन, राष्ट्रीय आंदोलन व मैराथन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