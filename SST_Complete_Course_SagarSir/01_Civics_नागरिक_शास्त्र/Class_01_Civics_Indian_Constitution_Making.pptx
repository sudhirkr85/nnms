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11277295" cy="6126480"/>
          </a:xfrm>
          <a:prstGeom prst="rect">
            <a:avLst/>
          </a:prstGeom>
          <a:solidFill>
            <a:srgbClr val="1E3A8A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640080"/>
            <a:ext cx="1371600" cy="1371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2103120"/>
            <a:ext cx="1036289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DE68A"/>
                </a:solidFill>
                <a:latin typeface="Segoe UI"/>
              </a:defRPr>
            </a:pPr>
            <a:r>
              <a:t>SAGAR COACHING CENTRE BHAGWANPUR</a:t>
            </a:r>
          </a:p>
          <a:p>
            <a:pPr algn="ctr">
              <a:defRPr sz="1600" b="1">
                <a:solidFill>
                  <a:srgbClr val="93C5FD"/>
                </a:solidFill>
                <a:latin typeface="Segoe UI"/>
              </a:defRPr>
            </a:pPr>
            <a:r>
              <a:t>NMMS All India (राष्ट्रीय आय-सह-मेधा छात्रवृत्ति)  •  Class 01 • नागरिक शास्त्र (50 Min Full Lecture)</a:t>
            </a:r>
          </a:p>
          <a:p>
            <a:pPr algn="ctr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भारतीय संविधान का निर्माण एवं विशेषताएं</a:t>
            </a:r>
          </a:p>
          <a:p>
            <a:pPr algn="ctr">
              <a:defRPr sz="1600">
                <a:solidFill>
                  <a:srgbClr val="F1F5F9"/>
                </a:solidFill>
                <a:latin typeface="Segoe UI"/>
              </a:defRPr>
            </a:pPr>
            <a:r>
              <a:t>The Making of Indian Constitution &amp; Key Salient Features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4206240"/>
            <a:ext cx="9448495" cy="1188720"/>
          </a:xfrm>
          <a:prstGeom prst="roundRect">
            <a:avLst/>
          </a:prstGeom>
          <a:solidFill>
            <a:srgbClr val="284BA0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DE68A"/>
                </a:solidFill>
                <a:latin typeface="Segoe UI"/>
              </a:defRPr>
            </a:pPr>
            <a:r>
              <a:t>🎯 आज की क्लास में क्या सीखेंगे (Key Topics):</a:t>
            </a:r>
          </a:p>
          <a:p>
            <a:pPr algn="ctr">
              <a:defRPr sz="1300">
                <a:solidFill>
                  <a:srgbClr val="FFFFFF"/>
                </a:solidFill>
                <a:latin typeface="Segoe UI"/>
              </a:defRPr>
            </a:pPr>
            <a:r>
              <a:t>संविधान सभा का गठन एवं महत्वपूर्ण तिथियां  ★  प्रारूप समिति, डॉ. अंबेडकर व 2 वर्ष 11 माह 18 दिन  ★  संविधान की मुख्य विशेषताएं व विदेशी स्रोत  ★  प्रस्तावना (Preamble) एवं 42वां संशोधन  ★  15 मोस्ट रिपीटेड All India NMMS PYQs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532120"/>
            <a:ext cx="94484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E2E8F0"/>
                </a:solidFill>
                <a:latin typeface="Segoe UI"/>
              </a:defRPr>
            </a:pPr>
            <a:r>
              <a:t>मार्गदर्शक: श्रवण कुमार 'सागर' (Sagar Sir)  |  sagarcoaching.tech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कक्षा 01: संविधान सभा का गठन एवं महत्वपूर्ण ऐतिहासिक तिथियां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2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365760" rIns="457200"/>
          <a:lstStyle/>
          <a:p>
            <a:pPr algn="ctr">
              <a:defRPr sz="1900" b="1">
                <a:solidFill>
                  <a:srgbClr val="1E3A8A"/>
                </a:solidFill>
                <a:latin typeface="Segoe UI"/>
              </a:defRPr>
            </a:pPr>
            <a:r>
              <a:t>📖 मुख्य तथ्य एवं सिद्धांत (Key Concepts &amp; Exam Notes):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कैबिनेट मिशन योजना (Cabinet Mission 1946) के तहत भारतीय संविधान सभा का गठन हुआ था।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संविधान सभा की पहली बैठक 9 दिसंबर 1946 को हुई, जिसके सबसे वरिष्ठ सदस्य डॉ. सच्चिदानंद सिन्हा को अस्थायी अध्यक्ष चुना गया।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11 दिसंबर 1946 को डॉ. राजेंद्र प्रसाद को संविधान सभा का स्थायी अध्यक्ष (Permanent President) चुना गया।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13 दिसंबर 1946 को पं. जवाहरलाल नेहरू ने ऐतिहासिक 'उद्देश्य प्रस्ताव' (Objective Resolution) प्रस्तुत किया, जो आगे चलकर संविधान की 'प्रस्तावना' बना।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प्रारूप समिति (Drafting Committee): 29 अगस्त 1947 को 7 सदस्यों की समिति बनी, जिसके अध्यक्ष डॉ. भीमराव अंबेडकर थे। इन्हें 'भारतीय संविधान का जनक' कहा जाता है।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संविधान निर्माण की कुल अवधि: ठीक 2 वर्ष, 11 माह और 18 दिन लगे; प्रारूप पर कुल 114 दिन गंभीर बहस हुई।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26 नवंबर 1949: संविधान को अंगीकृत, अधिनियमित और आत्मार्पित किया गया। इसलिए हर वर्ष 26 नवंबर को 'संविधान दिवस' (Constitution Day) मनाया जाता है।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26 जनवरी 1950: भारतीय संविधान संपूर्ण देश में पूर्णतः लागू (Enforce) हुआ, जिसे हम 'गणतंत्र दिवस' (Republic Day) के रूप में मनाते हैं।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कक्षा 01: भारतीय संविधान की प्रमुख विशेषताएं एवं संरचना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3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365760" rIns="457200"/>
          <a:lstStyle/>
          <a:p>
            <a:pPr algn="ctr">
              <a:defRPr sz="1900" b="1">
                <a:solidFill>
                  <a:srgbClr val="1E3A8A"/>
                </a:solidFill>
                <a:latin typeface="Segoe UI"/>
              </a:defRPr>
            </a:pPr>
            <a:r>
              <a:t>📖 मुख्य तथ्य एवं सिद्धांत (Key Concepts &amp; Exam Notes):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विश्व का सबसे बड़ा लिखित संविधान: भारत का संविधान विश्व का सबसे विस्तृत और 'लिखित संविधान' (Written Constitution) है।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मूल संविधान की संरचना: मूल संविधान में कुल 395 अनुच्छेद, 22 भाग और 8 अनुसूचियां थीं। वर्तमान में 12 अनुसूचियां और 25 भाग हैं।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संघात्मक शासन व्यवस्था (Federal System): केंद्र और राज्य सरकारों के बीच शक्तियों का स्पष्ट विभाजन है (संघ सूची, राज्य सूची, समवर्ती सूची)।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संसदीय शासन प्रणाली (Parliamentary System): ब्रिटेन से प्रेरित; राष्ट्रपति देश के संवैधानिक प्रधान होते हैं और प्रधानमंत्री वास्तविक शासनाध्यक्ष।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धर्मनिरपेक्ष राज्य (Secular State): भारत का कोई आधिकारिक राज्य धर्म नहीं है; राज्य की नज़र में सभी धर्म समान व आदरणीय हैं।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सार्वभौमिक वयस्क मताधिकार (Universal Adult Suffrage): 18 वर्ष या उससे अधिक आयु के प्रत्येक नागरिक को बिना भेदभाव के वोट देने का अधिकार है।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स्वतंत्र एवं निष्पक्ष न्यायपालिका (Independent Judiciary): सर्वोच्च न्यायालय (Supreme Court) संविधान का संरक्षक और व्याख्याकार है।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कक्षा 01: संविधान की प्रस्तावना एवं विभिन्न देशों से लिए गए प्रमुख स्रोत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4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365760" rIns="457200"/>
          <a:lstStyle/>
          <a:p>
            <a:pPr algn="ctr">
              <a:defRPr sz="1900" b="1">
                <a:solidFill>
                  <a:srgbClr val="1E3A8A"/>
                </a:solidFill>
                <a:latin typeface="Segoe UI"/>
              </a:defRPr>
            </a:pPr>
            <a:r>
              <a:t>📖 मुख्य तथ्य एवं सिद्धांत (Key Concepts &amp; Exam Notes):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प्रस्तावना (Preamble): 'हम भारत के लोग, भारत को एक संपूर्ण प्रभुत्व-संपन्न, समाजवादी, पंथनिरपेक्ष, लोकतंत्रात्मक गणराज्य बनाने के लिए...'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42वां संविधान संशोधन (1976): प्रस्तावना में तीन नए शब्द जोड़े गए — 'समाजवादी' (Socialist), 'पंथनिरपेक्ष' (Secular), और 'अखंडता' (Integrity)।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प्रस्तावना को 'संविधान की कुंजी' (Key to Constitution) और 'संविधान की आत्मा' भी कहा जाता है।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मौलिक अधिकार (Fundamental Rights): संयुक्त राज्य अमेरिका (USA) के संविधान से प्रेरित होकर शामिल किए गए।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राज्य के नीति-निर्देशक तत्व (DPSP): आयरलैंड (Ireland) के संविधान से लिए गए हैं।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मौलिक कर्तव्य (Fundamental Duties): पूर्व सोवियत संघ (USSR / Russia) से 42वें संशोधन द्वारा जोड़े गए।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संविधान संशोधन की प्रक्रिया (Amendment Process): दक्षिण अफ्रीका (South Africa) के संविधान (अनुच्छेद 368) से ली गई है।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  [UP NMMS 2024]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5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1. भारतीय संविधान की प्रारूप समिति (Drafting Committee) के अध्यक्ष कौन थे?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डॉ. राजेंद्र प्रसाद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डॉ. भीमराव अंबेडकर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पं. जवाहरलाल नेहरू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सरदार वल्लभभाई पटेल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  [UP NMMS 2024]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6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1. भारतीय संविधान की प्रारूप समिति (Drafting Committee) के अध्यक्ष कौन थे?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डॉ. राजेंद्र प्रसाद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डॉ. भीमराव अंबेडकर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पं. जवाहरलाल नेहरू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सरदार वल्लभभाई पटेल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डॉ. भीमराव अंबेडकर प्रारूप समिति के अध्यक्ष थे और उन्हें 'भारतीय संविधान का जनक' कहा जाता है।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  [Bihar NMMS 2023]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7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2. संविधान सभा की प्रथम बैठक किस तिथि को आयोजित की गई थी?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9 दिसंबर 1946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11 दिसंबर 1946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15 अगस्त 1947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26 जनवरी 1950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  [Bihar NMMS 2023]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8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2. संविधान सभा की प्रथम बैठक किस तिथि को आयोजित की गई थी?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(A)  9 दिसंबर 1946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11 दिसंबर 1946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15 अगस्त 1947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26 जनवरी 1950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(A)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9 दिसंबर 1946 को पहली बैठक हुई थी, जिसकी अध्यक्षता सबसे बुजुर्ग सदस्य डॉ. सच्चिदानंद सिन्हा ने की थी।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#3  [Rajasthan NMMS 2022]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9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3. संविधान सभा के स्थायी अध्यक्ष (Permanent President) के रूप में किन्हें निर्वाचित किया गया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डॉ. सच्चिदानंद सिन्हा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डॉ. राजेंद्र प्रसाद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डॉ. बी.आर. अंबेडकर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बी.एन. राव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#3  [Rajasthan NMMS 2022]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10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3. संविधान सभा के स्थायी अध्यक्ष (Permanent President) के रूप में किन्हें निर्वाचित किया गया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डॉ. सच्चिदानंद सिन्हा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डॉ. राजेंद्र प्रसाद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डॉ. बी.आर. अंबेडकर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बी.एन. राव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11 दिसंबर 1946 को डॉ. राजेंद्र प्रसाद को संविधान सभा का स्थायी अध्यक्ष चुना गया था।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#4  [MP NMMS 2023]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11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4. भारतीय संविधान को तैयार करने में कुल कितना समय लगा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2 वर्ष 11 माह 18 दिन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3 वर्ष 1 माह 12 दिन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2 वर्ष 9 माह 15 दिन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1 वर्ष 11 माह 18 दिन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#4  [MP NMMS 2023]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12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4. भारतीय संविधान को तैयार करने में कुल कितना समय लगा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(A)  2 वर्ष 11 माह 18 दिन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3 वर्ष 1 माह 12 दिन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2 वर्ष 9 माह 15 दिन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1 वर्ष 11 माह 18 दिन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(A)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संविधान निर्माण में कुल 2 वर्ष, 11 माह और 18 दिन का समय लगा था।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#5  [Haryana NMMS 2021]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13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5. भारत में प्रत्येक वर्ष 'संविधान दिवस' (Constitution Day) किस तिथि को मनाया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15 अगस्त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26 जनवरी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26 नवंबर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2 अक्टूबर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#5  [Haryana NMMS 2021]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14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5. भारत में प्रत्येक वर्ष 'संविधान दिवस' (Constitution Day) किस तिथि को मनाया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15 अगस्त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26 जनवरी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(C)  26 नवंबर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2 अक्टूबर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(C)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26 नवंबर 1949 को संविधान अंगीकृत किया गया था, इसलिए हर वर्ष 26 नवंबर को 'संविधान दिवस' मनाते हैं।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#6  [Bihar NMMS 2024]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15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6. भारतीय संविधान किस तिथि से पूरे देश में पूर्णतः लागू किया गया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15 अगस्त 1947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26 नवंबर 1949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26 जनवरी 1950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30 जनवरी 1948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#6  [Bihar NMMS 2024]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16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6. भारतीय संविधान किस तिथि से पूरे देश में पूर्णतः लागू किया गया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15 अगस्त 1947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26 नवंबर 1949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(C)  26 जनवरी 1950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30 जनवरी 1948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(C)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26 जनवरी 1950 को संविधान लागू हुआ और भारत एक संप्रभु लोकतांत्रिक गणराज्य बना। इसी दिन गणतंत्र दिवस मनाते हैं।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#7  [UP NMMS 2023]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17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7. 42वें संविधान संशोधन (1976) द्वारा संविधान की प्रस्तावना में कौन सा शब्द जोड़ा गया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समाजवादी एवं पंथनिरपेक्ष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गणराज्य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स्वतंत्रता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बंधुत्व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#7  [UP NMMS 2023]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18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7. 42वें संविधान संशोधन (1976) द्वारा संविधान की प्रस्तावना में कौन सा शब्द जोड़ा गया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(A)  समाजवादी एवं पंथनिरपेक्ष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गणराज्य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स्वतंत्रता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बंधुत्व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(A)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42वें संशोधन द्वारा प्रस्तावना में 'समाजवादी', 'पंथनिरपेक्ष' और 'अखंडता' शब्द जोड़े गए।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#8  [Rajasthan NMMS 2023]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19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8. मूल संविधान में कुल कितनी अनुसूचियां (Schedules) थीं?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8 अनुसूचियां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10 अनुसूचियां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12 अनुसूचियां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14 अनुसूचियां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#8  [Rajasthan NMMS 2023]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20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8. मूल संविधान में कुल कितनी अनुसूचियां (Schedules) थीं?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(A)  8 अनुसूचियां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10 अनुसूचियां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12 अनुसूचियां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14 अनुसूचियां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(A)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मूल संविधान में 8 अनुसूचियां थीं। वर्तमान में संशोधनों के बाद कुल 12 अनुसूचियां हैं।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#9  [All India NMMS 2024]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21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9. भारतीय संविधान में 'मौलिक अधिकार' (Fundamental Rights) किस देश के संविधान से लिए गए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ब्रिटेन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संयुक्त राज्य अमेरिका (USA)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रूस (USSR)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कनाडा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#9  [All India NMMS 2024]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22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9. भारतीय संविधान में 'मौलिक अधिकार' (Fundamental Rights) किस देश के संविधान से लिए गए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ब्रिटेन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संयुक्त राज्य अमेरिका (USA)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रूस (USSR)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कनाडा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मौलिक अधिकार अमेरिका के संविधान के बिल ऑफ राइट्स से प्रेरित होकर लिए गए हैं।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#10  [Bihar NMMS 2022]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23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10. संविधान में 'राज्य के नीति-निर्देशक तत्व' (DPSP) किस देश के संविधान से ग्रहण किए गए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आयरलैंड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जर्मनी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ऑस्ट्रेलिया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दक्षिण अफ्रीका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#10  [Bihar NMMS 2022]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24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10. संविधान में 'राज्य के नीति-निर्देशक तत्व' (DPSP) किस देश के संविधान से ग्रहण किए गए हैं?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(A)  आयरलैंड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जर्मनी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ऑस्ट्रेलिया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दक्षिण अफ्रीका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(A)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नीति-निर्देशक सिद्धांत आयरलैंड के संविधान से लिए गए हैं जो कल्याणकारी राज्य की स्थापना करते हैं।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#11  [UP NMMS 2025]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25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11. भारत में मतदान करने (वोट देने) की न्यूनतम आयु 21 वर्ष से घटाकर 18 वर्ष किस संशोधन द्वारा की गई?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42वां संशोधन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44वां संशोधन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61वां संशोधन (1989)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86वां संशोधन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#11  [UP NMMS 2025]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26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11. भारत में मतदान करने (वोट देने) की न्यूनतम आयु 21 वर्ष से घटाकर 18 वर्ष किस संशोधन द्वारा की गई?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42वां संशोधन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44वां संशोधन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(C)  61वां संशोधन (1989)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86वां संशोधन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(C)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61वें संविधान संशोधन अधिनियम 1989 द्वारा मताधिकार की आयु 21 से घटाकर 18 वर्ष की गई।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#12  [MP NMMS 2022]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27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12. भारतीय संविधान का संरक्षक एवं अंतिम व्याख्याकार (Guardian of Constitution) किसे माना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भारत का राष्ट्रपति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संसद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सर्वोच्च न्यायालय (Supreme Court)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प्रधानमंत्री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#12  [MP NMMS 2022]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28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12. भारतीय संविधान का संरक्षक एवं अंतिम व्याख्याकार (Guardian of Constitution) किसे माना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भारत का राष्ट्रपति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संसद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(C)  सर्वोच्च न्यायालय (Supreme Court)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प्रधानमंत्री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(C)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सर्वोच्च न्यायालय संविधान का अंतिम संरक्षक और रक्षक है।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#13  [Haryana NMMS 2022]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29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13. संविधान सभा की प्रथम बैठक के अस्थायी अध्यक्ष कौन बने थे?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डॉ. सच्चिदानंद सिन्हा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डॉ. राजेंद्र प्रसाद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के.एम. मुंशी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जवाहरलाल नेहरू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#13  [Haryana NMMS 2022]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30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13. संविधान सभा की प्रथम बैठक के अस्थायी अध्यक्ष कौन बने थे?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(A)  डॉ. सच्चिदानंद सिन्हा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डॉ. राजेंद्र प्रसाद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के.एम. मुंशी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जवाहरलाल नेहरू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(A)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9 दिसंबर 1946 को वरिष्ठता के आधार पर डॉ. सच्चिदानंद सिन्हा को अस्थायी अध्यक्ष बनाया गया था।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#14  [Bihar NMMS 2021]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31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14. संविधान सभा में 'उद्देश्य प्रस्ताव' (Objective Resolution) किसके द्वारा प्रस्तुत किया गया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डॉ. बी.आर. अंबेडकर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पं. जवाहरलाल नेहरू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सरदार पटेल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महात्मा गांधी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#14  [Bihar NMMS 2021]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32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14. संविधान सभा में 'उद्देश्य प्रस्ताव' (Objective Resolution) किसके द्वारा प्रस्तुत किया गया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डॉ. बी.आर. अंबेडकर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पं. जवाहरलाल नेहरू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सरदार पटेल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महात्मा गांधी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13 दिसंबर 1946 को पं. जवाहरलाल नेहरू ने उद्देश्य प्रस्ताव पेश किया, जो प्रस्तावना का आधार बना।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#15  [All India NMMS 2025]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33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15. संघात्मक शासन व्यवस्था (Federal System) की सबसे अनिवार्य विशेषता क्या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लिखित संविधान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केंद्र व राज्यों में शक्तियों का स्पष्ट बंटवारा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स्वतंत्र न्यायपालिका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उपर्युक्त सभी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#15  [All India NMMS 2025]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34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15. संघात्मक शासन व्यवस्था (Federal System) की सबसे अनिवार्य विशेषता क्या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लिखित संविधान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केंद्र व राज्यों में शक्तियों का स्पष्ट बंटवारा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स्वतंत्र न्यायपालिका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(D)  उपर्युक्त सभी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(D)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संघात्मक व्यवस्था में लिखित संविधान, शक्तियों का विभाजन और स्वतंत्र न्यायपालिका तीनों आवश्यक हैं।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कक्षा 01: 1-मिनट क्विक मेमोरी सूत्र (संविधान निर्माण)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35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502920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365760"/>
          <a:lstStyle/>
          <a:p>
            <a:pPr algn="ctr">
              <a:defRPr sz="2000" b="1">
                <a:solidFill>
                  <a:srgbClr val="D97706"/>
                </a:solidFill>
                <a:latin typeface="Segoe UI"/>
              </a:defRPr>
            </a:pPr>
            <a:r>
              <a:t>🔑 1-मिनट क्विक मेमोरी सूत्र (Revision Formulae):</a:t>
            </a:r>
          </a:p>
          <a:p>
            <a:pPr>
              <a:spcBef>
                <a:spcPts val="1000"/>
              </a:spcBef>
              <a:defRPr sz="1500" b="1">
                <a:solidFill>
                  <a:srgbClr val="1E3A8A"/>
                </a:solidFill>
                <a:latin typeface="Segoe UI"/>
              </a:defRPr>
            </a:pPr>
            <a:r>
              <a:t>👉  तिथियां: 9 Dec 1946 (अस्थायी सिन्हा) → 11 Dec (स्थायी राजेंद्र प्रसाद) → 13 Dec (उद्देश्य प्रस्ताव नेहरू)</a:t>
            </a:r>
          </a:p>
          <a:p>
            <a:pPr>
              <a:spcBef>
                <a:spcPts val="1000"/>
              </a:spcBef>
              <a:defRPr sz="1500" b="1">
                <a:solidFill>
                  <a:srgbClr val="1E3A8A"/>
                </a:solidFill>
                <a:latin typeface="Segoe UI"/>
              </a:defRPr>
            </a:pPr>
            <a:r>
              <a:t>👉  प्रारूप समिति: 29 अगस्त 1947 को गठन | अध्यक्ष: डॉ. भीमराव अंबेडकर (7 सदस्य)</a:t>
            </a:r>
          </a:p>
          <a:p>
            <a:pPr>
              <a:spcBef>
                <a:spcPts val="1000"/>
              </a:spcBef>
              <a:defRPr sz="1500" b="1">
                <a:solidFill>
                  <a:srgbClr val="1E3A8A"/>
                </a:solidFill>
                <a:latin typeface="Segoe UI"/>
              </a:defRPr>
            </a:pPr>
            <a:r>
              <a:t>👉  समय: 2 वर्ष 11 माह 18 दिन | 114 दिन प्रारूप पर बहस | 26 Nov 1949 (संविधान दिवस)</a:t>
            </a:r>
          </a:p>
          <a:p>
            <a:pPr>
              <a:spcBef>
                <a:spcPts val="1000"/>
              </a:spcBef>
              <a:defRPr sz="1500" b="1">
                <a:solidFill>
                  <a:srgbClr val="1E3A8A"/>
                </a:solidFill>
                <a:latin typeface="Segoe UI"/>
              </a:defRPr>
            </a:pPr>
            <a:r>
              <a:t>👉  लागू: 26 जनवरी 1950 (गणतंत्र दिवस) | मूल संविधान: 395 अनुच्छेद, 22 भाग, 8 अनुसूचियां</a:t>
            </a:r>
          </a:p>
          <a:p>
            <a:pPr>
              <a:spcBef>
                <a:spcPts val="1000"/>
              </a:spcBef>
              <a:defRPr sz="1500" b="1">
                <a:solidFill>
                  <a:srgbClr val="1E3A8A"/>
                </a:solidFill>
                <a:latin typeface="Segoe UI"/>
              </a:defRPr>
            </a:pPr>
            <a:r>
              <a:t>👉  विदेशी स्रोत: अमेरिका (मौलिक अधिकार) | आयरलैंड (नीति-निर्देशक तत्व) | ब्रिटेन (संसदीय प्रणाली)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आज का अभ्यास कार्य (Homework Questions)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36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188720"/>
            <a:ext cx="10728655" cy="4846320"/>
          </a:xfrm>
          <a:prstGeom prst="roundRect">
            <a:avLst/>
          </a:prstGeom>
          <a:solidFill>
            <a:srgbClr val="1E3A8A"/>
          </a:solidFill>
          <a:ln w="317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365760"/>
          <a:lstStyle/>
          <a:p>
            <a:pPr algn="ctr">
              <a:defRPr sz="2200" b="1">
                <a:solidFill>
                  <a:srgbClr val="FDE68A"/>
                </a:solidFill>
                <a:latin typeface="Segoe UI"/>
              </a:defRPr>
            </a:pPr>
            <a:r>
              <a:t>📝 आज का अभ्यास कार्य (Homework):</a:t>
            </a:r>
          </a:p>
          <a:p>
            <a:pPr>
              <a:spcBef>
                <a:spcPts val="1400"/>
              </a:spcBef>
              <a:defRPr sz="1600" b="1">
                <a:solidFill>
                  <a:srgbClr val="FFFFFF"/>
                </a:solidFill>
                <a:latin typeface="Segoe UI"/>
              </a:defRPr>
            </a:pPr>
            <a:r>
              <a:t>प्रश्न 1: संविधान सभा के अस्थायी और स्थायी अध्यक्षों के नाम एवं तिथियां फेयर कॉपी में लिखें।</a:t>
            </a:r>
          </a:p>
          <a:p>
            <a:pPr>
              <a:spcBef>
                <a:spcPts val="1400"/>
              </a:spcBef>
              <a:defRPr sz="1600" b="1">
                <a:solidFill>
                  <a:srgbClr val="FFFFFF"/>
                </a:solidFill>
                <a:latin typeface="Segoe UI"/>
              </a:defRPr>
            </a:pPr>
            <a:r>
              <a:t>प्रश्न 2: प्रारूप समिति के अध्यक्ष कौन थे और संविधान निर्माण में कितना समय लगा था?</a:t>
            </a:r>
          </a:p>
          <a:p>
            <a:pPr>
              <a:spcBef>
                <a:spcPts val="1400"/>
              </a:spcBef>
              <a:defRPr sz="1600" b="1">
                <a:solidFill>
                  <a:srgbClr val="FFFFFF"/>
                </a:solidFill>
                <a:latin typeface="Segoe UI"/>
              </a:defRPr>
            </a:pPr>
            <a:r>
              <a:t>प्रश्न 3: 42वें संशोधन द्वारा प्रस्तावना में कौन से तीन नए शब्द जोड़े गए थे?</a:t>
            </a:r>
          </a:p>
          <a:p>
            <a:pPr>
              <a:spcBef>
                <a:spcPts val="1400"/>
              </a:spcBef>
              <a:defRPr sz="1600" b="1">
                <a:solidFill>
                  <a:srgbClr val="FFFFFF"/>
                </a:solidFill>
                <a:latin typeface="Segoe UI"/>
              </a:defRPr>
            </a:pPr>
            <a:r>
              <a:t>प्रश्न 4: मूल संविधान और वर्तमान संविधान में अनुसूचियों की संख्या में क्या अंतर है?</a:t>
            </a:r>
          </a:p>
          <a:p>
            <a:pPr>
              <a:spcBef>
                <a:spcPts val="1400"/>
              </a:spcBef>
              <a:defRPr sz="1600" b="1">
                <a:solidFill>
                  <a:srgbClr val="FFFFFF"/>
                </a:solidFill>
                <a:latin typeface="Segoe UI"/>
              </a:defRPr>
            </a:pPr>
            <a:r>
              <a:t>प्रश्न 5: भारत में वोट देने की न्यूनतम आयु 21 से घटाकर 18 वर्ष किस संशोधन द्वारा की गई?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11277295" cy="6126480"/>
          </a:xfrm>
          <a:prstGeom prst="rect">
            <a:avLst/>
          </a:prstGeom>
          <a:solidFill>
            <a:srgbClr val="1E3A8A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640080"/>
            <a:ext cx="1371600" cy="1371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2103120"/>
            <a:ext cx="1036289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DE68A"/>
                </a:solidFill>
                <a:latin typeface="Segoe UI"/>
              </a:defRPr>
            </a:pPr>
            <a:r>
              <a:t>SAGAR COACHING CENTRE BHAGWANPUR</a:t>
            </a:r>
          </a:p>
          <a:p>
            <a:pPr algn="ctr">
              <a:defRPr sz="1600" b="1">
                <a:solidFill>
                  <a:srgbClr val="93C5FD"/>
                </a:solidFill>
                <a:latin typeface="Segoe UI"/>
              </a:defRPr>
            </a:pPr>
            <a:r>
              <a:t>NMMS All India (राष्ट्रीय आय-सह-मेधा छात्रवृत्ति)  •  Class 01 Complete! कल मिलेंगे Class 02 में</a:t>
            </a:r>
          </a:p>
          <a:p>
            <a:pPr algn="ctr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कल का विषय: मौलिक अधिकार, मौलिक कर्तव्य एवं RTE</a:t>
            </a:r>
          </a:p>
          <a:p>
            <a:pPr algn="ctr">
              <a:defRPr sz="1600">
                <a:solidFill>
                  <a:srgbClr val="F1F5F9"/>
                </a:solidFill>
                <a:latin typeface="Segoe UI"/>
              </a:defRPr>
            </a:pPr>
            <a:r>
              <a:t>इस क्लास की PDF डाउनलोड करें: sagarcoaching.tech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4206240"/>
            <a:ext cx="9448495" cy="1188720"/>
          </a:xfrm>
          <a:prstGeom prst="roundRect">
            <a:avLst/>
          </a:prstGeom>
          <a:solidFill>
            <a:srgbClr val="284BA0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DE68A"/>
                </a:solidFill>
                <a:latin typeface="Segoe UI"/>
              </a:defRPr>
            </a:pPr>
            <a:r>
              <a:t>🎯 आज की क्लास में क्या सीखेंगे (Key Topics):</a:t>
            </a:r>
          </a:p>
          <a:p>
            <a:pPr algn="ctr">
              <a:defRPr sz="1300">
                <a:solidFill>
                  <a:srgbClr val="FFFFFF"/>
                </a:solidFill>
                <a:latin typeface="Segoe UI"/>
              </a:defRPr>
            </a:pPr>
            <a:r>
              <a:t>6 मौलिक अधिकार (अनुच्छेद 12-35)  ★  अनुच्छेद 32 (संविधान की आत्मा)  ★  अनुच्छेद 21A एवं RTE Act 2009  ★  11 मौलिक कर्तव्य (अनुच्छेद 51A)  ★  15 मोस्ट रिपीटेड PYQs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532120"/>
            <a:ext cx="94484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E2E8F0"/>
                </a:solidFill>
                <a:latin typeface="Segoe UI"/>
              </a:defRPr>
            </a:pPr>
            <a:r>
              <a:t>मार्गदर्शक: श्रवण कुमार 'सागर' (Sagar Sir)  |  sagarcoaching.tech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