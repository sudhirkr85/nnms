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01 • नागरिक शास्त्र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भारतीय संविधान का निर्माण एवं विशेषताएं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The Making of Indian Constitution &amp; Key Salient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संविधान सभा का गठन एवं महत्वपूर्ण तिथियां  ★  प्रारूप समिति, डॉ. अंबेडकर व 2 वर्ष 11 माह 18 दिन  ★  संविधान की मुख्य विशेषताएं व विदेशी स्रोत  ★  प्रस्तावना (Preamble) एवं 42वां संशोधन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01: संविधान सभा का गठन एवं महत्वपूर्ण ऐतिहासिक तिथियां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कैबिनेट मिशन योजना (Cabinet Mission 1946) के तहत भारतीय संविधान सभा का गठन हुआ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संविधान सभा की पहली बैठक 9 दिसंबर 1946 को हुई, जिसके सबसे वरिष्ठ सदस्य डॉ. सच्चिदानंद सिन्हा को अस्थायी अध्यक्ष चुना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11 दिसंबर 1946 को डॉ. राजेंद्र प्रसाद को संविधान सभा का स्थायी अध्यक्ष (Permanent President) चुना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13 दिसंबर 1946 को पं. जवाहरलाल नेहरू ने ऐतिहासिक 'उद्देश्य प्रस्ताव' (Objective Resolution) प्रस्तुत किया, जो आगे चलकर संविधान की 'प्रस्तावना' बना।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प्रारूप समिति (Drafting Committee): 29 अगस्त 1947 को 7 सदस्यों की समिति बनी, जिसके अध्यक्ष डॉ. भीमराव अंबेडकर थे। इन्हें 'भारतीय संविधान का जनक' कहा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संविधान निर्माण की कुल अवधि: ठीक 2 वर्ष, 11 माह और 18 दिन लगे; प्रारूप पर कुल 114 दिन गंभीर बहस हुई।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26 नवंबर 1949: संविधान को अंगीकृत, अधिनियमित और आत्मार्पित किया गया। इसलिए हर वर्ष 26 नवंबर को 'संविधान दिवस' (Constitution Day) मनाया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26 जनवरी 1950: भारतीय संविधान संपूर्ण देश में पूर्णतः लागू (Enforce) हुआ, जिसे हम 'गणतंत्र दिवस' (Republic Day) के रूप में मनाते हैं।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01: भारतीय संविधान की प्रमुख विशेषताएं एवं संरचना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विश्व का सबसे बड़ा लिखित संविधान: भारत का संविधान विश्व का सबसे विस्तृत और 'लिखित संविधान' (Written Constitution)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मूल संविधान की संरचना: मूल संविधान में कुल 395 अनुच्छेद, 22 भाग और 8 अनुसूचियां थीं। वर्तमान में 12 अनुसूचियां और 25 भाग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संघात्मक शासन व्यवस्था (Federal System): केंद्र और राज्य सरकारों के बीच शक्तियों का स्पष्ट विभाजन है (संघ सूची, राज्य सूची, समवर्ती सूची)।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संसदीय शासन प्रणाली (Parliamentary System): ब्रिटेन से प्रेरित; राष्ट्रपति देश के संवैधानिक प्रधान होते हैं और प्रधानमंत्री वास्तविक शासनाध्यक्ष।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धर्मनिरपेक्ष राज्य (Secular State): भारत का कोई आधिकारिक राज्य धर्म नहीं है; राज्य की नज़र में सभी धर्म समान व आदरणीय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सार्वभौमिक वयस्क मताधिकार (Universal Adult Suffrage): 18 वर्ष या उससे अधिक आयु के प्रत्येक नागरिक को बिना भेदभाव के वोट देने का अधिकार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स्वतंत्र एवं निष्पक्ष न्यायपालिका (Independent Judiciary): सर्वोच्च न्यायालय (Supreme Court) संविधान का संरक्षक और व्याख्याकार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01: संविधान की प्रस्तावना एवं विभिन्न देशों से लिए गए प्रमुख स्रोत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प्रस्तावना (Preamble): 'हम भारत के लोग, भारत को एक संपूर्ण प्रभुत्व-संपन्न, समाजवादी, पंथनिरपेक्ष, लोकतंत्रात्मक गणराज्य बनाने के लिए...'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42वां संविधान संशोधन (1976): प्रस्तावना में तीन नए शब्द जोड़े गए — 'समाजवादी' (Socialist), 'पंथनिरपेक्ष' (Secular), और 'अखंडता' (Integrity)।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प्रस्तावना को 'संविधान की कुंजी' (Key to Constitution) और 'संविधान की आत्मा' भी कहा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मौलिक अधिकार (Fundamental Rights): संयुक्त राज्य अमेरिका (USA) के संविधान से प्रेरित होकर शामिल किए गए।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राज्य के नीति-निर्देशक तत्व (DPSP): आयरलैंड (Ireland) के संविधान से लिए गए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मौलिक कर्तव्य (Fundamental Duties): पूर्व सोवियत संघ (USSR / Russia) से 42वें संशोधन द्वारा जोड़े गए।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संविधान संशोधन की प्रक्रिया (Amendment Process): दक्षिण अफ्रीका (South Africa) के संविधान (अनुच्छेद 368) से ली गई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संविधान की प्रारूप समिति (Drafting Committee)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भीमराव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वल्लभभाई पटेल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भारतीय संविधान की प्रारूप समिति (Drafting Committee)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भीमराव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वल्लभभाई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भीमराव अंबेडकर प्रारूप समिति के अध्यक्ष थे और उन्हें 'भारतीय संविधान का जनक' कहा जाता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की प्रथम बैठक किस तिथि को आयोजित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9 दिसंबर 1946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दिसंबर 1946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की प्रथम बैठक किस तिथि को आयोजित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9 दिसंबर 1946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11 दिसंबर 1946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को पहली बैठक हुई थी, जिसकी अध्यक्षता सबसे बुजुर्ग सदस्य डॉ. सच्चिदानंद सिन्हा ने की थी।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संविधान सभा के स्थायी अध्यक्ष (Permanent President) के रूप में किन्हें निर्वाचित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बी.आर. अंबेडकर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बी.एन. राव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संविधान सभा के स्थायी अध्यक्ष (Permanent President) के रूप में किन्हें निर्वाचित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बी.आर. अंबेडकर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बी.एन. राव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 दिसंबर 1946 को डॉ. राजेंद्र प्रसाद को संविधान सभा का स्थायी अध्यक्ष चुना गया था।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भारतीय संविधान को तैयार करने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वर्ष 1 माह 12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वर्ष 9 माह 15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वर्ष 11 माह 18 दिन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भारतीय संविधान को तैयार करने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 वर्ष 1 माह 12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 वर्ष 9 माह 15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वर्ष 11 माह 18 दिन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निर्माण में कुल 2 वर्ष, 11 माह और 18 दिन का समय लगा था।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में प्रत्येक वर्ष 'संविधान दिवस' (Constitution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में प्रत्येक वर्ष 'संविधान दिवस' (Constitution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नवंबर 1949 को संविधान अंगीकृत किया गया था, इसलिए हर वर्ष 26 नवंबर को 'संविधान दिवस' मनाते हैं।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भारतीय संविधान किस तिथि से पूरे देश में पूर्णतः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नवंबर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जनवरी 1948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भारतीय संविधान किस तिथि से पूरे देश में पूर्णतः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नवंबर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जनवरी 1948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जनवरी 1950 को संविधान लागू हुआ और भारत एक संप्रभु लोकतांत्रिक गणराज्य बना। इसी दिन गणतंत्र दिवस मनाते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42वें संविधान संशोधन (1976) द्वारा संविधान की प्रस्तावना में कौन सा शब्द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समाजवादी एवं पंथनिरपेक्ष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गणराज्य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स्वतंत्रता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बंधुत्व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42वें संविधान संशोधन (1976) द्वारा संविधान की प्रस्तावना में कौन सा शब्द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समाजवादी एवं पंथनिरपेक्ष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गणराज्य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स्वतंत्रता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बंधुत्व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42वें संशोधन द्वारा प्रस्तावना में 'समाजवादी', 'पंथनिरपेक्ष' और 'अखंडता' शब्द जोड़े गए।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मूल संविधान में कुल कितनी अनुसूचियां (Schedules)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 अनुसूचियां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अनुसूचियां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अनुसूचियां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अनुसूचियां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मूल संविधान में कुल कितनी अनुसूचियां (Schedules)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8 अनुसूचियां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अनुसूचियां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12 अनुसूचियां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14 अनुसूचियां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संविधान में 8 अनुसूचियां थीं। वर्तमान में संशोधनों के बाद कुल 12 अनुसूचियां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भारतीय संविधान में 'मौलिक अधिकार' (Fundamental Rights) किस देश के संविधान से लिए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ब्रिटेन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संयुक्त राज्य अमेरिका (USA)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रूस (USSR)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कनाडा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भारतीय संविधान में 'मौलिक अधिकार' (Fundamental Rights) किस देश के संविधान से लिए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ब्रिटेन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संयुक्त राज्य अमेरिका (USA)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रूस (USSR)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कनाडा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मौलिक अधिकार अमेरिका के संविधान के बिल ऑफ राइट्स से प्रेरित होकर लिए गए हैं।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संविधान में 'राज्य के नीति-निर्देशक तत्व' (DPSP) किस देश के संविधान से ग्रहण किए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आयरलैंड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जर्मनी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ऑस्ट्रेलिया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 अफ्रीका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संविधान में 'राज्य के नीति-निर्देशक तत्व' (DPSP) किस देश के संविधान से ग्रहण किए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आयरलैंड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जर्मनी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ऑस्ट्रेलिया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दक्षिण अफ्रीका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नीति-निर्देशक सिद्धांत आयरलैंड के संविधान से लिए गए हैं जो कल्याणकारी राज्य की स्थापना करते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में मतदान करने (वोट देने) की न्यूनतम आयु 21 वर्ष से घटाकर 18 वर्ष किस संशोधन द्वारा की गई?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61वां संशोधन (1989)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में मतदान करने (वोट देने) की न्यूनतम आयु 21 वर्ष से घटाकर 18 वर्ष किस संशोधन द्वारा की गई?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61वां संशोधन (1989)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61वें संविधान संशोधन अधिनियम 1989 द्वारा मताधिकार की आयु 21 से घटाकर 18 वर्ष की गई।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भारतीय संविधान का संरक्षक एवं अंतिम व्याख्याकार (Guardian of Constitution)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संसद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सर्वोच्च न्यायालय (Supreme Court)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भारतीय संविधान का संरक्षक एवं अंतिम व्याख्याकार (Guardian of Constitution)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संसद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सर्वोच्च न्यायालय (Supreme Court)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सर्वोच्च न्यायालय संविधान का अंतिम संरक्षक और रक्षक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संविधान सभा की प्रथम बैठक के अस्थायी अध्यक्ष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के.एम. मुंशी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संविधान सभा की प्रथम बैठक के अस्थायी अध्यक्ष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के.एम. मुंशी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को वरिष्ठता के आधार पर डॉ. सच्चिदानंद सिन्हा को अस्थायी अध्यक्ष बनाया गया था।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संविधान सभा में 'उद्देश्य प्रस्ताव' (Objective Resolution) किसके द्वारा प्रस्तुत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बी.आर.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सरदार पटेल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संविधान सभा में 'उद्देश्य प्रस्ताव' (Objective Resolution) किसके द्वारा प्रस्तुत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बी.आर.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सरदार पटेल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दिसंबर 1946 को पं. जवाहरलाल नेहरू ने उद्देश्य प्रस्ताव पेश किया, जो प्रस्तावना का आधार बना।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संघात्मक शासन व्यवस्था (Federal System) की सबसे अनिवार्य विशेषता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लिखित संविधान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केंद्र व राज्यों में शक्तियों का स्पष्ट बंटवारा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स्वतंत्र न्यायपालिका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सभी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संघात्मक शासन व्यवस्था (Federal System) की सबसे अनिवार्य विशेषता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लिखित संविधान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केंद्र व राज्यों में शक्तियों का स्पष्ट बंटवारा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स्वतंत्र न्यायपालिका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उपर्युक्त सभी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संघात्मक व्यवस्था में लिखित संविधान, शक्तियों का विभाजन और स्वतंत्र न्यायपालिका तीनों आवश्यक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01: 1-मिनट क्विक मेमोरी सूत्र (संविधान निर्माण)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तिथियां: 9 Dec 1946 (अस्थायी सिन्हा) → 11 Dec (स्थायी राजेंद्र प्रसाद) → 13 Dec (उद्देश्य प्रस्ताव नेहरू)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प्रारूप समिति: 29 अगस्त 1947 को गठन | अध्यक्ष: डॉ. भीमराव अंबेडकर (7 सदस्य)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समय: 2 वर्ष 11 माह 18 दिन | 114 दिन प्रारूप पर बहस | 26 Nov 1949 (संविधान दिवस)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लागू: 26 जनवरी 1950 (गणतंत्र दिवस) | मूल संविधान: 395 अनुच्छेद, 22 भाग, 8 अनुसूचियां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विदेशी स्रोत: अमेरिका (मौलिक अधिकार) | आयरलैंड (नीति-निर्देशक तत्व) | ब्रिटेन (संसदीय प्रणाली)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संविधान सभा के अस्थायी और स्थायी अध्यक्षों के नाम एवं तिथियां फेयर कॉपी में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प्रारूप समिति के अध्यक्ष कौन थे और संविधान निर्माण में कितना समय लगा था?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42वें संशोधन द्वारा प्रस्तावना में कौन से तीन नए शब्द जोड़े गए थे?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मूल संविधान और वर्तमान संविधान में अनुसूचियों की संख्या में क्या अंतर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भारत में वोट देने की न्यूनतम आयु 21 से घटाकर 18 वर्ष किस संशोधन द्वारा की गई?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01 Complete! कल मिलेंगे Class 02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मौलिक अधिकार, मौलिक कर्तव्य एवं RTE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6 मौलिक अधिकार (अनुच्छेद 12-35)  ★  अनुच्छेद 32 (संविधान की आत्मा)  ★  अनुच्छेद 21A एवं RTE Act 2009  ★  11 मौलिक कर्तव्य (अनुच्छेद 51A)  ★  15 मोस्ट रिपीटेड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