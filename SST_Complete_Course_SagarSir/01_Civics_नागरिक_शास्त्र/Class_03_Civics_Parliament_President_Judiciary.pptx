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03 • नागरिक शास्त्र (50 Min Full Lecture)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संसद, राष्ट्रपति एवं स्वतंत्र न्यायपालिका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The Parliament of India, The President &amp; Independent Judiciary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संसद के तीन अंग: राष्ट्रपति, लोकसभा और राज्यसभा  ★  लोकसभा vs राज्यसभा (कार्यकाल, उम्र सीमा, सीटें)  ★  भारत का राष्ट्रपति: शक्तियां एवं आपातकाल (352, 356, 360)  ★  सर्वोच्च न्यायालय, उच्च न्यायालय एवं FIR प्रणाली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03: भारतीय संसद की संरचना — लोकसभा एवं राज्यसभा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अनुच्छेद 79: भारतीय संसद के तीन अभिन्न अंग हैं — भारत का राष्ट्रपति, लोकसभा (निम्न सदन) और राज्यसभा (उच्च सदन)।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लोकसभा (House of the People / निचला सदन):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• जनता द्वारा प्रत्यक्ष मतदान से चुने गए प्रतिनिधि; सामान्य कार्यकाल 5 वर्ष।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• सदस्य (सांसद) बनने की न्यूनतम आयु: 25 वर्ष। अधिकतम सदस्य संख्या: 550।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• लोकसभा की अध्यक्षता 'लोकसभा अध्यक्ष' (Speaker) करते हैं (प्रथम स्पीकर: जी.वी. मावलंकर)।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राज्यसभा (Council of States / उच्च सदन):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• स्थायी सदन (Permanent House) — इसे कभी भंग नहीं किया जा सकता।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• सदस्य बनने की न्यूनतम आयु: 30 वर्ष। कुल अधिकतम सदस्य: 250 (वर्तमान 245)।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• सदस्यों का कार्यकाल 6 वर्ष होता है; प्रत्येक 2 वर्ष में एक-तिहाई (1/3) सदस्य रिटायर होते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• भारत के उपराष्ट्रपति (Vice-President) राज्यसभा के पदेन सभापति (Ex-officio Chairman) होते हैं।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03: भारत के राष्ट्रपति एवं आपातकालीन शक्तियां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अनुच्छेद 52: भारत का एक राष्ट्रपति होगा; राष्ट्रपति देश का प्रथम नागरिक व कार्यपालिका का औपचारिक प्रधान होता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योग्यता: भारत का नागरिक हो और न्यूनतम आयु 35 वर्ष पूरी कर चुका हो; कार्यकाल 5 वर्ष।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तीनों सेनाओं का सर्वोच्च सेनापति: राष्ट्रपति थल सेना, जल सेना और वायु सेना के सुप्रीम कमांडर होते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राष्ट्रपति 12 सदस्यों को साहित्य, विज्ञान, कला व समाजसेवा से राज्यसभा में मनोनीत करते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प्रधानमंत्री की नियुक्ति: राष्ट्रपति लोकसभा में बहुमत प्राप्त दल के नेता को प्रधानमंत्री नियुक्त करते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तीन आपातकालीन शक्तियां (Emergency Powers):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• अनुच्छेद 352: राष्ट्रीय आपातकाल (युद्ध, बाह्य आक्रमण या सशस्त्र विद्रोह पर)।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• अनुच्छेद 356: राज्यों में राष्ट्रपति शासन (संवैधानिक तंत्र विफल होने पर)।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• अनुच्छेद 360: वित्तीय आपातकाल (देश की वित्तीय साख खतरे में होने पर)।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03: एकीकृत स्वतंत्र न्यायपालिका एवं आपराधिक न्याय प्रणाली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एकीकृत न्यायपालिका (Integrated Judiciary): शीर्ष पर सर्वोच्च न्यायालय (नई दिल्ली) और राज्यों में उच्च न्यायालय होते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सर्वोच्च न्यायालय (Supreme Court): अनुच्छेद 124; मुख्य न्यायाधीश व अन्य जजों की सेवानिवृत्ति आयु 65 वर्ष होती है (प्रथम CJI: हीरालाल जे. कानिया)।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उच्च न्यायालय (High Court): राज्यों का शीर्ष न्यायालय; जजों की सेवानिवृत्ति आयु 62 वर्ष होती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आपराधिक न्याय प्रणाली के 4 प्रमुख स्तम्भ: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1. पुलिस: अपराध की रिपोर्ट दर्ज कर निष्पक्ष जांच करती है और चार्जशीट दाखिल करती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2. सरकारी वकील (Public Prosecutor): अदालत में पीड़ित व राज्य की ओर से साक्ष्य प्रस्तुत करता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3. बचाव पक्ष का वकील (Defence Lawyer): आरोपी का कानूनी पक्ष रखता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  4. न्यायाधीश (Judge): निष्पक्ष होकर गवाहों व सबूतों के आधार पर सजा या बरी करने का फैसला सुनाते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FIR (First Information Report / प्रथम सूचना रिपोर्ट): संज्ञेय अपराध की सूचना मिलने पर पुलिस द्वारा सबसे पहले लिखित रूप में दर्ज की जाती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भारतीय संसद के कौन-कौन से तीन प्रमुख अभिन्न अंग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केवल लोकसभा और राज्यसभा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राष्ट्रपति, लोकसभा और राज्यसभा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प्रधानमंत्री और संसद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सुप्रीम कोर्ट और संसद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भारतीय संसद के कौन-कौन से तीन प्रमुख अभिन्न अंग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केवल लोकसभा और राज्यसभा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राष्ट्रपति, लोकसभा और राज्यसभा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प्रधानमंत्री और संसद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सुप्रीम कोर्ट और संसद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संविधान के अनुच्छेद 79 के अनुसार संसद राष्ट्रपति, लोकसभा और राज्यसभा से मिलकर बनती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लोकसभा का सदस्य (सांसद) बनने के लिए उम्मीदवार की न्यूनतम आयु क्या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35 वर्ष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लोकसभा का सदस्य (सांसद) बनने के लिए उम्मीदवार की न्यूनतम आयु क्या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25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30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35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लोकसभा और विधानसभा के लिए न्यूनतम आयु 25 वर्ष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राज्यसभा के सदस्यों का कार्यकाल कितने वर्ष का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6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स्थायी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राज्यसभा के सदस्यों का कार्यकाल कितने वर्ष का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6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स्थायी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राज्यसभा एक स्थायी सदन है, जिसके सदस्यों का कार्यकाल 6 वर्ष होता है और 1/3 सदस्य हर 2 साल में रिटायर होते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राज्यसभा का पदेन सभापति (Ex-officio Chairman) निम्नलिखित में से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भारत का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भारत का उपराष्ट्रपति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प्रधानमंत्री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लोकसभा अध्यक्ष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राज्यसभा का पदेन सभापति (Ex-officio Chairman) निम्नलिखित में से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भारत का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भारत का उपराष्ट्रपति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प्रधानमंत्री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लोकसभा अध्यक्ष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64 के तहत भारत के उपराष्ट्रपति राज्यसभा के पदेन सभापति होते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 का राष्ट्रपति बनने के लिए संविधान में न्यूनतम आयु सीमा क्या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30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40 वर्ष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 का राष्ट्रपति बनने के लिए संविधान में न्यूनतम आयु सीमा क्या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30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35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40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58 के अनुसार राष्ट्रपति पद हेतु न्यूनतम आयु 35 वर्ष होनी चाहिए।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सर्वोच्च न्यायालय (Supreme Court) के मुख्य न्यायाधीश की सेवानिवृत्ति आयु क्या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70 वर्ष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सर्वोच्च न्यायालय (Supreme Court) के मुख्य न्यायाधीश की सेवानिवृत्ति आयु क्या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70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सुप्रीम कोर्ट के न्यायाधीश 65 वर्ष की आयु में सेवानिवृत्त होते हैं।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उच्च न्यायालय (High Court) के न्यायाधीश किस आयु में सेवानिवृत्त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68 वर्ष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उच्च न्यायालय (High Court) के न्यायाधीश किस आयु में सेवानिवृत्त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68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हाई कोर्ट के जज 62 वर्ष में रिटायर होते हैं।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संसद का कौन सा सदन कभी भंग नहीं होता और स्थायी सदन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लोकसभा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राज्यसभा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विधानसभा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संसद की संयुक्त बैठक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संसद का कौन सा सदन कभी भंग नहीं होता और स्थायी सदन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लोकसभा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राज्यसभा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विधानसभा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संसद की संयुक्त बैठक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राज्यसभा एक स्थायी सदन है जिसे कभी भंग नहीं किया जा सकता।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भारत के राष्ट्रपति राज्यसभा में विभिन्न क्षेत्रों से कुल कितने सदस्यों को मनोनीत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 सदस्य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 सदस्य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12 सदस्य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14 सदस्य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भारत के राष्ट्रपति राज्यसभा में विभिन्न क्षेत्रों से कुल कितने सदस्यों को मनोनीत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 सदस्य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 सदस्य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12 सदस्य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14 सदस्य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साहित्य, कला, विज्ञान और समाजसेवा से 12 सदस्य राष्ट्रपति द्वारा मनोनीत किए जाते हैं।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भारत की तीनों सेनाओं (जल, थल, नभ) का सर्वोच्च सेनापति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रक्षा 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चीफ ऑफ डिफेंस स्टाफ (CDS)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भारत का राष्ट्रपति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भारत की तीनों सेनाओं (जल, थल, नभ) का सर्वोच्च सेनापति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रक्षा 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चीफ ऑफ डिफेंस स्टाफ (CDS)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भारत का राष्ट्रपति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संविधान के अनुसार राष्ट्रपति तीनों सेनाओं के सुप्रीम कमांडर होते हैं।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लोकसभा के प्रथम अध्यक्ष (Speaker)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जी.वी. मावलंकर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हुकुम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सोमनाथ चटर्जी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लोकसभा के प्रथम अध्यक्ष (Speaker)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जी.वी. मावलंकर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हुकुम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सोमनाथ चटर्जी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गणेश वासुदेव मावलंकर (G.V. Mavalankar) पहली लोकसभा के अध्यक्ष थे।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किसी संज्ञेय अपराध की सूचना मिलने पर पुलिस द्वारा सबसे पहले क्या दर्ज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चार्जशीट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FIR (First Information Report)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वारंट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किसी संज्ञेय अपराध की सूचना मिलने पर पुलिस द्वारा सबसे पहले क्या दर्ज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चार्जशीट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FIR (First Information Report)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समन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वारंट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First Information Report (प्रथम सूचना रिपोर्ट) पुलिस में सबसे पहले दर्ज होती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राज्य में संवैधानिक तंत्र विफल होने पर राष्ट्रपति शासन किस अनुच्छेद के तहत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352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356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360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368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राज्य में संवैधानिक तंत्र विफल होने पर राष्ट्रपति शासन किस अनुच्छेद के तहत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352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356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360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368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356 के तहत राज्यों में राष्ट्रपति शासन लागू किया जाता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स्वतंत्र भारत के सर्वोच्च न्यायालय के प्रथम मुख्य न्यायाधीश (CJI)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एच.जे. कानिया (हीरालाल जे. कानिया)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एम. पतंजलि शास्त्री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डी.वाई. चंद्रचूड़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मेहर चंद महाजन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स्वतंत्र भारत के सर्वोच्च न्यायालय के प्रथम मुख्य न्यायाधीश (CJI)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एच.जे. कानिया (हीरालाल जे. कानिया)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एम. पतंजलि शास्त्री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डी.वाई. चंद्रचूड़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मेहर चंद महाजन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हीरालाल जे. कानिया भारत के पहले मुख्य न्यायाधीश थे।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भारतीय लोकतंत्र में 'कानून का शासन' (Rule of Law) का वास्तविक अर्थ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शासक का कानून सर्वोपरि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सभी नागरिक कानून की नज़र में समान हैं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पुलिस ही कानून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अमीर लोगों को विशेष छूट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भारतीय लोकतंत्र में 'कानून का शासन' (Rule of Law) का वास्तविक अर्थ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शासक का कानून सर्वोपरि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सभी नागरिक कानून की नज़र में समान हैं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पुलिस ही कानून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अमीर लोगों को विशेष छूट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कानून के शासन का अर्थ है कि कानून सर्वोच्च है और सभी नागरिक उसके समक्ष समान हैं।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03: 1-मिनट क्विक मेमोरी सूत्र (संसद, राष्ट्रपति व न्यायपालिका)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आयु सीमा: पंचायत = 21 वर्ष | लोकसभा/विधानसभा = 25 वर्ष | राज्यसभा = 30 वर्ष | राष्ट्रपति = 35 वर्ष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कार्यकाल: लोकसभा = 5 वर्ष | राज्यसभा = 6 वर्ष (स्थायी सदन, 1/3 सदस्य हर 2 वर्ष में रिटायर)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न्यायाधीश रिटायरमेंट: सुप्रीम कोर्ट (CJI) = 65 वर्ष | हाई कोर्ट जज = 62 वर्ष (प्रथम CJI: हीरालाल कानिया)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संसद = राष्ट्रपति + लोकसभा (अध्यक्ष: मावलंकर) + राज्यसभा (सभापति: उपराष्ट्रपति)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आपातकाल: राष्ट्रीय (352) | राष्ट्रपति शासन (356) | वित्तीय (360) | तीनों सेनाओं के प्रमुख: राष्ट्रपति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WhatsApp / Helpline: +91 91101 13671  |  Official Website: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संसद के तीनों अंगों के नाम और लोकसभा व राज्यसभा में 3 मुख्य अंतर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लोकसभा सदस्य, राज्यसभा सदस्य और राष्ट्रपति बनने हेतु न्यूनतम आयु क्या है?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सुप्रीम कोर्ट और हाई कोर्ट के जजों की सेवानिवृत्ति आयु में क्या अंतर है?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4: संविधान के अनुच्छेद 352, 356 और 360 में किस प्रकार के आपातकाल का उल्लेख है?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5: FIR का पूरा नाम क्या है और यह आपराधिक न्याय प्रणाली में क्यों आवश्यक है?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03 Complete! कल मिलेंगे Class 04 में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कल का विषय: धर्मनिरपेक्षता, पंचायती राज &amp; महा-अभ्यास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क्लास की PDF डाउनलोड करें: sagarcoaching.tech | Helpline: +91 91101 13671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73वां संशोधन (1992): त्रिस्तरीय पंचायती राज व्यवस्था  ★  74वां संशोधन: नगर निगम एवं शहरी स्थानीय स्वशासन  ★  धर्मनिरपेक्षता, हाशियाकरण एवं SC/ST Act 1989  ★  भारत निर्वाचन आयोग एवं EVM/VVPAT प्रणाली  ★  15 मोस्ट रिपीटेड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Helpline: +91 91101 13671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