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08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08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08: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बाढ़ के मैदानों में नदियों द्वारा बिछाई गई नवीन उपजाऊ जलोढ़ मिट्टी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भाभर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बाढ़ के मैदानों में नदियों द्वारा बिछाई गई नवीन उपजाऊ जलोढ़ मिट्टी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भाभर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नवीन जलोढ़ मिट्टी को 'खादर' और पुरानी जलोढ़ को 'बांगर' कहा जाता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भारत में मीठे (ताजे) पानी की सबसे बड़ी प्राकृतिक झील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चिल्का झील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वुलर झील (J&amp;K)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सांभर झील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लोकटक झील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भारत में मीठे (ताजे) पानी की सबसे बड़ी प्राकृतिक झील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चिल्का झील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वुलर झील (J&amp;K)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सांभर झील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लोकटक झील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वुलर झील जम्मू-कश्मीर में स्थित भारत की सबसे बड़ी मीठे पानी की झील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बॉक्साइट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बॉक्साइट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और उससे बने उत्पादों के अत्यधिक महत्व के कारण इसे काला सोना कहते हैं।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का सबसे पहला खनिज तेल का कुआं 1901 में कहाँ स्थापित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डिगबोई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बॉम्बे हाई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बरौनी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का सबसे पहला खनिज तेल का कुआं 1901 में कहाँ स्थापित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डिगबोई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बॉम्बे हाई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बरौनी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के डिगबोई में भारत का पहला तेल कुआं और रिफाइनरी स्थापित हुई थी।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में कोयला उत्पादन के लिए प्रसिद्ध 'झरिया' खान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छत्तीसगढ़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में कोयला उत्पादन के लिए प्रसिद्ध 'झरिया' खान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छत्तीसगढ़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झारखंड का झरिया कोयला खनन का सबसे बड़ा और प्रमुख केंद्र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राजस्थान का 'खेतड़ी' क्षेत्र किस खनिज के खनन के लिए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तांबा (Copper)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राजस्थान का 'खेतड़ी' क्षेत्र किस खनिज के खनन के लिए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तांबा (Copper)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खेतड़ी (राजस्थान) प्राचीन काल से तांबा खनन का प्रसिद्ध केंद्र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'ऑपरेशन फ्लड'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दूध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चावल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'ऑपरेशन फ्लड'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दूध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चावल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वर्गीज कुरियन के नेतृत्व में श्वेत क्रांति ने भारत को दूध में अग्रणी बनाया।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1973 में उत्तराखंड के चमोली में वृक्ष कटाई रोकने हेतु 'चिपको आंदोलन' किसने चलाया?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 व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1973 में उत्तराखंड के चमोली में वृक्ष कटाई रोकने हेतु 'चिपको आंदोलन' किसने चलाया?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 व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और गौरा देवी ने पेड़ों से चिपककर जंगल कटाई रोकी थी।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'एक सींग वाले गैंडे'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सुंदरवन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'एक सींग वाले गैंडे'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सुंदरवन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का काजीरंगा राष्ट्रीय उद्यान एक सींग वाले दुर्लभ गैंडे का आवास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भूकंप की तीव्रता मापने के लिए किस वैज्ञानिक पैमाने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केल्विन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भूकंप की तीव्रता मापने के लिए किस वैज्ञानिक पैमाने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केल्विन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रिएक्टर स्केल पर भूकंप की तीव्रता और ऊर्जा का मापन किया जाता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विश्व का एकमात्र 'तैरता हुआ राष्ट्रीय उद्यान' (केबुल लामजाओ)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सिक्किम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विश्व का एकमात्र 'तैरता हुआ राष्ट्रीय उद्यान' (केबुल लामजाओ)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सिक्किम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मणिपुर की लोकटक झील पर स्थित केबुल लामजाओ विश्व का एकमात्र तैरता हुआ राष्ट्रीय उद्यान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इतिहास: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कानपुर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इतिहास: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मेरठ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 मई 1857 को मेरठ छावनी के सैनिकों ने खुला विद्रोह किया था।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नागरिक शास्त्र: भारतीय संविधान की प्रारूप समिति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नागरिक शास्त्र: भारतीय संविधान की प्रारूप समिति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भीमराव अंबेडकर को भारतीय संविधान का जनक कहा जाता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भूगोल: सौरमंडल के किस ग्रह को 'भोर का तारा' और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भूगोल: सौरमंडल के किस ग्रह को 'भोर का तारा' और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सबसे चमकीला और सबसे गर्म ग्रह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नागरिक शास्त्र: 6 से 14 वर्ष के बच्चों को निशुल्क शिक्षा (RTE)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51A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नागरिक शास्त्र: 6 से 14 वर्ष के बच्चों को निशुल्क शिक्षा (RTE)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21A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51A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संविधान संशोधन 2002 द्वारा अनुच्छेद 21A में RTE जोड़ा गया।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भूगोल: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बॉक्साइट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भूगोल: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बॉक्साइट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और उसके उत्पादों को उनके अत्यधिक मूल्य के कारण काला सोना कहते हैं।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इतिहास: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इतिहास: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1875 में आर्य समाज की स्थापना की थी।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नागरिक शास्त्र: लोकसभा का सदस्य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35 वर्ष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नागरिक शास्त्र: लोकसभा का सदस्य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विधानसभा के लिए न्यूनतम आयु 25 वर्ष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भूगोल: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भूगोल: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काली मिट्टी में नमी सोखने की क्षमता सर्वाधिक होती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इतिहास: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महमूद गजनवी और जयपाल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इतिहास: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महमूद गजनवी और जयपाल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तराइन के पहले युद्ध में पृथ्वीराज चौहान ने मुहम्मद गोरी को पराजित किया था।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भूगोल: बादलों का बनना और वर्षा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भूगोल: बादलों का बनना और वर्षा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(Troposphere) वायुमंडल की सबसे निचली और मौसमी परत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इतिहास: भारतीय राष्ट्रीय कांग्रेस (INC) की स्थापना किस वर्ष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1857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1917 ई.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इतिहास: भारतीय राष्ट्रीय कांग्रेस (INC) की स्थापना किस वर्ष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1857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1917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28 दिसंबर 1885 को बंबई में ए.ओ. ह्यूम द्वारा कांग्रेस की स्थापना हुई।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नागरिक शास्त्र: डॉ.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नागरिक शास्त्र: डॉ.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अनुच्छेद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'संवैधानिक उपचारों का अधिकार' है जो मौलिक अधिकारों की रक्षा करता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भूगोल: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नील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भूगोल: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नील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और ब्रह्मपुत्र नदियों द्वारा सुंदरवन डेल्टा बनता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इतिहास: पानीपत का प्रथम युद्ध (1526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इतिहास: पानीपत का प्रथम युद्ध (1526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मुग़ल साम्राज्य की स्थापना की थी।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भूगोल: प्रत्येक वर्ष 'विश्व पर्यावरण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भूगोल: प्रत्येक वर्ष 'विश्व पर्यावरण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5 जून को विश्व पर्यावरण दिवस मनाया जाता है। (22 अप्रैल = पृथ्वी दिवस)।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इतिहास: भारत की प्रथम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इतिहास: भारत की प्रथम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पुत्री रजिया सुल्तान 1236 ई. में दिल्ली की सुल्तान बनी थीं।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नागरिक शास्त्र: भारत का राष्ट्रपति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40 वर्ष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नागरिक शास्त्र: भारत का राष्ट्रपति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अनुच्छेद 58 के अनुसार राष्ट्रपति बनने हेतु न्यूनतम आयु 35 वर्ष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भूगोल: सूर्य की हानिकारक पराबैंगनी (UV) किरणों को रोकने वाली ओजोन परत किस मंडल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भूगोल: सूर्य की हानिकारक पराबैंगनी (UV) किरणों को रोकने वाली ओजोन परत किस मंडल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(Stratosphere) में ओजोन परत स्थित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इतिहास: 'सती प्रथा' पर 1829 में रोक लगाने वाले भारतीय समाज सुधारक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इतिहास: 'सती प्रथा' पर 1829 में रोक लगाने वाले भारतीय समाज सुधारक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के प्रयासों से लॉर्ड विलियम बेंटिक ने सती प्रथा को बंद किया।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भूगोल: भारत में 'हरित क्रांति' (Green Revolution) का जनक किन्हें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सलीम अली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भूगोल: भारत में 'हरित क्रांति' (Green Revolution) का जनक किन्हें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सलीम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एम.एस. स्वामीनाथन ने गेहूं उत्पादन में भारी वृद्धि करवाई थी।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इतिहास: महात्मा गांधी ने भारत में अपना पहला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खेड़ा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इतिहास: महात्मा गांधी ने भारत में अपना पहला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खेड़ा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चंपारण में नील की खेती की 'तिनकठिया प्रणाली' के विरोध में गांधीजी ने पहला सत्याग्रह किया।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नागरिक शास्त्र: भारतीय संसद के कौन-कौन से प्रमुख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नागरिक शास्त्र: भारतीय संसद के कौन-कौन से प्रमुख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संसद तीन अंगों से मिलकर बनती है: राष्ट्रपति, लोकसभा और राज्यसभा।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भूगोल: प्रायद्वीपीय भारत (दक्षिण भारत) की सबसे लंबी नदी कौन सी है जिसे दक्षिण गंगा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भूगोल: प्रायद्वीपीय भारत (दक्षिण भारत) की सबसे लंबी नदी कौन सी है जिसे दक्षिण गंगा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नदी को दक्षिण भारत की गंगा या वृद्ध गंगा कहा जाता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इतिहास: 'किताब-ए-हिंद' (तहकीक-ए-हिंद)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फिरदौसी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अलबेरूनी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इतिहास: 'किताब-ए-हिंद' (तहकीक-ए-हिंद)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फिरदौसी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अलबेरूनी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अलबेरूनी महमूद गजनवी के साथ भारत आया था।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भूगोल: एक सींग वाले गैंडे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दुधवा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भूगोल: एक सींग वाले गैंडे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दुधवा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काजीरंगा राष्ट्रीय उद्यान असम में एक सींग वाले गैंडे हेतु प्रसिद्ध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इतिहास: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इतिहास: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शुरू करते समय यह नारा दिया गया था।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नागरिक शास्त्र: सर्वोच्च न्यायालय (Supreme Court) के न्यायाधीशों की सेवानिवृत्ति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70 वर्ष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नागरिक शास्त्र: सर्वोच्च न्यायालय (Supreme Court) के न्यायाधीशों की सेवानिवृत्ति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सुप्रीम कोर्ट के जज 65 वर्ष में और हाई कोर्ट के जज 62 वर्ष में रिटायर होते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भूगोल: भारतीय मानक समय (IST) किस देशांतर से निर्धारित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80° पूर्व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85° पूर्व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90° पूर्व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भूगोल: भारतीय मानक समय (IST) किस देशांतर से निर्धारित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80° पूर्व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85° पूर्व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90° पूर्व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82°30' पूर्वी देशांतर ग्रीनविच समय से 5 घंटे 30 मिनट आगे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इतिहास: 'ग्रांड ट्रंक रोड' (GT Road) का निर्माण किस शासक ने कराया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इतिहास: 'ग्रांड ट्रंक रोड' (GT Road) का निर्माण किस शासक ने कराया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ने बंगाल से पेशावर तक सड़क-ए-आजम (GT Road) बनवाई थी।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भूगोल: वायुमंडल में सर्वाधिक मात्रा में पाई जाने वाली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 (78%)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आर्गन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भूगोल: वायुमंडल में सर्वाधिक मात्रा में पाई जाने वाली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नाइट्रोजन (78%)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नाइट्रोजन लगभग 78% और ऑक्सीजन लगभग 21% पाई जाती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इतिहास: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1950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इतिहास: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बैसाखी के दिन जनरल डायर ने निहत्थी सभा पर गोलियां चलवाई थीं।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नागरिक शास्त्र: संविधान के किस अनुच्छेद द्वारा छुआछूत (अस्पृश्यता) को समाप्त किया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नागरिक शास्त्र: संविधान के किस अनुच्छेद द्वारा छुआछूत (अस्पृश्यता) को समाप्त किया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17 अस्पृश्यता को दंडनीय अपराध घोषित करता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भूगोल: निम्नलिखित में से कौन सी नदी पश्चिम की ओर बहकर अरब सागर में गिरती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भूगोल: निम्नलिखित में से कौन सी नदी पश्चिम की ओर बहकर अरब सागर में गिरती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नदियां पश्चिम की ओर बहकर एश्चुअरी बनाती हैं।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इतिहास: दिल्ली सल्तनत में 'बाजार नियंत्रण प्रणाली' किस सुलतान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इतिहास: दिल्ली सल्तनत में 'बाजार नियंत्रण प्रणाली' किस सुलतान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मूल्य नियंत्रण की कठोर बाजार नीति बनाई थी।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भूगोल: भारत में चिपको आंदोलन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स्वामीनाथन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भूगोल: भारत में चिपको आंदोलन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स्वामीनाथन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ने उत्तराखंड में पेड़ों को बचाने हेतु चिपको आंदोलन चलाया।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इतिहास: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 जफर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 आलम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इतिहास: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बहादुर शाह जफर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 आलम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 वर्षीय बहादुर शाह जफर को क्रांति का नेता चुना गया था।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नागरिक शास्त्र: राज्यसभा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स्थायी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नागरिक शास्त्र: राज्यसभा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स्थायी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के सदस्यों का कार्यकाल 6 वर्ष होता है (1/3 सदस्य हर 2 साल में रिटायर होते हैं)।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भूगोल: लाल ग्रह (Red Planet) के नाम से किस ग्रह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भूगोल: लाल ग्रह (Red Planet) के नाम से किस ग्रह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आयरन ऑक्साइड के कारण मंगल ग्रह लाल रंग का दिखाई देता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इतिहास: 'सत्यार्थ प्रकाश' ग्रंथ के लेखक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राजा राममोहन राय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इतिहास: 'सत्यार्थ प्रकाश' ग्रंथ के लेखक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राजा राममोहन राय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सत्यार्थ प्रकाश स्वामी दयानंद सरस्वती की प्रमुख पुस्तक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08: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08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08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