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Full Mock Test 08 • सम्पूर्ण सामाजिक विज्ञान (50 प्रश्न)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ऑल इंडिया NMMS संपूर्ण सामाजिक विज्ञान: फुल मॉक टेस्ट 08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इतिहास, नागरिक शास्त्र एवं भूगोल का 50-प्रश्नों का संपूर्ण अभ्यास (All India Pattern)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इतिहास के 20 अति-महत्वपूर्ण प्रश्न  ★  नागरिक शास्त्र एवं संविधान के 15 प्रश्न  ★  भूगोल एवं पर्यावरण के 15 प्रश्न  ★  ऑल इंडिया NMMS 35 में 35 अंक की 100% तैयारी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मॉक टेस्ट 08: परीक्षा में 35/35 अंक लाने के 4 अचूक नियम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1: प्रश्न को पूरा और ध्यान से पढ़ें — कई बार प्रश्न में 'नहीं है' या 'सत्य नहीं है' छिपा होता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2: ऑप्शन्स का एलिमिनेशन (Elimination Method) — जो विकल्प निश्चित गलत हैं, उन्हें पहले मन में काटें।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3: समय प्रबंधन (Time Management) — SST के 35 प्रश्नों को हल करने में 25-30 मिनट से अधिक समय न लगाएं।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4: OMR शीट सावधानी से भरें — NMMS परीक्षा में कोई निगेटिव मार्किंग (Negative Marking) नहीं है, इसलिए सभी 35 प्रश्न हल करें!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5: सागर सर का मंत्र — नियमित अभ्यास, पिछले वर्षों के प्रश्न (PYQs) और आत्मविश्वास ही सफलता की चाबी है।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बाढ़ के मैदानों में नदियों द्वारा बिछाई गई नवीन उपजाऊ जलोढ़ मिट्टी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बांगर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खादर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रेगुर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भाभर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बाढ़ के मैदानों में नदियों द्वारा बिछाई गई नवीन उपजाऊ जलोढ़ मिट्टी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बांगर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खादर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रेगुर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भाभर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नवीन जलोढ़ मिट्टी को 'खादर' और पुरानी जलोढ़ को 'बांगर' कहा जाता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[Haryana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भारत में मीठे (ताजे) पानी की सबसे बड़ी प्राकृतिक झील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चिल्का झील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वुलर झील (J&amp;K)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सांभर झील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लोकटक झील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[Haryana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भारत में मीठे (ताजे) पानी की सबसे बड़ी प्राकृतिक झील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चिल्का झील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वुलर झील (J&amp;K)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सांभर झील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लोकटक झील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वुलर झील जम्मू-कश्मीर में स्थित भारत की सबसे बड़ी मीठे पानी की झील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भारत में किस खनिज ईंधन को 'काला सोना' (Black Gold)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कोयला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पेट्रोलियम (कच्चा तेल)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लोहा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बॉक्साइट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भारत में किस खनिज ईंधन को 'काला सोना' (Black Gold)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कोयला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पेट्रोलियम (कच्चा तेल)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लोहा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बॉक्साइट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पेट्रोलियम और उससे बने उत्पादों के अत्यधिक महत्व के कारण इसे काला सोना कहते हैं।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भारत का सबसे पहला खनिज तेल का कुआं 1901 में कहाँ स्थापित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डिगबोई (असम)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बॉम्बे हाई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अंकलेश्वर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बरौनी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भारत का सबसे पहला खनिज तेल का कुआं 1901 में कहाँ स्थापित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डिगबोई (असम)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बॉम्बे हाई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अंकलेश्वर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बरौनी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असम के डिगबोई में भारत का पहला तेल कुआं और रिफाइनरी स्थापित हुई थी।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भारत में कोयला उत्पादन के लिए प्रसिद्ध 'झरिया' खान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पश्चिम बंगाल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झारखंड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ओडिशा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छत्तीसगढ़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भारत में कोयला उत्पादन के लिए प्रसिद्ध 'झरिया' खान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पश्चिम बंगाल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झारखंड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ओडिशा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छत्तीसगढ़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झारखंड का झरिया कोयला खनन का सबसे बड़ा और प्रमुख केंद्र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राजस्थान का 'खेतड़ी' क्षेत्र किस खनिज के खनन के लिए विश्व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तांबा (Copper)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कोयला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सोना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राजस्थान का 'खेतड़ी' क्षेत्र किस खनिज के खनन के लिए विश्व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तांबा (Copper)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कोयला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सोना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खेतड़ी (राजस्थान) प्राचीन काल से तांबा खनन का प्रसिद्ध केंद्र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'ऑपरेशन फ्लड' अथवा श्वेत क्रांति का संबंध किसके उत्पादन से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दूध उत्पादन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चावल उत्पादन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मत्स्य उत्पादन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अंडा उत्पादन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'ऑपरेशन फ्लड' अथवा श्वेत क्रांति का संबंध किसके उत्पादन से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दूध उत्पादन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चावल उत्पादन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मत्स्य उत्पादन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अंडा उत्पादन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डॉ. वर्गीज कुरियन के नेतृत्व में श्वेत क्रांति ने भारत को दूध में अग्रणी बनाया।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1973 में उत्तराखंड के चमोली में वृक्ष कटाई रोकने हेतु 'चिपको आंदोलन' किसने चलाया?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मेधा पाटकर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सुंदरलाल बहुगुणा व गौरा देवी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बाबा आमटे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पांडुरंग हेगड़े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1973 में उत्तराखंड के चमोली में वृक्ष कटाई रोकने हेतु 'चिपको आंदोलन' किसने चलाया?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मेधा पाटकर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सुंदरलाल बहुगुणा व गौरा देवी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बाबा आमटे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पांडुरंग हेगड़े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सुंदरलाल बहुगुणा और गौरा देवी ने पेड़ों से चिपककर जंगल कटाई रोकी थी।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'एक सींग वाले गैंडे' के लिए भारत का कौन सा राष्ट्रीय उद्यान विश्व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जिम कॉर्बेट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काजीरंगा (असम)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गिर (गुजरात)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सुंदरवन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'एक सींग वाले गैंडे' के लिए भारत का कौन सा राष्ट्रीय उद्यान विश्व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जिम कॉर्बेट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काजीरंगा (असम)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गिर (गुजरात)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सुंदरवन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असम का काजीरंगा राष्ट्रीय उद्यान एक सींग वाले दुर्लभ गैंडे का आवास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[Haryana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भूकंप की तीव्रता मापने के लिए किस वैज्ञानिक पैमाने का प्रयोग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रिएक्टर स्केल (Richter Scale)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सेल्सियस स्केल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डेसिबल स्केल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केल्विन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[Haryana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भूकंप की तीव्रता मापने के लिए किस वैज्ञानिक पैमाने का प्रयोग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रिएक्टर स्केल (Richter Scale)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सेल्सियस स्केल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डेसिबल स्केल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केल्विन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रिएक्टर स्केल पर भूकंप की तीव्रता और ऊर्जा का मापन किया जाता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विश्व का एकमात्र 'तैरता हुआ राष्ट्रीय उद्यान' (केबुल लामजाओ)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असम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मणिपुर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मेघालय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सिक्किम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विश्व का एकमात्र 'तैरता हुआ राष्ट्रीय उद्यान' (केबुल लामजाओ)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असम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मणिपुर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मेघालय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सिक्किम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मणिपुर की लोकटक झील पर स्थित केबुल लामजाओ विश्व का एकमात्र तैरता हुआ राष्ट्रीय उद्यान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इतिहास: 1857 की क्रांति का प्रथम बिगुल 10 मई 1857 को कहाँ से बजा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बैरकपुर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मेरठ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दिल्ली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कानपुर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इतिहास: 1857 की क्रांति का प्रथम बिगुल 10 मई 1857 को कहाँ से बजा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बैरकपुर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मेरठ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दिल्ली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कानपुर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10 मई 1857 को मेरठ छावनी के सैनिकों ने खुला विद्रोह किया था।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नागरिक शास्त्र: भारतीय संविधान की प्रारूप समिति के अध्यक्ष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डॉ. राजेंद्र प्रसाद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डॉ. बी.आर. अंबेडकर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पं. जवाहरलाल नेहरू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सरदार पटेल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नागरिक शास्त्र: भारतीय संविधान की प्रारूप समिति के अध्यक्ष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डॉ. राजेंद्र प्रसाद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डॉ. बी.आर. अंबेडकर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पं. जवाहरलाल नेहरू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सरदार पटेल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डॉ. भीमराव अंबेडकर को भारतीय संविधान का जनक कहा जाता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भूगोल: सौरमंडल के किस ग्रह को 'भोर का तारा' और 'सांझ का तारा'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शनि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भूगोल: सौरमंडल के किस ग्रह को 'भोर का तारा' और 'सांझ का तारा'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शनि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शुक्र सबसे चमकीला और सबसे गर्म ग्रह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नागरिक शास्त्र: 6 से 14 वर्ष के बच्चों को निशुल्क शिक्षा (RTE) किस अनुच्छेद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अनुच्छेद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अनुच्छेद 21A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अनुच्छेद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अनुच्छेद 51A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नागरिक शास्त्र: 6 से 14 वर्ष के बच्चों को निशुल्क शिक्षा (RTE) किस अनुच्छेद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अनुच्छेद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अनुच्छेद 21A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अनुच्छेद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अनुच्छेद 51A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86वें संविधान संशोधन 2002 द्वारा अनुच्छेद 21A में RTE जोड़ा गया।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भूगोल: भारत में किस खनिज ईंधन को 'काला सोना' (Black Gold)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कोयला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पेट्रोलियम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लोहा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बॉक्साइट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भूगोल: भारत में किस खनिज ईंधन को 'काला सोना' (Black Gold)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कोयला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पेट्रोलियम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लोहा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बॉक्साइट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पेट्रोलियम और उसके उत्पादों को उनके अत्यधिक मूल्य के कारण काला सोना कहते हैं।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इतिहास: 'वेदों की ओर लौटो' का प्रसिद्ध नारा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राजा राममोहन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स्वामी दयानंद सरस्वती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स्वामी विवेकानंद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बाल गंगाधर तिलक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इतिहास: 'वेदों की ओर लौटो' का प्रसिद्ध नारा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राजा राममोहन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स्वामी दयानंद सरस्वती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स्वामी विवेकानंद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बाल गंगाधर तिलक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स्वामी दयानंद सरस्वती ने 1875 में आर्य समाज की स्थापना की थी।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नागरिक शास्त्र: लोकसभा का सदस्य बनने के लिए उम्मीदवार की न्यूनतम आयु क्या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21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25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30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35 वर्ष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नागरिक शास्त्र: लोकसभा का सदस्य बनने के लिए उम्मीदवार की न्यूनतम आयु क्या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21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25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30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35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लोकसभा और विधानसभा के लिए न्यूनतम आयु 25 वर्ष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भूगोल: कपास की खेती के लिए सर्वाधिक उपयुक्त मिट्टी कौन सी मानी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जलोढ़ मिट्टी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काली (रेगुर) मिट्टी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लाल मिट्टी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लेटराइट मिट्टी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भूगोल: कपास की खेती के लिए सर्वाधिक उपयुक्त मिट्टी कौन सी मानी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जलोढ़ मिट्टी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काली (रेगुर) मिट्टी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लाल मिट्टी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लेटराइट मिट्टी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काली मिट्टी में नमी सोखने की क्षमता सर्वाधिक होती है।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इतिहास: तराइन का प्रथम युद्ध (1191 ई.) किनके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पृथ्वीराज चौहान और मुहम्मद गोरी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बाबर और इब्राहिम लोदी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अकबर और हेमू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महमूद गजनवी और जयपाल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इतिहास: तराइन का प्रथम युद्ध (1191 ई.) किनके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पृथ्वीराज चौहान और मुहम्मद गोरी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बाबर और इब्राहिम लोदी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अकबर और हेमू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महमूद गजनवी और जयपाल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तराइन के पहले युद्ध में पृथ्वीराज चौहान ने मुहम्मद गोरी को पराजित किया था।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भूगोल: बादलों का बनना और वर्षा जैसी सभी मौसमी घटनाएं वायुमंडल की किस परत में होती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समतापमंडल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क्षोभमंडल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आयनमंडल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भूगोल: बादलों का बनना और वर्षा जैसी सभी मौसमी घटनाएं वायुमंडल की किस परत में होती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समतापमंडल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क्षोभमंडल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आयनमंडल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क्षोभमंडल (Troposphere) वायुमंडल की सबसे निचली और मौसमी परत है।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इतिहास: भारतीय राष्ट्रीय कांग्रेस (INC) की स्थापना किस वर्ष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1857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1885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1905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1917 ई.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इतिहास: भारतीय राष्ट्रीय कांग्रेस (INC) की स्थापना किस वर्ष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1857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1885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1905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1917 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28 दिसंबर 1885 को बंबई में ए.ओ. ह्यूम द्वारा कांग्रेस की स्थापना हुई।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नागरिक शास्त्र: डॉ. अंबेडकर ने किस अनुच्छेद को 'संविधान का हृदय और आत्मा' कहा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अनुच्छेद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अनुच्छेद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अनुच्छेद 32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नागरिक शास्त्र: डॉ. अंबेडकर ने किस अनुच्छेद को 'संविधान का हृदय और आत्मा' कहा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अनुच्छेद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अनुच्छेद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(D)  अनुच्छेद 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(D)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32 'संवैधानिक उपचारों का अधिकार' है जो मौलिक अधिकारों की रक्षा करता है।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भूगोल: विश्व का सबसे बड़ा नदी डेल्टा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मिसिसिपी डेल्टा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सुंदरवन डेल्टा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नील डेल्टा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सिंधु डेल्टा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भूगोल: विश्व का सबसे बड़ा नदी डेल्टा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मिसिसिपी डेल्टा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सुंदरवन डेल्टा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नील डेल्टा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सिंधु डेल्टा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गंगा और ब्रह्मपुत्र नदियों द्वारा सुंदरवन डेल्टा बनता है।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इतिहास: पानीपत का प्रथम युद्ध (1526 ई.) किसके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बाबर और इब्राहिम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अकबर और हेमू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शेरशाह और हुमायूं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गोरी और पृथ्वीराज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इतिहास: पानीपत का प्रथम युद्ध (1526 ई.) किसके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बाबर और इब्राहिम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अकबर और हेमू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शेरशाह और हुमायूं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गोरी और पृथ्वीराज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बाबर ने इब्राहिम लोदी को हराकर मुग़ल साम्राज्य की स्थापना की थी।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भूगोल: प्रत्येक वर्ष 'विश्व पर्यावरण दिवस'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22 अप्रैल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5 जून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16 सितंबर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11 जुलाई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भूगोल: प्रत्येक वर्ष 'विश्व पर्यावरण दिवस'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22 अप्रैल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5 जून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16 सितंबर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11 जुलाई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5 जून को विश्व पर्यावरण दिवस मनाया जाता है। (22 अप्रैल = पृथ्वी दिवस)।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इतिहास: भारत की प्रथम महिला मुस्लिम शासिका कौन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चांद बीबी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रजिया सुल्तान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नूरजहाँ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मुमताज महल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इतिहास: भारत की प्रथम महिला मुस्लिम शासिका कौन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चांद बीबी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रजिया सुल्तान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नूरजहाँ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मुमताज महल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इल्तुतमिश की पुत्री रजिया सुल्तान 1236 ई. में दिल्ली की सुल्तान बनी थीं।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नागरिक शास्त्र: भारत का राष्ट्रपति बनने के लिए न्यूनतम आयु सीमा क्या निर्धारित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25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30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35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40 वर्ष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नागरिक शास्त्र: भारत का राष्ट्रपति बनने के लिए न्यूनतम आयु सीमा क्या निर्धारित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25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30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35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40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संविधान के अनुच्छेद 58 के अनुसार राष्ट्रपति बनने हेतु न्यूनतम आयु 35 वर्ष है।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भूगोल: सूर्य की हानिकारक पराबैंगनी (UV) किरणों को रोकने वाली ओजोन परत किस मंडल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समतापमंडल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बहिर्मंडल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भूगोल: सूर्य की हानिकारक पराबैंगनी (UV) किरणों को रोकने वाली ओजोन परत किस मंडल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समतापमंडल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बहिर्मंडल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समतापमंडल (Stratosphere) में ओजोन परत स्थित है।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इतिहास: 'सती प्रथा' पर 1829 में रोक लगाने वाले भारतीय समाज सुधारक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ईश्वरचंद्र विद्यासागर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राजा राममोहन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दयानंद सरस्वती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ज्योतिबा फुले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इतिहास: 'सती प्रथा' पर 1829 में रोक लगाने वाले भारतीय समाज सुधारक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ईश्वरचंद्र विद्यासागर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राजा राममोहन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दयानंद सरस्वती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ज्योतिबा फुले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राजा राममोहन राय के प्रयासों से लॉर्ड विलियम बेंटिक ने सती प्रथा को बंद किया।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#31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31. भूगोल: भारत में 'हरित क्रांति' (Green Revolution) का जनक किन्हें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डॉ. वर्गीज कुरियन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डॉ. एम.एस. स्वामीनाथन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सुंदरलाल बहुगुणा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डॉ. सलीम अली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#31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31. भूगोल: भारत में 'हरित क्रांति' (Green Revolution) का जनक किन्हें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डॉ. वर्गीज कुरियन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डॉ. एम.एस. स्वामीनाथन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सुंदरलाल बहुगुणा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डॉ. सलीम अली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डॉ. एम.एस. स्वामीनाथन ने गेहूं उत्पादन में भारी वृद्धि करवाई थी।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#32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32. इतिहास: महात्मा गांधी ने भारत में अपना पहला सत्याग्रह 1917 में कहाँ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खेड़ा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अहमदाबाद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चंपारण (बिहार)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दांडी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#32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32. इतिहास: महात्मा गांधी ने भारत में अपना पहला सत्याग्रह 1917 में कहाँ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खेड़ा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अहमदाबाद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चंपारण (बिहार)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दांडी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चंपारण में नील की खेती की 'तिनकठिया प्रणाली' के विरोध में गांधीजी ने पहला सत्याग्रह किया।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#33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33. नागरिक शास्त्र: भारतीय संसद के कौन-कौन से प्रमुख अंग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केवल लोकसभा और राज्यसभा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राष्ट्रपति, लोकसभा और राज्यसभा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प्रधानमंत्री और संसद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सुप्रीम कोर्ट और संसद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#33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33. नागरिक शास्त्र: भारतीय संसद के कौन-कौन से प्रमुख अंग होते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केवल लोकसभा और राज्यसभा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राष्ट्रपति, लोकसभा और राज्यसभा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प्रधानमंत्री और संसद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सुप्रीम कोर्ट और संसद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संसद तीन अंगों से मिलकर बनती है: राष्ट्रपति, लोकसभा और राज्यसभा।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#34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34. भूगोल: प्रायद्वीपीय भारत (दक्षिण भारत) की सबसे लंबी नदी कौन सी है जिसे दक्षिण गंगा भी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कृष्णा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कावेरी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गोदावरी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महानदी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#34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34. भूगोल: प्रायद्वीपीय भारत (दक्षिण भारत) की सबसे लंबी नदी कौन सी है जिसे दक्षिण गंगा भी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कृष्णा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कावेरी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गोदावरी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महानदी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गोदावरी नदी को दक्षिण भारत की गंगा या वृद्ध गंगा कहा जाता है।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#35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35. इतिहास: 'किताब-ए-हिंद' (तहकीक-ए-हिंद) पुस्तक की रचना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फिरदौसी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अलबेरूनी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इब्न बतूता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अमीर खुसरो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#35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35. इतिहास: 'किताब-ए-हिंद' (तहकीक-ए-हिंद) पुस्तक की रचना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फिरदौसी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अलबेरूनी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इब्न बतूता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अमीर खुसरो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अलबेरूनी महमूद गजनवी के साथ भारत आया था।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#36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36. भूगोल: एक सींग वाले गैंडे के लिए भारत का कौन सा राष्ट्रीय उद्यान विश्व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जिम कॉर्बेट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काजीरंगा (असम)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गिर (गुजरात)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दुधवा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#36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36. भूगोल: एक सींग वाले गैंडे के लिए भारत का कौन सा राष्ट्रीय उद्यान विश्व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जिम कॉर्बेट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काजीरंगा (असम)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गिर (गुजरात)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दुधवा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काजीरंगा राष्ट्रीय उद्यान असम में एक सींग वाले गैंडे हेतु प्रसिद्ध है।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#37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37. इतिहास: 'करो या मरो' (Do or Die) का नारा गांधीजी ने किस आंदोलन में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असहयोग आंदोलन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सविनय अवज्ञा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भारत छोड़ो आंदोलन (1942)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चंपारण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#37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37. इतिहास: 'करो या मरो' (Do or Die) का नारा गांधीजी ने किस आंदोलन में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असहयोग आंदोलन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सविनय अवज्ञा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भारत छोड़ो आंदोलन (1942)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चंपारण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 अगस्त 1942 को भारत छोड़ो आंदोलन शुरू करते समय यह नारा दिया गया था।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#38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38. नागरिक शास्त्र: सर्वोच्च न्यायालय (Supreme Court) के न्यायाधीशों की सेवानिवृत्ति आयु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60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62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65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70 वर्ष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#38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38. नागरिक शास्त्र: सर्वोच्च न्यायालय (Supreme Court) के न्यायाधीशों की सेवानिवृत्ति आयु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60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62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65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70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सुप्रीम कोर्ट के जज 65 वर्ष में और हाई कोर्ट के जज 62 वर्ष में रिटायर होते हैं।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#39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39. भूगोल: भारतीय मानक समय (IST) किस देशांतर से निर्धारित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80° पूर्व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82½° पूर्वी देशांतर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85° पूर्व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90° पूर्व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#39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39. भूगोल: भारतीय मानक समय (IST) किस देशांतर से निर्धारित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80° पूर्व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82½° पूर्वी देशांतर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85° पूर्व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90° पूर्व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82°30' पूर्वी देशांतर ग्रीनविच समय से 5 घंटे 30 मिनट आगे है।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#40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40. इतिहास: 'ग्रांड ट्रंक रोड' (GT Road) का निर्माण किस शासक ने कराया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शेरशाह सूरी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जहांगीर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#40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40. इतिहास: 'ग्रांड ट्रंक रोड' (GT Road) का निर्माण किस शासक ने कराया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शेरशाह सूरी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जहांगीर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शेरशाह सूरी ने बंगाल से पेशावर तक सड़क-ए-आजम (GT Road) बनवाई थी।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#41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41. भूगोल: वायुमंडल में सर्वाधिक मात्रा में पाई जाने वाली गैस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नाइट्रोजन (78%)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कार्बन डाइऑक्साइड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आर्गन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#41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41. भूगोल: वायुमंडल में सर्वाधिक मात्रा में पाई जाने वाली गैस कौन 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नाइट्रोजन (78%)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कार्बन डाइऑक्साइड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आर्गन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नाइट्रोजन लगभग 78% और ऑक्सीजन लगभग 21% पाई जाती है।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#42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42. इतिहास: जलियांवाला बाग हत्याकांड किस तिथि को अमृतसर में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13 अप्रैल 1919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10 मई 1857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15 अगस्त 1947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26 जनवरी 1950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#42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42. इतिहास: जलियांवाला बाग हत्याकांड किस तिथि को अमृतसर में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13 अप्रैल 1919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10 मई 1857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15 अगस्त 1947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26 जनवरी 1950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13 अप्रैल 1919 को बैसाखी के दिन जनरल डायर ने निहत्थी सभा पर गोलियां चलवाई थीं।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#43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43. नागरिक शास्त्र: संविधान के किस अनुच्छेद द्वारा छुआछूत (अस्पृश्यता) को समाप्त किया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अनुच्छेद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अनुच्छेद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अनुच्छेद 21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#43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43. नागरिक शास्त्र: संविधान के किस अनुच्छेद द्वारा छुआछूत (अस्पृश्यता) को समाप्त किया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अनुच्छेद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अनुच्छेद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अनुच्छेद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17 अस्पृश्यता को दंडनीय अपराध घोषित करता है।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#44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44. भूगोल: निम्नलिखित में से कौन सी नदी पश्चिम की ओर बहकर अरब सागर में गिरती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गोदावरी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नर्मदा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महानदी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#44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44. भूगोल: निम्नलिखित में से कौन सी नदी पश्चिम की ओर बहकर अरब सागर में गिरती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गंगा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गोदावरी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नर्मदा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महानदी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नर्मदा और ताप्ती नदियां पश्चिम की ओर बहकर एश्चुअरी बनाती हैं।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#45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45. इतिहास: दिल्ली सल्तनत में 'बाजार नियंत्रण प्रणाली' किस सुलतान ने लागू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बलबन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अलाउद्दीन खिलजी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मुहम्मद बिन तुगलक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सिकंदर लोदी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#45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45. इतिहास: दिल्ली सल्तनत में 'बाजार नियंत्रण प्रणाली' किस सुलतान ने लागू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बलबन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अलाउद्दीन खिलजी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मुहम्मद बिन तुगलक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सिकंदर लोदी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अलाउद्दीन खिलजी ने मूल्य नियंत्रण की कठोर बाजार नीति बनाई थी।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#46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46. भूगोल: भारत में चिपको आंदोलन का नेतृत्व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मेधा पाटकर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सुंदरलाल बहुगुणा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बाबा आमटे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डॉ. स्वामीनाथन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#46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46. भूगोल: भारत में चिपको आंदोलन का नेतृत्व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मेधा पाटकर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सुंदरलाल बहुगुणा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बाबा आमटे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डॉ. स्वामीनाथन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सुंदरलाल बहुगुणा ने उत्तराखंड में पेड़ों को बचाने हेतु चिपको आंदोलन चलाया।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#47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47. इतिहास: 1857 की क्रांति के समय अंतिम मुग़ल सम्राट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 द्वितीय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बहादुर शाह जफर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शाह आलम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औरंगजेब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#47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47. इतिहास: 1857 की क्रांति के समय अंतिम मुग़ल सम्राट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अकबर द्वितीय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बहादुर शाह जफर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शाह आलम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औरंगजेब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82 वर्षीय बहादुर शाह जफर को क्रांति का नेता चुना गया था।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#48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48. नागरिक शास्त्र: राज्यसभा के सदस्यों का कार्यकाल कितने वर्ष का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4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5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6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स्थायी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#48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48. नागरिक शास्त्र: राज्यसभा के सदस्यों का कार्यकाल कितने वर्ष का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4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5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6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स्थायी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राज्यसभा के सदस्यों का कार्यकाल 6 वर्ष होता है (1/3 सदस्य हर 2 साल में रिटायर होते हैं)।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#49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49. भूगोल: लाल ग्रह (Red Planet) के नाम से किस ग्रह को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बृहस्पति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#49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49. भूगोल: लाल ग्रह (Red Planet) के नाम से किस ग्रह को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बुध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शुक्र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मंगल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बृहस्पति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आयरन ऑक्साइड के कारण मंगल ग्रह लाल रंग का दिखाई देता है।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#50  [All India NMMS PYQ]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50. इतिहास: 'सत्यार्थ प्रकाश' ग्रंथ के लेखक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स्वामी विवेकानंद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स्वामी दयानंद सरस्वती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राजा राममोहन राय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ईश्वरचंद्र विद्यासागर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#50  [All India NMMS PYQ]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50. इतिहास: 'सत्यार्थ प्रकाश' ग्रंथ के लेखक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स्वामी विवेकानंद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स्वामी दयानंद सरस्वती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राजा राममोहन राय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ईश्वरचंद्र विद्यासागर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सत्यार्थ प्रकाश स्वामी दयानंद सरस्वती की प्रमुख पुस्तक है।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मॉक टेस्ट 08: सागर सर की 1-मिनट मेमोरी चाबी (क्विक फॉर्मूला)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इतिहास: गजनवी (1025), तराइन (1191/92), पानीपत (1526), 1857 (मेरठ), ब्रह्म समाज (1828), आर्य समाज (1875)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नागरिक शास्त्र: 2 वर्ष 11 माह 18 दिन, प्रारूप समिति (अंबेडकर), 6 मौलिक अधिकार, अनु. 32 (संविधान की आत्मा)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आर.टी.ई. (RTE) = अनु. 21A (86वां संशोधन 2002) | पंचायती राज = 73वां संशोधन 1992 (नागौर, 1959)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भूगोल: शुक्र (भोर का तारा/सबसे गर्म) | पृथ्वी घूर्णन = दिन-रात | परिक्रमण = ऋतुएं | 82½° पूर्व = IST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वायुमंडल: क्षोभमंडल = सभी मौसम घटनाएं | समतापमंडल = हवाई जहाज उड़ान + ओजोन परत | बैरोमीटर = वायुदाब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भारत का भूगोल: गंगा = 2525 किमी | सुंदरवन डेल्टा | काली (रेगुर) मिट्टी = कपास | काला सोना = पेट्रोलियम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DE68A"/>
                </a:solidFill>
                <a:latin typeface="Segoe UI"/>
              </a:defRPr>
            </a:pPr>
            <a:r>
              <a:t>📝 आज का अभ्यास कार्य (Homework):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1: मॉक टेस्ट 08 में आपने 50 में से कितने अंक प्राप्त किए, अपनी डायरी में नोट करें।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2: जो प्रश्न गलत हुए, उनके सही उत्तर अपनी फेयर कॉपी में 2 बार लिखें।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3: अगले मॉक टेस्ट के लिए इतिहास, भूगोल और नागरिक शास्त्र के शॉर्ट नोट्स दोहराएं।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मॉक टेस्ट 08 सम्पन्न! बधाई!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सागर कोचिंग सेंटर — आपकी सफलता, हमारा संकल्प!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इस टेस्ट की PDF डाउनलोड करें: sagarcoaching.tech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YouTube: NMMS King Sagar Sir  ★  App: Sagar Coaching Centre (Play Store)  ★  Website: https://sagarcoaching.tech  ★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