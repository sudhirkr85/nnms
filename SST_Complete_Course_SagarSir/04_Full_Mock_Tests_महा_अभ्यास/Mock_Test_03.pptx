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03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03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03: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संविधान सभा की प्रथम बैठक किस तिथि को आयोजित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9 दिसंबर 1946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दिसंबर 1946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संविधान सभा की प्रथम बैठक किस तिथि को आयोजित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9 दिसंबर 1946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11 दिसंबर 1946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9 दिसंबर 1946 को पहली बैठक हुई थी, जिसकी अध्यक्षता सबसे बुजुर्ग सदस्य डॉ. सच्चिदानंद सिन्हा ने की थी।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के स्थायी अध्यक्ष (Permanent President) के रूप में किन्हें निर्वाचित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बी.आर. अंबेडकर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बी.एन. राव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के स्थायी अध्यक्ष (Permanent President) के रूप में किन्हें निर्वाचित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बी.आर. अंबेडकर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बी.एन. राव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 दिसंबर 1946 को डॉ. राजेंद्र प्रसाद को संविधान सभा का स्थायी अध्यक्ष चुना गया था।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भारतीय संविधान को तैयार करने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वर्ष 1 माह 12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वर्ष 9 माह 15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वर्ष 11 माह 18 दिन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भारतीय संविधान को तैयार करने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 वर्ष 1 माह 12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 वर्ष 9 माह 15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वर्ष 11 माह 18 दिन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निर्माण में कुल 2 वर्ष, 11 माह और 18 दिन का समय लगा था।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'संविधान दिवस' (Constitution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'संविधान दिवस' (Constitution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26 नवंबर 1949 को संविधान अंगीकृत किया गया था, इसलिए हर वर्ष 26 नवंबर को 'संविधान दिवस' मनाते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भारतीय संविधान किस तिथि से पूरे देश में पूर्णतः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नवंबर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जनवरी 1948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भारतीय संविधान किस तिथि से पूरे देश में पूर्णतः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नवंबर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जनवरी 1948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26 जनवरी 1950 को संविधान लागू हुआ और भारत एक संप्रभु लोकतांत्रिक गणराज्य बना। इसी दिन गणतंत्र दिवस मनाते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42वें संविधान संशोधन (1976) द्वारा संविधान की प्रस्तावना में कौन सा शब्द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समाजवादी एवं पंथनिरपेक्ष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गणराज्य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स्वतंत्रता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बंधुत्व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42वें संविधान संशोधन (1976) द्वारा संविधान की प्रस्तावना में कौन सा शब्द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समाजवादी एवं पंथनिरपेक्ष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गणराज्य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स्वतंत्रता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बंधुत्व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42वें संशोधन द्वारा प्रस्तावना में 'समाजवादी', 'पंथनिरपेक्ष' और 'अखंडता' शब्द जोड़े गए।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मूल संविधान में कुल कितनी अनुसूचियां (Schedules)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8 अनुसूचियां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अनुसूचियां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 अनुसूचियां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 अनुसूचियां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मूल संविधान में कुल कितनी अनुसूचियां (Schedules)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8 अनुसूचियां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अनुसूचियां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12 अनुसूचियां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14 अनुसूचियां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संविधान में 8 अनुसूचियां थीं। वर्तमान में संशोधनों के बाद कुल 12 अनुसूचियां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संविधान में 'मौलिक अधिकार' (Fundamental Rights) किस देश के संविधान से लिए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ब्रिटेन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संयुक्त राज्य अमेरिका (USA)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रूस (USSR)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कनाडा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संविधान में 'मौलिक अधिकार' (Fundamental Rights) किस देश के संविधान से लिए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ब्रिटेन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संयुक्त राज्य अमेरिका (USA)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रूस (USSR)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कनाडा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मौलिक अधिकार अमेरिका के संविधान के बिल ऑफ राइट्स से प्रेरित होकर लिए गए हैं।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संविधान में 'राज्य के नीति-निर्देशक तत्व' (DPSP) किस देश के संविधान से ग्रहण किए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आयरलैंड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जर्मनी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ऑस्ट्रेलिया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दक्षिण अफ्रीका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संविधान में 'राज्य के नीति-निर्देशक तत्व' (DPSP) किस देश के संविधान से ग्रहण किए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आयरलैंड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जर्मनी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ऑस्ट्रेलिया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दक्षिण अफ्रीका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नीति-निर्देशक सिद्धांत आयरलैंड के संविधान से लिए गए हैं जो कल्याणकारी राज्य की स्थापना करते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में मतदान करने (वोट देने) की न्यूनतम आयु 21 वर्ष से घटाकर 18 वर्ष किस संशोधन द्वारा की गई?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61वां संशोधन (1989)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में मतदान करने (वोट देने) की न्यूनतम आयु 21 वर्ष से घटाकर 18 वर्ष किस संशोधन द्वारा की गई?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61वां संशोधन (1989)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61वें संविधान संशोधन अधिनियम 1989 द्वारा मताधिकार की आयु 21 से घटाकर 18 वर्ष की गई।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भारतीय संविधान का संरक्षक एवं अंतिम व्याख्याकार (Guardian of Constitution) किसे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संसद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सर्वोच्च न्यायालय (Supreme Court)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भारतीय संविधान का संरक्षक एवं अंतिम व्याख्याकार (Guardian of Constitution) किसे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संसद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सर्वोच्च न्यायालय (Supreme Court)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सर्वोच्च न्यायालय संविधान का अंतिम संरक्षक और रक्षक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संविधान सभा की प्रथम बैठक के अस्थायी अध्यक्ष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के.एम. मुंशी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संविधान सभा की प्रथम बैठक के अस्थायी अध्यक्ष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के.एम. मुंशी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9 दिसंबर 1946 को वरिष्ठता के आधार पर डॉ. सच्चिदानंद सिन्हा को अस्थायी अध्यक्ष बनाया गया था।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संविधान सभा में 'उद्देश्य प्रस्ताव' (Objective Resolution) किसके द्वारा प्रस्तुत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बी.आर.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सरदार पटेल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संविधान सभा में 'उद्देश्य प्रस्ताव' (Objective Resolution) किसके द्वारा प्रस्तुत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बी.आर.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सरदार पटेल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दिसंबर 1946 को पं. जवाहरलाल नेहरू ने उद्देश्य प्रस्ताव पेश किया, जो प्रस्तावना का आधार बना।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संघात्मक शासन व्यवस्था (Federal System) की सबसे अनिवार्य विशेषता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लिखित संविधान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केंद्र व राज्यों में शक्तियों का स्पष्ट बंटवारा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स्वतंत्र न्यायपालिका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सभी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संघात्मक शासन व्यवस्था (Federal System) की सबसे अनिवार्य विशेषता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लिखित संविधान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केंद्र व राज्यों में शक्तियों का स्पष्ट बंटवारा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स्वतंत्र न्यायपालिका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उपर्युक्त सभी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संघात्मक व्यवस्था में लिखित संविधान, शक्तियों का विभाजन और स्वतंत्र न्यायपालिका तीनों आवश्यक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डॉ. भीमराव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डॉ. भीमराव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अनुच्छेद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संवैधानिक उपचारों का अधिकार है, जो नागरिकों के मौलिक अधिकारों की रक्षा की गारंटी देता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संविधान के किस अनुच्छेद द्वारा अस्पृश्यता (छुआछूत) को पूर्णतः समाप्त कर दंडनीय अपराध बनाया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संविधान के किस अनुच्छेद द्वारा अस्पृश्यता (छुआछूत) को पूर्णतः समाप्त कर दंडनीय अपराध बनाया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17 अस्पृश्यता का उन्मूलन करता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6 से 14 वर्ष के बच्चों के लिए निशुल्क एवं अनिवार्य शिक्षा (RTE) किस अनुच्छेद के तहत मौलिक अधिकार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19(A)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21(A)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51(A)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6 से 14 वर्ष के बच्चों के लिए निशुल्क एवं अनिवार्य शिक्षा (RTE) किस अनुच्छेद के तहत मौलिक अधिकार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19(A)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21(A)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51(A)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संविधान संशोधन 2002 द्वारा अनुच्छेद 21(A) में शिक्षा को मौलिक अधिकार बनाया गया।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 में 'शिक्षा का अधिकार अधिनियम' (RTE Act) किस वर्ष और किस तिथि से पूर्णतः लागू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 अप्रैल 2009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 अप्रैल 2010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2010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2011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 में 'शिक्षा का अधिकार अधिनियम' (RTE Act) किस वर्ष और किस तिथि से पूर्णतः लागू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 अप्रैल 2009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 अप्रैल 2010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2010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2011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RTE Act 2009 में संसद से पास हुआ और 1 अप्रैल 2010 से संपूर्ण भारत में लागू हुआ।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वर्तमान में भारतीय नागरिकों को कुल कितने मौलिक अधिकार (Fundamental Rights)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मौलिक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 मौलिक अधिकार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मौलिक अधिकार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 मौलिक अधिकार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वर्तमान में भारतीय नागरिकों को कुल कितने मौलिक अधिकार (Fundamental Rights)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मौलिक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 मौलिक अधिकार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7 मौलिक अधिकार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 मौलिक अधिकार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वर्तमान में 6 मौलिक अधिकार हैं (44वें संशोधन 1978 द्वारा संपत्ति का अधिकार हटा दिया गया था)।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44वें संविधान संशोधन (1978) द्वारा किस अधिकार को मौलिक अधिकारों की सूची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समानता का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धार्मिक स्वतंत्रता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संपत्ति का अधिकार (Right to Property)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शिक्षा का अधिकार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44वें संविधान संशोधन (1978) द्वारा किस अधिकार को मौलिक अधिकारों की सूची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समानता का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धार्मिक स्वतंत्रता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संपत्ति का अधिकार (Right to Property)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शिक्षा का अधिकार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संपत्ति के अधिकार को हटाकर अब अनुच्छेद 300A के तहत विधिक/कानूनी अधिकार बना दिया गया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14 वर्ष से कम आयु के बच्चों को जोखिम भरे कारखानों या खदानों में काम करने से कौन सा अनुच्छेद रोकता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24 (बाल श्रम निषेध)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14 वर्ष से कम आयु के बच्चों को जोखिम भरे कारखानों या खदानों में काम करने से कौन सा अनुच्छेद रोकता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अनुच्छेद 24 (बाल श्रम निषेध)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24 बाल श्रम पर पूर्ण प्रतिबंध लगाता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भारतीय संविधान में वर्तमान में नागरिकों के कुल कितने मौलिक कर्तव्य (Fundamental Duties)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9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11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 कर्तव्य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भारतीय संविधान में वर्तमान में नागरिकों के कुल कितने मौलिक कर्तव्य (Fundamental Duties)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9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11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12 कर्तव्य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रूप से 10 कर्तव्य थे, 86वें संशोधन 2002 के बाद वर्तमान में 11 मौलिक कर्तव्य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मौलिक कर्तव्यों को किस समिति की सिफारिश पर और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स्वर्ण सिंह समिति (42वां संशोधन 1976)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बलवंत राय समिति (73वां)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वर्मा समिति (44वां)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प्रारूप समिति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मौलिक कर्तव्यों को किस समिति की सिफारिश पर और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स्वर्ण सिंह समिति (42वां संशोधन 1976)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बलवंत राय समिति (73वां)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वर्मा समिति (44वां)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प्रारूप समिति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स्वर्ण सिंह समिति की सिफारिश पर 42वें संशोधन द्वारा भाग 4(A) व अनुच्छेद 51(A) जोड़ा गया।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मौलिक अधिकार भारतीय संविधान के किस भाग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भाग 3 (अनुच्छेद 12-35)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 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मौलिक अधिकार भारतीय संविधान के किस भाग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भाग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भाग 3 (अनुच्छेद 12-35)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भाग 3 को भारत का मैग्नाकार्टा कहा जाता है जिसमें मौलिक अधिकार वर्णित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'कानून के समक्ष समानता एवं कानून का समान संरक्षण' किस अनुच्छेद में उल्लिखित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'कानून के समक्ष समानता एवं कानून का समान संरक्षण' किस अनुच्छेद में उल्लिखित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14 विधि के समक्ष सभी नागरिकों को समानता प्रदान करता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मौलिक अधिकारों के हनन होने पर नागरिक सीधे किस न्यायालय में अपील कर सकते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जिला न्यायालय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केवल उच्च न्यायालय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सर्वोच्च न्यायालय एवं उच्च न्यायालय दोनों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में से कोई नहीं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मौलिक अधिकारों के हनन होने पर नागरिक सीधे किस न्यायालय में अपील कर सकते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केवल जिला न्यायालय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केवल उच्च न्यायालय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सर्वोच्च न्यायालय एवं उच्च न्यायालय दोनों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उपर्युक्त में से कोई नहीं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के तहत सुप्रीम कोर्ट और अनुच्छेद 226 के तहत हाई कोर्ट जा सकते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भारतीय संविधान में राज्य के 'नीति निर्देशक तत्व' किस भाग और अनुच्छेदों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भाग 3 (12-35)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 4 (अनुच्छेद 36 से 51)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भाग 4A (51A)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 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भारतीय संविधान में राज्य के 'नीति निर्देशक तत्व' किस भाग और अनुच्छेदों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भाग 3 (12-35)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भाग 4 (अनुच्छेद 36 से 51)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भाग 4A (51A)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नीति निर्देशक तत्व भाग 4 में आयरलैंड से लिए गए हैं।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ग्राम पंचायतों के गठन और संगठन का निर्देश संविधान के किस अनुच्छेद में दिया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48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ग्राम पंचायतों के गठन और संगठन का निर्देश संविधान के किस अनुच्छेद में दिया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गांधीवादी सिद्धांत के तहत अनुच्छेद 40 में ग्राम पंचायतों के गठन का निर्देश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संविधान में 11वां मौलिक कर्तव्य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86वां संविधान संशोधन (2002)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91वां संशोधन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संविधान में 11वां मौलिक कर्तव्य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86वां संविधान संशोधन (2002)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91वां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संशोधन द्वारा 6-14 वर्ष के बच्चों को शिक्षा दिलाने का अभिभावकों का कर्तव्य जोड़ा गया।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भारतीय संसद के कौन-कौन से तीन प्रमुख अभिन्न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भारतीय संसद के कौन-कौन से तीन प्रमुख अभिन्न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अनुच्छेद 79 के अनुसार संसद राष्ट्रपति, लोकसभा और राज्यसभा से मिलकर बनती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लोकसभा का सदस्य (सांसद)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35 वर्ष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लोकसभा का सदस्य (सांसद)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विधानसभा के लिए न्यूनतम आयु 25 वर्ष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राज्यसभा के सदस्यों का कार्यकाल कितने वर्ष का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स्थायी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राज्यसभा के सदस्यों का कार्यकाल कितने वर्ष का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स्थायी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एक स्थायी सदन है, जिसके सदस्यों का कार्यकाल 6 वर्ष होता है और 1/3 सदस्य हर 2 साल में रिटायर होते हैं।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राज्यसभा का पदेन सभापति (Ex-officio Chairman) निम्नलिखित में से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भारत का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प्रधानमंत्री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लोकसभा अध्यक्ष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राज्यसभा का पदेन सभापति (Ex-officio Chairman) निम्नलिखित में से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भारत का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प्रधानमंत्री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लोकसभा अध्यक्ष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64 के तहत भारत के उपराष्ट्रपति राज्यसभा के पदेन सभापति होते हैं।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भारत का राष्ट्रपति बनने के लिए संविधान में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40 वर्ष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भारत का राष्ट्रपति बनने के लिए संविधान में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58 के अनुसार राष्ट्रपति पद हेतु न्यूनतम आयु 35 वर्ष होनी चाहिए।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सर्वोच्च न्यायालय (Supreme Court) के मुख्य न्यायाधीश की सेवानिवृत्ति आयु क्या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70 वर्ष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सर्वोच्च न्यायालय (Supreme Court) के मुख्य न्यायाधीश की सेवानिवृत्ति आयु क्या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सुप्रीम कोर्ट के न्यायाधीश 65 वर्ष की आयु में सेवानिवृत्त होते हैं।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उच्च न्यायालय (High Court) के न्यायाधीश किस आयु में सेवानिवृत्त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68 वर्ष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उच्च न्यायालय (High Court) के न्यायाधीश किस आयु में सेवानिवृत्त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68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हाई कोर्ट के जज 62 वर्ष में रिटायर होते हैं।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संसद का कौन सा सदन कभी भंग नहीं होता और स्थायी सदन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लोकसभा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विधानसभा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संसद की संयुक्त बैठक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संसद का कौन सा सदन कभी भंग नहीं होता और स्थायी सदन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लोकसभा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विधानसभा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संसद की संयुक्त बैठक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एक स्थायी सदन है जिसे कभी भंग नहीं किया जा सकता।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भारत के राष्ट्रपति राज्यसभा में विभिन्न क्षेत्रों से कुल कितने सदस्यों को मनोनीत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सदस्य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सदस्य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 सदस्य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 सदस्य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भारत के राष्ट्रपति राज्यसभा में विभिन्न क्षेत्रों से कुल कितने सदस्यों को मनोनीत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 सदस्य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सदस्य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12 सदस्य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14 सदस्य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साहित्य, कला, विज्ञान और समाजसेवा से 12 सदस्य राष्ट्रपति द्वारा मनोनीत किए जाते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भारत की तीनों सेनाओं (जल, थल, नभ) का सर्वोच्च सेनापति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रक्षा 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चीफ ऑफ डिफेंस स्टाफ (CDS)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का राष्ट्रपति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भारत की तीनों सेनाओं (जल, थल, नभ) का सर्वोच्च सेनापति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रक्षा 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चीफ ऑफ डिफेंस स्टाफ (CDS)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का राष्ट्रपति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अनुसार राष्ट्रपति तीनों सेनाओं के सुप्रीम कमांडर होते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लोकसभा के प्रथम अध्यक्ष (Speaker)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जी.वी. मावलंकर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हुकुम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सोमनाथ चटर्जी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लोकसभा के प्रथम अध्यक्ष (Speaker)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जी.वी. मावलंकर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हुकुम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सोमनाथ चटर्जी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गणेश वासुदेव मावलंकर (G.V. Mavalankar) पहली लोकसभा के अध्यक्ष थे।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किसी संज्ञेय अपराध की सूचना मिलने पर पुलिस द्वारा सबसे पहले क्या दर्ज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चार्जशीट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FIR (First Information Report)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वारंट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किसी संज्ञेय अपराध की सूचना मिलने पर पुलिस द्वारा सबसे पहले क्या दर्ज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चार्जशीट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FIR (First Information Report)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समन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वारंट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First Information Report (प्रथम सूचना रिपोर्ट) पुलिस में सबसे पहले दर्ज होती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राज्य में संवैधानिक तंत्र विफल होने पर राष्ट्रपति शासन किस अनुच्छेद के तहत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356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368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राज्य में संवैधानिक तंत्र विफल होने पर राष्ट्रपति शासन किस अनुच्छेद के तहत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356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368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356 के तहत राज्यों में राष्ट्रपति शासन लागू किया जाता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स्वतंत्र भारत के सर्वोच्च न्यायालय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एच.जे. कानिया (हीरालाल जे. कानिया)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डी.वाई. चंद्रचूड़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मेहर चंद महाजन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स्वतंत्र भारत के सर्वोच्च न्यायालय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एच.जे. कानिया (हीरालाल जे. कानिया)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डी.वाई. चंद्रचूड़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मेहर चंद महाजन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हीरालाल जे. कानिया भारत के पहले मुख्य न्यायाधीश थे।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भारतीय लोकतंत्र में 'कानून का शासन' (Rule of Law) का वास्तविक अर्थ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शासक का कानून सर्वोपरि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सभी नागरिक कानून की नज़र में समान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पुलिस ही कानून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लोगों को विशेष छूट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भारतीय लोकतंत्र में 'कानून का शासन' (Rule of Law) का वास्तविक अर्थ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शासक का कानून सर्वोपरि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सभी नागरिक कानून की नज़र में समान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पुलिस ही कानून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लोगों को विशेष छूट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कानून के शासन का अर्थ है कि कानून सर्वोच्च है और सभी नागरिक उसके समक्ष समान हैं।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में पहली बार 2 अक्टूबर 1959 को पंचायती राज व्यवस्था किस राज्य में शुरू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बिहार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मध्य प्रदेश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में पहली बार 2 अक्टूबर 1959 को पंचायती राज व्यवस्था किस राज्य में शुरू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बिहार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उत्तर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मध्य प्रदेश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पं. जवाहरलाल नेहरू ने 2 अक्टूबर 1959 को राजस्थान के नागौर जिले में पहली बार पंचायती राज का उद्घाटन किया था।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पंचायती राज संस्थाओं को किस संविधान संशोधन द्वारा संवैधानिक दर्जा दिया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पंचायती राज संस्थाओं को किस संविधान संशोधन द्वारा संवैधानिक दर्जा दिया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73वें संशोधन 1992 द्वारा संविधान में भाग 9 और 11वीं अनुसूची जोड़ी गई।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ग्राम पंचायत का चुनाव लड़ने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ग्राम पंचायत का चुनाव लड़ने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मतदान की आयु 18 वर्ष है, लेकिन पंचायत चुनाव लड़ने की न्यूनतम आयु 21 वर्ष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में प्रत्येक वर्ष 'राष्ट्रीय पंचायती राज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24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24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में प्रत्येक वर्ष 'राष्ट्रीय पंचायती राज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24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24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24 अप्रैल 1993 को 73वां संविधान संशोधन लागू हुआ था, इसलिए 24 अप्रैल को पंचायती राज दिवस मनाते हैं।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त्रिस्तरीय पंचायती राज व्यवस्था की सिफारिश किस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स्वर्ण सिंह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अशोक मेहता समिति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वर्मा समिति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त्रिस्तरीय पंचायती राज व्यवस्था की सिफारिश किस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स्वर्ण सिंह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अशोक मेहता समिति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वर्मा समिति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बलवंत राय मेहता समिति ने ग्राम, ब्लॉक और जिला स्तर पर त्रिस्तरीय ढांचे की सिफारिश की थी।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नगर निगम (Municipal Corporation) के सर्वोच्च प्रशासनिक प्रमुख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सरपंच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प्रधान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महापौर (Mayor)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पार्षद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नगर निगम (Municipal Corporation) के सर्वोच्च प्रशासनिक प्रमुख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सरपंच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प्रधान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महापौर (Mayor)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पार्षद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नगर निगम के प्रमुख को महापौर (Mayor) कहा जाता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03: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03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03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