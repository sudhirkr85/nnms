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Full Mock Test 03 • सम्पूर्ण सामाजिक विज्ञान (50 प्रश्न)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ऑल इंडिया NMMS संपूर्ण सामाजिक विज्ञान: फुल मॉक टेस्ट 03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इतिहास, नागरिक शास्त्र एवं भूगोल का 50-प्रश्नों का संपूर्ण अभ्यास (All India Pattern)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इतिहास के 20 अति-महत्वपूर्ण प्रश्न  ★  नागरिक शास्त्र एवं संविधान के 15 प्रश्न  ★  भूगोल एवं पर्यावरण के 15 प्रश्न  ★  2-स्लाइड इंटरैक्टिव पैटर्न (Answer Hidden Mode)  ★  ऑल इंडिया NMMS 35 में 35 अंक की 100% तैयारी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मॉक टेस्ट 03: परीक्षा में 35/35 अंक लाने के 4 अचूक नियम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1: प्रश्न को पूरा और ध्यान से पढ़ें — कई बार प्रश्न में 'नहीं है' या 'सत्य नहीं है' छिपा होता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2: ऑप्शन्स का एलिमिनेशन (Elimination Method) — जो विकल्प निश्चित गलत हैं, उन्हें पहले मन में काटें।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3: समय प्रबंधन (Time Management) — SST के 35 प्रश्नों को हल करने में 25-30 मिनट से अधिक समय न लगाएं।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4: OMR शीट सावधानी से भरें — NMMS परीक्षा में कोई निगेटिव मार्किंग (Negative Marking) नहीं है, इसलिए सभी 35 प्रश्न हल करें!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5: सागर सर का मंत्र — नियमित अभ्यास, पिछले वर्षों के प्रश्न (PYQs) और आत्मविश्वास ही सफलता की चाबी है।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संविधान सभा की प्रथम बैठक किस तिथि को आयोजित की गई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9 दिसंबर 1946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11 दिसंबर 1946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15 अगस्त 1947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26 जनवरी 1950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संविधान सभा की प्रथम बैठक किस तिथि को आयोजित की गई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9 दिसंबर 1946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11 दिसंबर 1946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15 अगस्त 1947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26 जनवरी 1950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9 दिसंबर 1946 को पहली बैठक हुई थी, जिसकी अध्यक्षता सबसे बुजुर्ग सदस्य डॉ. सच्चिदानंद सिन्हा ने की थी।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[Rajasthan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संविधान सभा के स्थायी अध्यक्ष (Permanent President) के रूप में किन्हें निर्वाचित किया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डॉ. सच्चिदानंद सिन्हा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डॉ. राजेंद्र प्रसाद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डॉ. बी.आर. अंबेडकर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बी.एन. राव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[Rajasthan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संविधान सभा के स्थायी अध्यक्ष (Permanent President) के रूप में किन्हें निर्वाचित किया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डॉ. सच्चिदानंद सिन्हा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डॉ. राजेंद्र प्रसाद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डॉ. बी.आर. अंबेडकर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बी.एन. राव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11 दिसंबर 1946 को डॉ. राजेंद्र प्रसाद को संविधान सभा का स्थायी अध्यक्ष चुना गया था।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[MP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भारतीय संविधान को तैयार करने में कुल कितना समय लगा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2 वर्ष 11 माह 18 दिन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3 वर्ष 1 माह 12 दिन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2 वर्ष 9 माह 15 दिन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 वर्ष 11 माह 18 दिन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[MP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भारतीय संविधान को तैयार करने में कुल कितना समय लगा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2 वर्ष 11 माह 18 दिन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3 वर्ष 1 माह 12 दिन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2 वर्ष 9 माह 15 दिन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 वर्ष 11 माह 18 दिन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संविधान निर्माण में कुल 2 वर्ष, 11 माह और 18 दिन का समय लगा था।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[Haryana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भारत में प्रत्येक वर्ष 'संविधान दिवस' (Constitution Day) किस तिथि को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15 अगस्त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26 जनवरी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26 नवंबर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2 अक्टूबर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[Haryana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भारत में प्रत्येक वर्ष 'संविधान दिवस' (Constitution Day) किस तिथि को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15 अगस्त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26 जनवरी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26 नवंबर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2 अक्टूबर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26 नवंबर 1949 को संविधान अंगीकृत किया गया था, इसलिए हर वर्ष 26 नवंबर को 'संविधान दिवस' मनाते हैं।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[Bihar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भारतीय संविधान किस तिथि से पूरे देश में पूर्णतः लागू किया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15 अगस्त 1947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26 नवंबर 1949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26 जनवरी 1950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30 जनवरी 1948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[Bihar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भारतीय संविधान किस तिथि से पूरे देश में पूर्णतः लागू किया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15 अगस्त 1947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26 नवंबर 1949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26 जनवरी 1950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30 जनवरी 1948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26 जनवरी 1950 को संविधान लागू हुआ और भारत एक संप्रभु लोकतांत्रिक गणराज्य बना। इसी दिन गणतंत्र दिवस मनाते हैं।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42वें संविधान संशोधन (1976) द्वारा संविधान की प्रस्तावना में कौन सा शब्द जोड़ा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समाजवादी एवं पंथनिरपेक्ष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गणराज्य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स्वतंत्रता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बंधुत्व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42वें संविधान संशोधन (1976) द्वारा संविधान की प्रस्तावना में कौन सा शब्द जोड़ा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समाजवादी एवं पंथनिरपेक्ष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गणराज्य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स्वतंत्रता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बंधुत्व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42वें संशोधन द्वारा प्रस्तावना में 'समाजवादी', 'पंथनिरपेक्ष' और 'अखंडता' शब्द जोड़े गए।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[Rajasthan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मूल संविधान में कुल कितनी अनुसूचियां (Schedules) थीं?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8 अनुसूचियां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10 अनुसूचियां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12 अनुसूचियां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14 अनुसूचियां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[Rajasthan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मूल संविधान में कुल कितनी अनुसूचियां (Schedules) थीं?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8 अनुसूचियां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10 अनुसूचियां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12 अनुसूचियां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14 अनुसूचियां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मूल संविधान में 8 अनुसूचियां थीं। वर्तमान में संशोधनों के बाद कुल 12 अनुसूचियां हैं।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भारतीय संविधान में 'मौलिक अधिकार' (Fundamental Rights) किस देश के संविधान से लिए गए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ब्रिटेन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संयुक्त राज्य अमेरिका (USA)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रूस (USSR)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कनाडा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भारतीय संविधान में 'मौलिक अधिकार' (Fundamental Rights) किस देश के संविधान से लिए गए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ब्रिटेन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संयुक्त राज्य अमेरिका (USA)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रूस (USSR)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कनाडा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मौलिक अधिकार अमेरिका के संविधान के बिल ऑफ राइट्स से प्रेरित होकर लिए गए हैं।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[Bihar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संविधान में 'राज्य के नीति-निर्देशक तत्व' (DPSP) किस देश के संविधान से ग्रहण किए गए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आयरलैंड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जर्मनी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ऑस्ट्रेलिया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दक्षिण अफ्रीका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[Bihar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संविधान में 'राज्य के नीति-निर्देशक तत्व' (DPSP) किस देश के संविधान से ग्रहण किए गए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आयरलैंड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जर्मनी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ऑस्ट्रेलिया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दक्षिण अफ्रीका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नीति-निर्देशक सिद्धांत आयरलैंड के संविधान से लिए गए हैं जो कल्याणकारी राज्य की स्थापना करते हैं।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[UP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भारत में मतदान करने (वोट देने) की न्यूनतम आयु 21 वर्ष से घटाकर 18 वर्ष किस संशोधन द्वारा की गई?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42वां संशोधन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44वां संशोधन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61वां संशोधन (1989)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86वां संशोधन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[UP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भारत में मतदान करने (वोट देने) की न्यूनतम आयु 21 वर्ष से घटाकर 18 वर्ष किस संशोधन द्वारा की गई?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42वां संशोधन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44वां संशोधन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61वां संशोधन (1989)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86वां संशोधन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61वें संविधान संशोधन अधिनियम 1989 द्वारा मताधिकार की आयु 21 से घटाकर 18 वर्ष की गई।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[MP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भारतीय संविधान का संरक्षक एवं अंतिम व्याख्याकार (Guardian of Constitution) किसे माना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भारत का राष्ट्रपति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संसद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सर्वोच्च न्यायालय (Supreme Court)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प्रधानमंत्री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[MP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भारतीय संविधान का संरक्षक एवं अंतिम व्याख्याकार (Guardian of Constitution) किसे माना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भारत का राष्ट्रपति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संसद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सर्वोच्च न्यायालय (Supreme Court)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प्रधानमंत्री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सर्वोच्च न्यायालय संविधान का अंतिम संरक्षक और रक्षक है।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[Haryana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संविधान सभा की प्रथम बैठक के अस्थायी अध्यक्ष कौन बने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डॉ. सच्चिदानंद सिन्हा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डॉ. राजेंद्र प्रसाद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के.एम. मुंशी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जवाहरलाल नेहरू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[Haryana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संविधान सभा की प्रथम बैठक के अस्थायी अध्यक्ष कौन बने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डॉ. सच्चिदानंद सिन्हा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डॉ. राजेंद्र प्रसाद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के.एम. मुंशी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जवाहरलाल नेहरू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9 दिसंबर 1946 को वरिष्ठता के आधार पर डॉ. सच्चिदानंद सिन्हा को अस्थायी अध्यक्ष बनाया गया था।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[Bihar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संविधान सभा में 'उद्देश्य प्रस्ताव' (Objective Resolution) किसके द्वारा प्रस्तुत किया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डॉ. बी.आर. अंबेडकर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पं. जवाहरलाल नेहरू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सरदार पटेल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महात्मा गांधी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[Bihar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संविधान सभा में 'उद्देश्य प्रस्ताव' (Objective Resolution) किसके द्वारा प्रस्तुत किया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डॉ. बी.आर. अंबेडकर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पं. जवाहरलाल नेहरू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सरदार पटेल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महात्मा गांधी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13 दिसंबर 1946 को पं. जवाहरलाल नेहरू ने उद्देश्य प्रस्ताव पेश किया, जो प्रस्तावना का आधार बना।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[All India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संघात्मक शासन व्यवस्था (Federal System) की सबसे अनिवार्य विशेषता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लिखित संविधान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केंद्र व राज्यों में शक्तियों का स्पष्ट बंटवारा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स्वतंत्र न्यायपालिका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उपर्युक्त सभी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[All India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संघात्मक शासन व्यवस्था (Federal System) की सबसे अनिवार्य विशेषता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लिखित संविधान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केंद्र व राज्यों में शक्तियों का स्पष्ट बंटवारा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स्वतंत्र न्यायपालिका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(D)  उपर्युक्त सभी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(D)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संघात्मक व्यवस्था में लिखित संविधान, शक्तियों का विभाजन और स्वतंत्र न्यायपालिका तीनों आवश्यक हैं।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डॉ. भीमराव अंबेडकर ने किस अनुच्छेद को 'संविधान का हृदय और आत्मा' कहा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अनुच्छेद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अनुच्छेद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अनुच्छेद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अनुच्छेद 32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डॉ. भीमराव अंबेडकर ने किस अनुच्छेद को 'संविधान का हृदय और आत्मा' कहा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अनुच्छेद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अनुच्छेद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अनुच्छेद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(D)  अनुच्छेद 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(D)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अनुच्छेद 32 संवैधानिक उपचारों का अधिकार है, जो नागरिकों के मौलिक अधिकारों की रक्षा की गारंटी देता है।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#16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16. संविधान के किस अनुच्छेद द्वारा अस्पृश्यता (छुआछूत) को पूर्णतः समाप्त कर दंडनीय अपराध बनाया गया?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अनुच्छेद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अनुच्छेद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अनुच्छेद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अनुच्छेद 21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#16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16. संविधान के किस अनुच्छेद द्वारा अस्पृश्यता (छुआछूत) को पूर्णतः समाप्त कर दंडनीय अपराध बनाया गया?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अनुच्छेद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अनुच्छेद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अनुच्छेद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अनुच्छेद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अनुच्छेद 17 अस्पृश्यता का उन्मूलन करता है।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#17  [Rajasthan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17. 6 से 14 वर्ष के बच्चों के लिए निशुल्क एवं अनिवार्य शिक्षा (RTE) किस अनुच्छेद के तहत मौलिक अधिकार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अनुच्छेद 19(A)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अनुच्छेद 21(A)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अनुच्छेद 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अनुच्छेद 51(A)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#17  [Rajasthan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17. 6 से 14 वर्ष के बच्चों के लिए निशुल्क एवं अनिवार्य शिक्षा (RTE) किस अनुच्छेद के तहत मौलिक अधिकार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अनुच्छेद 19(A)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अनुच्छेद 21(A)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अनुच्छेद 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अनुच्छेद 51(A)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86वें संविधान संशोधन 2002 द्वारा अनुच्छेद 21(A) में शिक्षा को मौलिक अधिकार बनाया गया।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#18  [MP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18. भारत में 'शिक्षा का अधिकार अधिनियम' (RTE Act) किस वर्ष और किस तिथि से पूर्णतः लागू हुआ?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 अप्रैल 2009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 अप्रैल 2010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15 अगस्त 2010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26 जनवरी 2011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#18  [MP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18. भारत में 'शिक्षा का अधिकार अधिनियम' (RTE Act) किस वर्ष और किस तिथि से पूर्णतः लागू हुआ?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1 अप्रैल 2009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1 अप्रैल 2010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15 अगस्त 2010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26 जनवरी 2011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RTE Act 2009 में संसद से पास हुआ और 1 अप्रैल 2010 से संपूर्ण भारत में लागू हुआ।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#19  [Bihar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19. वर्तमान में भारतीय नागरिकों को कुल कितने मौलिक अधिकार (Fundamental Rights) प्राप्त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5 मौलिक अधिकार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6 मौलिक अधिकार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7 मौलिक अधिकार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8 मौलिक अधिकार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#19  [Bihar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19. वर्तमान में भारतीय नागरिकों को कुल कितने मौलिक अधिकार (Fundamental Rights) प्राप्त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5 मौलिक अधिकार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6 मौलिक अधिकार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7 मौलिक अधिकार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8 मौलिक अधिकार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वर्तमान में 6 मौलिक अधिकार हैं (44वें संशोधन 1978 द्वारा संपत्ति का अधिकार हटा दिया गया था)।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#20  [Haryana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20. 44वें संविधान संशोधन (1978) द्वारा किस अधिकार को मौलिक अधिकारों की सूची से हटाया गया?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समानता का अधिकार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धार्मिक स्वतंत्रता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संपत्ति का अधिकार (Right to Property)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शिक्षा का अधिकार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#20  [Haryana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20. 44वें संविधान संशोधन (1978) द्वारा किस अधिकार को मौलिक अधिकारों की सूची से हटाया गया?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समानता का अधिकार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धार्मिक स्वतंत्रता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संपत्ति का अधिकार (Right to Property)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शिक्षा का अधिकार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संपत्ति के अधिकार को हटाकर अब अनुच्छेद 300A के तहत विधिक/कानूनी अधिकार बना दिया गया है।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#21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21. 14 वर्ष से कम आयु के बच्चों को जोखिम भरे कारखानों या खदानों में काम करने से कौन सा अनुच्छेद रोकता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अनुच्छेद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अनुच्छेद 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अनुच्छेद 24 (बाल श्रम निषेध)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अनुच्छेद 29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#21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21. 14 वर्ष से कम आयु के बच्चों को जोखिम भरे कारखानों या खदानों में काम करने से कौन सा अनुच्छेद रोकता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अनुच्छेद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अनुच्छेद 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अनुच्छेद 24 (बाल श्रम निषेध)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अनुच्छेद 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अनुच्छेद 24 बाल श्रम पर पूर्ण प्रतिबंध लगाता है।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#22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22. भारतीय संविधान में वर्तमान में नागरिकों के कुल कितने मौलिक कर्तव्य (Fundamental Duties)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9 कर्तव्य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10 कर्तव्य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11 कर्तव्य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12 कर्तव्य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#22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22. भारतीय संविधान में वर्तमान में नागरिकों के कुल कितने मौलिक कर्तव्य (Fundamental Duties)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9 कर्तव्य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10 कर्तव्य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11 कर्तव्य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12 कर्तव्य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मूल रूप से 10 कर्तव्य थे, 86वें संशोधन 2002 के बाद वर्तमान में 11 मौलिक कर्तव्य हैं।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#23  [Bihar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23. मौलिक कर्तव्यों को किस समिति की सिफारिश पर और किस संविधान संशोधन द्वारा जोड़ा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स्वर्ण सिंह समिति (42वां संशोधन 1976)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बलवंत राय समिति (73वां)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वर्मा समिति (44वां)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प्रारूप समिति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#23  [Bihar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23. मौलिक कर्तव्यों को किस समिति की सिफारिश पर और किस संविधान संशोधन द्वारा जोड़ा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स्वर्ण सिंह समिति (42वां संशोधन 1976)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बलवंत राय समिति (73वां)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वर्मा समिति (44वां)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प्रारूप समिति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सरदार स्वर्ण सिंह समिति की सिफारिश पर 42वें संशोधन द्वारा भाग 4(A) व अनुच्छेद 51(A) जोड़ा गया।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#24  [Rajasthan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24. मौलिक अधिकार भारतीय संविधान के किस भाग में वर्णित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भाग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भाग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भाग 3 (अनुच्छेद 12-35)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भाग 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#24  [Rajasthan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24. मौलिक अधिकार भारतीय संविधान के किस भाग में वर्णित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भाग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भाग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भाग 3 (अनुच्छेद 12-35)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भाग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भाग 3 को भारत का मैग्नाकार्टा कहा जाता है जिसमें मौलिक अधिकार वर्णित हैं।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#25  [UP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25. 'कानून के समक्ष समानता एवं कानून का समान संरक्षण' किस अनुच्छेद में उल्लिखित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अनुच्छेद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अनुच्छेद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अनुच्छेद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अनुच्छेद 20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#25  [UP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25. 'कानून के समक्ष समानता एवं कानून का समान संरक्षण' किस अनुच्छेद में उल्लिखित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अनुच्छेद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अनुच्छेद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अनुच्छेद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अनुच्छेद 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अनुच्छेद 14 विधि के समक्ष सभी नागरिकों को समानता प्रदान करता है।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#26  [MP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26. मौलिक अधिकारों के हनन होने पर नागरिक सीधे किस न्यायालय में अपील कर सकते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केवल जिला न्यायालय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केवल उच्च न्यायालय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सर्वोच्च न्यायालय एवं उच्च न्यायालय दोनों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उपर्युक्त में से कोई नहीं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#26  [MP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26. मौलिक अधिकारों के हनन होने पर नागरिक सीधे किस न्यायालय में अपील कर सकते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केवल जिला न्यायालय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केवल उच्च न्यायालय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सर्वोच्च न्यायालय एवं उच्च न्यायालय दोनों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उपर्युक्त में से कोई नहीं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अनुच्छेद 32 के तहत सुप्रीम कोर्ट और अनुच्छेद 226 के तहत हाई कोर्ट जा सकते हैं।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#27  [Haryana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27. भारतीय संविधान में राज्य के 'नीति निर्देशक तत्व' किस भाग और अनुच्छेदों में वर्णित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भाग 3 (12-35)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भाग 4 (अनुच्छेद 36 से 51)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भाग 4A (51A)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भाग 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#27  [Haryana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27. भारतीय संविधान में राज्य के 'नीति निर्देशक तत्व' किस भाग और अनुच्छेदों में वर्णित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भाग 3 (12-35)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भाग 4 (अनुच्छेद 36 से 51)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भाग 4A (51A)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भाग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नीति निर्देशक तत्व भाग 4 में आयरलैंड से लिए गए हैं।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#28  [Bihar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28. ग्राम पंचायतों के गठन और संगठन का निर्देश संविधान के किस अनुच्छेद में दिया गया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अनुच्छेद 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अनुच्छेद 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अनुच्छेद 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अनुच्छेद 48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#28  [Bihar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28. ग्राम पंचायतों के गठन और संगठन का निर्देश संविधान के किस अनुच्छेद में दिया गया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अनुच्छेद 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अनुच्छेद 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अनुच्छेद 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अनुच्छेद 48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गांधीवादी सिद्धांत के तहत अनुच्छेद 40 में ग्राम पंचायतों के गठन का निर्देश है।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#29  [All India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29. संविधान में 11वां मौलिक कर्तव्य किस संविधान संशोधन द्वारा जोड़ा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42वां संशोधन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44वां संशोधन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86वां संविधान संशोधन (2002)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91वां संशोधन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#29  [All India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29. संविधान में 11वां मौलिक कर्तव्य किस संविधान संशोधन द्वारा जोड़ा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42वां संशोधन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44वां संशोधन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86वां संविधान संशोधन (2002)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91वां संशोधन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86वें संशोधन द्वारा 6-14 वर्ष के बच्चों को शिक्षा दिलाने का अभिभावकों का कर्तव्य जोड़ा गया।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#30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30. भारतीय संसद के कौन-कौन से तीन प्रमुख अभिन्न अंग होते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केवल लोकसभा और राज्यसभा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राष्ट्रपति, लोकसभा और राज्यसभा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प्रधानमंत्री और संसद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सुप्रीम कोर्ट और संसद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#30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30. भारतीय संसद के कौन-कौन से तीन प्रमुख अभिन्न अंग होते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केवल लोकसभा और राज्यसभा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राष्ट्रपति, लोकसभा और राज्यसभा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प्रधानमंत्री और संसद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सुप्रीम कोर्ट और संसद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संविधान के अनुच्छेद 79 के अनुसार संसद राष्ट्रपति, लोकसभा और राज्यसभा से मिलकर बनती है।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#31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31. लोकसभा का सदस्य (सांसद) बनने के लिए उम्मीदवार की न्यूनतम आयु क्या होनी चाहिए?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21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25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30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35 वर्ष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#31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31. लोकसभा का सदस्य (सांसद) बनने के लिए उम्मीदवार की न्यूनतम आयु क्या होनी चाहिए?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21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25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30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35 वर्ष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लोकसभा और विधानसभा के लिए न्यूनतम आयु 25 वर्ष है।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#32  [Rajasthan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32. राज्यसभा के सदस्यों का कार्यकाल कितने वर्ष का निर्धारित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4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5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6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स्थायी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#32  [Rajasthan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32. राज्यसभा के सदस्यों का कार्यकाल कितने वर्ष का निर्धारित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4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5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6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स्थायी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राज्यसभा एक स्थायी सदन है, जिसके सदस्यों का कार्यकाल 6 वर्ष होता है और 1/3 सदस्य हर 2 साल में रिटायर होते हैं।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#33  [MP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33. राज्यसभा का पदेन सभापति (Ex-officio Chairman) निम्नलिखित में से कौन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भारत का राष्ट्रपति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भारत का उपराष्ट्रपति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प्रधानमंत्री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लोकसभा अध्यक्ष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#33  [MP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33. राज्यसभा का पदेन सभापति (Ex-officio Chairman) निम्नलिखित में से कौन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भारत का राष्ट्रपति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भारत का उपराष्ट्रपति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प्रधानमंत्री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लोकसभा अध्यक्ष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अनुच्छेद 64 के तहत भारत के उपराष्ट्रपति राज्यसभा के पदेन सभापति होते हैं।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#34  [Haryana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34. भारत का राष्ट्रपति बनने के लिए संविधान में न्यूनतम आयु सीमा क्या निर्धारित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25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30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35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40 वर्ष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#34  [Haryana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34. भारत का राष्ट्रपति बनने के लिए संविधान में न्यूनतम आयु सीमा क्या निर्धारित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25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30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35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40 वर्ष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अनुच्छेद 58 के अनुसार राष्ट्रपति पद हेतु न्यूनतम आयु 35 वर्ष होनी चाहिए।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#35  [Bihar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35. सर्वोच्च न्यायालय (Supreme Court) के मुख्य न्यायाधीश की सेवानिवृत्ति आयु क्या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60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62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65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70 वर्ष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#35  [Bihar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35. सर्वोच्च न्यायालय (Supreme Court) के मुख्य न्यायाधीश की सेवानिवृत्ति आयु क्या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60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62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65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70 वर्ष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सुप्रीम कोर्ट के न्यायाधीश 65 वर्ष की आयु में सेवानिवृत्त होते हैं।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#36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36. उच्च न्यायालय (High Court) के न्यायाधीश किस आयु में सेवानिवृत्त होते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60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62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65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68 वर्ष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#36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36. उच्च न्यायालय (High Court) के न्यायाधीश किस आयु में सेवानिवृत्त होते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60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62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65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68 वर्ष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हाई कोर्ट के जज 62 वर्ष में रिटायर होते हैं।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#37  [Rajasthan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37. संसद का कौन सा सदन कभी भंग नहीं होता और स्थायी सदन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लोकसभा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राज्यसभा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विधानसभा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संसद की संयुक्त बैठक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#37  [Rajasthan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37. संसद का कौन सा सदन कभी भंग नहीं होता और स्थायी सदन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लोकसभा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राज्यसभा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विधानसभा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संसद की संयुक्त बैठक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राज्यसभा एक स्थायी सदन है जिसे कभी भंग नहीं किया जा सकता।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#38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38. भारत के राष्ट्रपति राज्यसभा में विभिन्न क्षेत्रों से कुल कितने सदस्यों को मनोनीत करते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2 सदस्य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10 सदस्य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12 सदस्य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14 सदस्य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#38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38. भारत के राष्ट्रपति राज्यसभा में विभिन्न क्षेत्रों से कुल कितने सदस्यों को मनोनीत करते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2 सदस्य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10 सदस्य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12 सदस्य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14 सदस्य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साहित्य, कला, विज्ञान और समाजसेवा से 12 सदस्य राष्ट्रपति द्वारा मनोनीत किए जाते हैं।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#39  [MP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39. भारत की तीनों सेनाओं (जल, थल, नभ) का सर्वोच्च सेनापति कौन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रक्षा मंत्री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चीफ ऑफ डिफेंस स्टाफ (CDS)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भारत का राष्ट्रपति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प्रधानमंत्री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#39  [MP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39. भारत की तीनों सेनाओं (जल, थल, नभ) का सर्वोच्च सेनापति कौन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रक्षा मंत्री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चीफ ऑफ डिफेंस स्टाफ (CDS)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भारत का राष्ट्रपति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प्रधानमंत्री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संविधान के अनुसार राष्ट्रपति तीनों सेनाओं के सुप्रीम कमांडर होते हैं।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#40  [UP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40. लोकसभा के प्रथम अध्यक्ष (Speaker)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डॉ. राजेंद्र प्रसाद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जी.वी. मावलंकर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हुकुम सिंह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सोमनाथ चटर्जी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#40  [UP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40. लोकसभा के प्रथम अध्यक्ष (Speaker)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डॉ. राजेंद्र प्रसाद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जी.वी. मावलंकर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हुकुम सिंह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सोमनाथ चटर्जी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गणेश वासुदेव मावलंकर (G.V. Mavalankar) पहली लोकसभा के अध्यक्ष थे।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#41  [Bihar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41. किसी संज्ञेय अपराध की सूचना मिलने पर पुलिस द्वारा सबसे पहले क्या दर्ज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चार्जशीट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FIR (First Information Report)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समन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वारंट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#41  [Bihar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41. किसी संज्ञेय अपराध की सूचना मिलने पर पुलिस द्वारा सबसे पहले क्या दर्ज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चार्जशीट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FIR (First Information Report)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समन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वारंट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First Information Report (प्रथम सूचना रिपोर्ट) पुलिस में सबसे पहले दर्ज होती है।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#42  [Haryana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42. राज्य में संवैधानिक तंत्र विफल होने पर राष्ट्रपति शासन किस अनुच्छेद के तहत लगाया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अनुच्छेद 352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अनुच्छेद 356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अनुच्छेद 360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अनुच्छेद 368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#42  [Haryana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42. राज्य में संवैधानिक तंत्र विफल होने पर राष्ट्रपति शासन किस अनुच्छेद के तहत लगाया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अनुच्छेद 352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अनुच्छेद 356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अनुच्छेद 360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अनुच्छेद 368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अनुच्छेद 356 के तहत राज्यों में राष्ट्रपति शासन लागू किया जाता है।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#43  [Bihar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43. स्वतंत्र भारत के सर्वोच्च न्यायालय के प्रथम मुख्य न्यायाधीश (CJI)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एच.जे. कानिया (हीरालाल जे. कानिया)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एम. पतंजलि शास्त्री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डी.वाई. चंद्रचूड़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मेहर चंद महाजन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#43  [Bihar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43. स्वतंत्र भारत के सर्वोच्च न्यायालय के प्रथम मुख्य न्यायाधीश (CJI)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एच.जे. कानिया (हीरालाल जे. कानिया)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एम. पतंजलि शास्त्री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डी.वाई. चंद्रचूड़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मेहर चंद महाजन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हीरालाल जे. कानिया भारत के पहले मुख्य न्यायाधीश थे।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#44  [All India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44. भारतीय लोकतंत्र में 'कानून का शासन' (Rule of Law) का वास्तविक अर्थ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शासक का कानून सर्वोपरि है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सभी नागरिक कानून की नज़र में समान हैं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पुलिस ही कानून है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अमीर लोगों को विशेष छूट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#44  [All India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44. भारतीय लोकतंत्र में 'कानून का शासन' (Rule of Law) का वास्तविक अर्थ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शासक का कानून सर्वोपरि है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सभी नागरिक कानून की नज़र में समान हैं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पुलिस ही कानून है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अमीर लोगों को विशेष छूट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कानून के शासन का अर्थ है कि कानून सर्वोच्च है और सभी नागरिक उसके समक्ष समान हैं।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#45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45. भारत में पहली बार 2 अक्टूबर 1959 को पंचायती राज व्यवस्था किस राज्य में शुरू हुई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बिहार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राजस्थान (नागौर जिला)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उत्तर प्रदेश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मध्य प्रदेश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#45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45. भारत में पहली बार 2 अक्टूबर 1959 को पंचायती राज व्यवस्था किस राज्य में शुरू हुई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बिहार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राजस्थान (नागौर जिला)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उत्तर प्रदेश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मध्य प्रदेश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पं. जवाहरलाल नेहरू ने 2 अक्टूबर 1959 को राजस्थान के नागौर जिले में पहली बार पंचायती राज का उद्घाटन किया था।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#46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46. पंचायती राज संस्थाओं को किस संविधान संशोधन द्वारा संवैधानिक दर्जा दिया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42वां संशोधन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44वां संशोधन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73वां संविधान संशोधन (1992)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86वां संशोधन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#46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46. पंचायती राज संस्थाओं को किस संविधान संशोधन द्वारा संवैधानिक दर्जा दिया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42वां संशोधन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44वां संशोधन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73वां संविधान संशोधन (1992)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86वां संशोधन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73वें संशोधन 1992 द्वारा संविधान में भाग 9 और 11वीं अनुसूची जोड़ी गई।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#47  [Rajasthan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47. ग्राम पंचायत का चुनाव लड़ने के लिए उम्मीदवार की न्यूनतम आयु कितनी होनी चाहिए?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18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21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25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30 वर्ष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#47  [Rajasthan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47. ग्राम पंचायत का चुनाव लड़ने के लिए उम्मीदवार की न्यूनतम आयु कितनी होनी चाहिए?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18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21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25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30 वर्ष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मतदान की आयु 18 वर्ष है, लेकिन पंचायत चुनाव लड़ने की न्यूनतम आयु 21 वर्ष है।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#48  [MP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48. भारत में प्रत्येक वर्ष 'राष्ट्रीय पंचायती राज दिवस' किस तिथि को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24 जनवरी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24 अप्रैल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15 अगस्त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2 अक्टूबर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#48  [MP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48. भारत में प्रत्येक वर्ष 'राष्ट्रीय पंचायती राज दिवस' किस तिथि को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24 जनवरी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24 अप्रैल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15 अगस्त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2 अक्टूबर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24 अप्रैल 1993 को 73वां संविधान संशोधन लागू हुआ था, इसलिए 24 अप्रैल को पंचायती राज दिवस मनाते हैं।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#49  [Haryana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49. त्रिस्तरीय पंचायती राज व्यवस्था की सिफारिश किस समिति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बलवंत राय मेहता समिति (1957)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स्वर्ण सिंह समिति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अशोक मेहता समिति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वर्मा समिति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#49  [Haryana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49. त्रिस्तरीय पंचायती राज व्यवस्था की सिफारिश किस समिति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बलवंत राय मेहता समिति (1957)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स्वर्ण सिंह समिति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अशोक मेहता समिति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वर्मा समिति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बलवंत राय मेहता समिति ने ग्राम, ब्लॉक और जिला स्तर पर त्रिस्तरीय ढांचे की सिफारिश की थी।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#50  [Bihar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50. नगर निगम (Municipal Corporation) के सर्वोच्च प्रशासनिक प्रमुख को क्या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सरपंच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प्रधान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महापौर (Mayor)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पार्षद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#50  [Bihar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50. नगर निगम (Municipal Corporation) के सर्वोच्च प्रशासनिक प्रमुख को क्या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सरपंच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प्रधान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महापौर (Mayor)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पार्षद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नगर निगम के प्रमुख को महापौर (Mayor) कहा जाता है।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मॉक टेस्ट 03: सागर सर की 1-मिनट मेमोरी चाबी (क्विक फॉर्मूला)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000" b="1">
                <a:solidFill>
                  <a:srgbClr val="D97706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इतिहास: गजनवी (1025), तराइन (1191/92), पानीपत (1526), 1857 (मेरठ), ब्रह्म समाज (1828), आर्य समाज (1875)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नागरिक शास्त्र: 2 वर्ष 11 माह 18 दिन, प्रारूप समिति (अंबेडकर), 6 मौलिक अधिकार, अनु. 32 (संविधान की आत्मा)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आर.टी.ई. (RTE) = अनु. 21A (86वां संशोधन 2002) | पंचायती राज = 73वां संशोधन 1992 (नागौर, 1959)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भूगोल: शुक्र (भोर का तारा/सबसे गर्म) | पृथ्वी घूर्णन = दिन-रात | परिक्रमण = ऋतुएं | 82½° पूर्व = IST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वायुमंडल: क्षोभमंडल = सभी मौसम घटनाएं | समतापमंडल = हवाई जहाज उड़ान + ओजोन परत | बैरोमीटर = वायुदाब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भारत का भूगोल: गंगा = 2525 किमी | सुंदरवन डेल्टा | काली (रेगुर) मिट्टी = कपास | काला सोना = पेट्रोलियम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आज का अभ्यास कार्य (Homework Questions)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728655" cy="4846320"/>
          </a:xfrm>
          <a:prstGeom prst="roundRect">
            <a:avLst/>
          </a:prstGeom>
          <a:solidFill>
            <a:srgbClr val="1E3A8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200" b="1">
                <a:solidFill>
                  <a:srgbClr val="FDE68A"/>
                </a:solidFill>
                <a:latin typeface="Segoe UI"/>
              </a:defRPr>
            </a:pPr>
            <a:r>
              <a:t>📝 आज का अभ्यास कार्य (Homework):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1: मॉक टेस्ट 03 में आपने 50 में से कितने अंक प्राप्त किए, अपनी डायरी में नोट करें।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2: जो प्रश्न गलत हुए, उनके सही उत्तर अपनी फेयर कॉपी में 2 बार लिखें।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3: अगले मॉक टेस्ट के लिए इतिहास, भूगोल और नागरिक शास्त्र के शॉर्ट नोट्स दोहराएं।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मॉक टेस्ट 03 सम्पन्न! बधाई!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सागर कोचिंग सेंटर — आपकी सफलता, हमारा संकल्प!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इस टेस्ट की PDF डाउनलोड करें: sagarcoaching.tech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YouTube: NMMS King Sagar Sir  ★  App: Sagar Coaching Centre (Play Store)  ★  Website: https://sagarcoaching.tech  ★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