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09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09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2-स्लाइड इंटरैक्टिव पैटर्न (Answer Hidden Mode)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09: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भूगोल: सर्वोत्तम कोटि का कठोर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एंथ्रेसाइट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भूगोल: सर्वोत्तम कोटि का कठोर कोयला कौन 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पीट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लिग्नाइट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बिटुमिनस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(D)  एंथ्रेसाइट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(D)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एंथ्रेसाइट में कार्बन की मात्रा 80-90% होती है और यह सबसे उच्च कोटि का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इतिहास: हल्दीघाटी का ऐतिहासिक युद्ध (1576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इतिहास: हल्दीघाटी का ऐतिहासिक युद्ध (1576 ई.) किसके बीच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अकबर और महाराणा प्रताप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बाबर और राणा सांगा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हुमायूं और शेरशाह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औरंगजेब और शिवाजी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1576 में महाराणा प्रताप और अकबर की सेना (मानसिंह) के बीच हल्दीघाटी का युद्ध हुआ।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नागरिक शास्त्र: भारतीय संविधान को बनने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 वर्ष 11 माह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नागरिक शास्त्र: भारतीय संविधान को बनने में कुल कितना समय लगा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 वर्ष 11 माह 18 दिन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3 वर्ष 1 माह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2 वर्ष 9 माह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 वर्ष 11 माह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संविधान बनने में 2 वर्ष 11 माह 18 दिन का समय लगा।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भूगोल: विश्व का सबसे बड़ा और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हिंद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आर्कटिक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भूगोल: विश्व का सबसे बड़ा और गहरा महासागर कौन 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हिंद महासागर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अटलांटिक महासागर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प्रशांत महासागर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आर्कटिक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प्रशांत महासागर में ही पृथ्वी का सबसे गहरा स्थान मेरियाना गर्त स्थित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इतिहास: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इतिहास: 'सत्यशोधक समाज' (1873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समाज सुधार हेतु सत्यशोधक समाज और 'गुलामगिरी' पुस्तक लिखी।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भूगोल: कर्क रेखा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6 राज्य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8 राज्य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9 राज्य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भूगोल: कर्क रेखा भारत के कितने राज्यों से होकर गुजरती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6 राज्य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7 राज्य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8 राज्य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9 राज्य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कर्क रेखा भारत के 8 राज्यों से होकर गुजरती है (मित्र पर गमछा झार)।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इतिहास: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इतिहास: 'स्वराज मेरा जन्मसिद्ध अधिकार है और मैं इसे लेकर रहूंगा' नारा किसने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ऐतिहासिक नारा दिया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नागरिक शास्त्र: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Federal Inquiry Report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नागरिक शास्त्र: FIR का पूरा नाम क्या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First Information Report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Final Investigation Record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Fast Indian Rule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Federal Inquiry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First Information Report (प्रथम सूचना रिपोर्ट) पुलिस में सबसे पहले दर्ज होती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भूगोल: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जामनगर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भूगोल: भारत में पहला खनिज तेल का कुआं कहाँ खोदा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बॉम्बे हाई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डिगबोई (असम)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अंकलेश्वर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जामनगर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असम के डिगबोई में 1889 में पहला तेल कुआं खोदा गया था।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इतिहास: सोमनाथ मंदिर पर महमूद गजनवी ने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1191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1192 ई.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इतिहास: सोमनाथ मंदिर पर महमूद गजनवी ने किस वर्ष आक्रमण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1001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1025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1191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1192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1025 ई. में महमूद गजनवी ने गुजरात के प्रसिद्ध सोमनाथ मंदिर को लूटा था।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PYQ]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भूगोल: पृथ्वी पर दिन और रात किस गति के कारण बनते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[All India NMMS PYQ]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भूगोल: पृथ्वी पर दिन और रात किस गति के कारण बनते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घूर्णन गति (Rotation)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परिक्रमण गति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वार्षिक गति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पृथ्वी अपनी धुरी पर 24 घंटे में घूमती है जिससे दिन और रात होते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हड़प्पा सभ्यता (सिंधु घाटी सभ्यता) की खोज 1921 में किसके द्वारा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राखालदास बनर्जी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दयाराम साहनी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 जॉन मार्शल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अलेक्जेंडर कनिंघम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हड़प्पा सभ्यता (सिंधु घाटी सभ्यता) की खोज 1921 में किसके द्वारा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राखालदास बनर्जी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दयाराम साहनी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 जॉन मार्शल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अलेक्जेंडर कनिंघम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1921 में रायबहादुर दयाराम साहनी ने हड़प्पा स्थल का उत्खनन करवाया था।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सिंधु घाटी सभ्यता का प्रसिद्ध प्राचीन बंदरगाह (गोदीबाड़ा) कहाँ स्थित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कालीबंगा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लोथल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धौलावीरा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रोपड़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सिंधु घाटी सभ्यता का प्रसिद्ध प्राचीन बंदरगाह (गोदीबाड़ा) कहाँ स्थित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कालीबंगा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लोथल (गुजरात)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धौलावीरा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रोपड़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गुजरात के भोगवा नदी तट पर स्थित लोथल हड़प्पा सभ्यता का प्रमुख बंदरगाह था।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कांस्य की नर्तकी की प्रसिद्ध मूर्ति सिंधु घाटी सभ्यता के किस नगर से प्राप्त हुई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चन्हूदड़ो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कांस्य की नर्तकी की प्रसिद्ध मूर्ति सिंधु घाटी सभ्यता के किस नगर से प्राप्त हुई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लोथल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चन्हूदड़ो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मोहनजोदड़ो (पाकिस्तान) से विश्व प्रसिद्ध कांस्य नर्तकी की मूर्ति मिली थी।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विशाल स्नानागार (Great Bath) के साक्ष्य सिंधु सभ्यता के किस स्थल से मिले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कालीबंगा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बनावली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विशाल स्नानागार (Great Bath) के साक्ष्य सिंधु सभ्यता के किस स्थल से मिले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हड़प्पा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मोहनजोदड़ो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कालीबंगा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बनावली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मोहनजोदड़ो में पक्की ईंटों से बना विशाल स्नानागार पाया गया था।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चारों वेदों में सबसे प्राचीन वेद कौन सा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सामवेद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यजुर्वेद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ऋग्वेद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चारों वेदों में सबसे प्राचीन वेद कौन सा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सामवेद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यजुर्वेद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ऋग्वेद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ऋग्वेद सबसे प्राचीन वेद है, जिसमें 10 मंडल और 1028 सूक्त हैं।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प्रसिद्ध 'गायत्री मंत्र' की रचना किस वेद में मिलती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ऋग्वेद के तीसरे मंडल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सामवेद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यजुर्वेद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 में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प्रसिद्ध 'गायत्री मंत्र' की रचना किस वेद में मिलती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ऋग्वेद के तीसरे मंडल में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सामवेद में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यजुर्वेद में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 में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गायत्री मंत्र सूर्य देवता (सविता) को समर्पित है और ऋग्वेद में रचित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भारतीय संगीत का जनक किस वेद को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ऋग्वेद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सामवेद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यजुर्वेद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अथर्ववेद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भारतीय संगीत का जनक किस वेद को माना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ऋग्वेद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सामवेद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यजुर्वेद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अथर्ववेद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सामवेद के मंत्रों को संगीतमय स्वर में गाया जाता है, अतः इसे संगीत का जनक कहते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सत्यमेव जयते' राष्ट्रीय आदर्श वाक्य किस उपनिषद से लिया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कठोपनिषद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मुंडकोपनिषद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छांदोग्योपनिषद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केन उपनिषद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[Delhi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सत्यमेव जयते' राष्ट्रीय आदर्श वाक्य किस उपनिषद से लिया गया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कठोपनिषद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मुंडकोपनिषद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छांदोग्योपनिषद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केन उपनिषद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का राष्ट्रीय आदर्श वाक्य 'सत्यमेव जयते' मुंडकोपनिषद से लिया गया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जैन धर्म के 24वें एवं अंतिम तीर्थंकर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ऋषभदेव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पार्श्वनाथ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भगवान महावीर स्वामी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नेमिनाथ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जैन धर्म के 24वें एवं अंतिम तीर्थंकर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ऋषभदेव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पार्श्वनाथ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भगवान महावीर स्वामी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नेमिनाथ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भगवान महावीर स्वामी जैन धर्म के 24वें तीर्थंकर थे (प्रथम ऋषभदेव थे)।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महावीर स्वामी का जन्म किस ऐतिहासिक स्थल पर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वैशाली के कुंडग्राम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पावापुरी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लुंबिनी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कुशीनगर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महावीर स्वामी का जन्म किस ऐतिहासिक स्थल पर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वैशाली के कुंडग्राम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पावापुरी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लुंबिनी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कुशीनगर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महावीर स्वामी का जन्म 540 ई.पू. में वैशाली (बिहार) के कुंडग्राम में हुआ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बौद्ध धर्म के संस्थापक महात्मा बुद्ध का जन्म कहाँ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सारनाथ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लुंबिनी (नेपाल)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कुशीनगर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[UP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बौद्ध धर्म के संस्थापक महात्मा बुद्ध का जन्म कहाँ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सारनाथ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लुंबिनी (नेपाल)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कुशीनगर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गौतम बुद्ध का जन्म 563 ई.पू. में कपिलवस्तु के निकट लुंबिनी वन में हुआ था।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महात्मा बुद्ध ने अपना प्रथम धर्मोपदेश (धर्मचक्रप्रवर्तन) किस स्थान पर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सारनाथ (वाराणसी)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कुशीनगर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श्रावस्ती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[MP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महात्मा बुद्ध ने अपना प्रथम धर्मोपदेश (धर्मचक्रप्रवर्तन) किस स्थान पर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बोधगया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सारनाथ (वाराणसी)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कुशीनगर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श्रावस्ती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ज्ञान प्राप्ति के बाद बुद्ध ने अपना पहला उपदेश सारनाथ के मृगदाव में 5 शिष्यों को दिया।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मौर्य वंश के संस्थापक चंद्रगुप्त मौर्य के प्रधानमंत्री व गुरु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मेगस्थनीज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चाणक्य (कौटिल्य)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उपगुप्त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राधागुप्त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मौर्य वंश के संस्थापक चंद्रगुप्त मौर्य के प्रधानमंत्री व गुरु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मेगस्थनीज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चाणक्य (कौटिल्य)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उपगुप्त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राधागुप्त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चाणक्य (विष्णुगुप्त) ने 'अर्थशास्त्र' ग्रंथ लिखा और चंद्रगुप्त को सम्राट बनाया।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यूनानी राजदूत मेगस्थनीज ने भारत के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मुद्राराक्षस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इंडिका (Indica)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अर्थशास्त्र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राजतरंगिणी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यूनानी राजदूत मेगस्थनीज ने भारत के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मुद्राराक्षस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इंडिका (Indica)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अर्थशास्त्र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राजतरंगिणी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मेगस्थनीज सेल्यूकस निकेटर का राजदूत था, जिसने पाटलिपुत्र का वर्णन 'इंडिका' में किया।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सम्राट अशोक ने किस भीषण युद्ध के बाद बौद्ध धर्म अपनाकर युद्ध का त्याग कर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तराइन का युद्ध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कलिंग का युद्ध (261 ई.पू.)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पानीपत का युद्ध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प्लासी का युद्ध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सम्राट अशोक ने किस भीषण युद्ध के बाद बौद्ध धर्म अपनाकर युद्ध का त्याग कर दिया?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तराइन का युद्ध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कलिंग का युद्ध (261 ई.पू.)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पानीपत का युद्ध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प्लासी का युद्ध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कलिंग युद्ध में हुए भारी रक्तपात को देखकर अशोक ने भेरीघोष त्यागकर 'धम्मघोष' अपनाया।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अशोक के अधिकांश शिलालेख किस लिपि में उत्कीर्ण किए गए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देवनागरी लिपि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ब्राह्मी लिपि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खरोष्ठी लिपि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ग्रीक लिपि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[Haryana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अशोक के अधिकांश शिलालेख किस लिपि में उत्कीर्ण किए गए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देवनागरी लिपि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ब्राह्मी लिपि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खरोष्ठी लिपि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ग्रीक लिपि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अशोक के भारत स्थित अधिकांश अभिलेख ब्राह्मी लिपि और प्राकृत भाषा में हैं।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सम्राट अशोक के शिलालेखों को सर्वप्रथम 1837 में पढ़ने में किसने सफलता प्राप्त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जेम्स प्रिंसेप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विलियम जोंस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कनिंघम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मैक्स मूलर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सम्राट अशोक के शिलालेखों को सर्वप्रथम 1837 में पढ़ने में किसने सफलता प्राप्त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जेम्स प्रिंसेप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विलियम जोंस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कनिंघम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मैक्स मूलर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जेम्स प्रिंसेप ने 1837 में पहली बार अशोक की ब्राह्मी लिपि को पढ़ा था।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का नेपोलियन (Napoleon of India) किस गुप्त शासक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समुद्रगुप्त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चंद्रगुप्त विक्रमादित्य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भारत का नेपोलियन (Napoleon of India) किस गुप्त शासक को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समुद्रगुप्त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चंद्रगुप्त विक्रमादित्य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इतिहासकार वी.ए. स्मिथ ने समुद्रगुप्त की सैन्य विजयों के कारण उसे भारत का नेपोलियन कहा।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प्रयाग प्रशस्ति (इलाहाबाद स्तंभ लेख) की रचना समुद्रगुप्त के किस राजकवि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कालिदास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हरिषेण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बाणभट्ट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विशाखदत्त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प्रयाग प्रशस्ति (इलाहाबाद स्तंभ लेख) की रचना समुद्रगुप्त के किस राजकवि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कालिदास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हरिषेण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बाणभट्ट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विशाखदत्त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हरिषेण ने संस्कृत भाषा में समुद्रगुप्त के पराक्रम का वर्णन प्रयाग प्रशस्ति में किया।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चीनी बौद्ध यात्री फाह्यान किस गुप्त शासक 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समुद्रगुप्त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चंद्रगुप्त द्वितीय (विक्रमादित्य)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कुमारगुप्त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हर्षवर्धन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चीनी बौद्ध यात्री फाह्यान किस गुप्त शासक 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समुद्रगुप्त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चंद्रगुप्त द्वितीय (विक्रमादित्य)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कुमारगुप्त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हर्षवर्धन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फाह्यान चंद्रगुप्त विक्रमादित्य के काल में भारत आया था।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नालंदा विश्वविद्यालय की स्थापना किस गुप्त सम्राट 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कुमारगुप्त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समुद्रगुप्त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नालंदा विश्वविद्यालय की स्थापना किस गुप्त सम्राट ने करवाई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कुमारगुप्त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समुद्रगुप्त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स्कंदगुप्त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5वीं शताब्दी में गुप्त सम्राट कुमारगुप्त प्रथम ने नालंदा विश्वविद्यालय की नींव रखी थी।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चीनी बौद्ध यात्री ह्वेनसांग (यात्रियों का राजकुमार)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चंद्रगुप्त मौर्य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सम्राट हर्षवर्धन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अशोक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कनिष्क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चीनी बौद्ध यात्री ह्वेनसांग (यात्रियों का राजकुमार) किसके शासनकाल में भारत आया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चंद्रगुप्त मौर्य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सम्राट हर्षवर्धन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अशोक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कनिष्क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ह्वेनसांग 7वीं शताब्दी में कन्नौज के राजा हर्षवर्धन के काल में नालंदा पढ़ने आया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हर्षवर्धन के दरबारी कवि बाणभट्ट ने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हर्षचरित एवं कादंबरी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गीत गोविंद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किरातार्जुनीयम्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शकुंतला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हर्षवर्धन के दरबारी कवि बाणभट्ट ने किस प्रसिद्ध ग्रंथ की रचना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हर्षचरित एवं कादंबरी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गीत गोविंद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किरातार्जुनीयम्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शकुंतला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बाणभट्ट ने राजा हर्ष की जीवनी 'हर्षचरित' और संस्कृत उपन्यास 'कादंबरी' लिखा।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कुषाण वंश के सबसे प्रतापी शासक कौन थे जिनके काल में चतुर्थ बौद्ध संगीति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कनिष्क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कुजुल कडफिसस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विम कडफिसस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हुविष्क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कुषाण वंश के सबसे प्रतापी शासक कौन थे जिनके काल में चतुर्थ बौद्ध संगीति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कनिष्क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कुजुल कडफिसस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विम कडफिसस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हुविष्क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कनिष्क ने 78 ईस्वी में 'शक संवत' चलाया और कश्मीर के कुंडलवन में बौद्ध संगीति कराई।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 का राष्ट्रीय संवत कौन सा है जो 78 ईस्वी में कनिष्क द्वारा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विक्रम संवत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शक संवत (Saka Era)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गुप्त संवत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हिजरी संवत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भारत का राष्ट्रीय संवत कौन सा है जो 78 ईस्वी में कनिष्क द्वारा शुरू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विक्रम संवत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शक संवत (Saka Era)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गुप्त संवत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हिजरी संवत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भारत सरकार ने 22 मार्च 1957 को 'शक संवत' को राष्ट्रीय पंचांग के रूप में अपनाया।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[Tamil Nadu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तंजौर का प्रसिद्ध 'वृहदेश्वर मंदिर' (राजराजेश्वर मंदिर) किस चोल शासक 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राजेंद्र चोल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राजराज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प्रांतक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विजयालय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[Tamil Nadu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तंजौर का प्रसिद्ध 'वृहदेश्वर मंदिर' (राजराजेश्वर मंदिर) किस चोल शासक ने बनवाया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राजेंद्र चोल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राजराज प्रथम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प्रांतक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विजयालय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चोल सम्राट राजराज प्रथम ने भगवान शिव को समर्पित भव्य वृहदेश्वर मंदिर बनवाया।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[Karnataka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विजयनगर साम्राज्य की स्थापना 1336 ई. में किन दो भाइयों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हरिहर और बुक्का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कृष्णदेव राय और रामराय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देवराय प्रथम व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अल्लसानी व तेनालीराम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[Karnataka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विजयनगर साम्राज्य की स्थापना 1336 ई. में किन दो भाइयों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हरिहर और बुक्का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कृष्णदेव राय और रामराय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देवराय प्रथम व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अल्लसानी व तेनालीराम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तुंगभद्रा नदी के तट पर हरिहर और बुक्का ने संगम वंश के तहत विजयनगर की स्थापना की।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[Andhra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विजयनगर साम्राज्य के सबसे प्रतापी सम्राट कौन थे जिन्होंने 'अमुक्तमाल्यद' ग्रंथ लिखा?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देवराय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सम्राट कृष्णदेव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हरिहर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सदाशिव राय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[Andhra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विजयनगर साम्राज्य के सबसे प्रतापी सम्राट कौन थे जिन्होंने 'अमुक्तमाल्यद' ग्रंथ लिखा?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देवराय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सम्राट कृष्णदेव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हरिहर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सदाशिव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तुलुव वंश के कृष्णदेव राय के दरबार में अष्टदिग्गज कवि रहते थे (तेनालीराम सहित)।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छत्रपति शिवाजी महाराज का जन्म किस प्रसिद्ध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रायगढ़ किला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शिवनेरी दुर्ग (पुणे)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प्रतापगढ़ किला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तोरणा किला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[Maharashtra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छत्रपति शिवाजी महाराज का जन्म किस प्रसिद्ध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रायगढ़ किला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शिवनेरी दुर्ग (पुणे)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प्रतापगढ़ किला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तोरणा किला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 फरवरी 1630 को पूना के शिवनेरी दुर्ग में माता जीजाबाई की कोख से शिवाजी का जन्म हुआ।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शिवाजी महाराज का भव्य राज्याभिषेक 1674 ईस्वी में किस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शिवनेरी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रायगढ़ दुर्ग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सिंहगढ़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पन्हाला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शिवाजी महाराज का भव्य राज्याभिषेक 1674 ईस्वी में किस किले में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शिवनेरी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रायगढ़ दुर्ग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सिंहगढ़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पन्हाला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काशी के प्रकांड विद्वान गंगाभट्ट द्वारा रायगढ़ किले में शिवाजी का राज्याभिषेक किया गया।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मराठा साम्राज्य में शिवाजी के आठ मंत्रियों की परिषद को क्या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नवरत्न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अष्टप्रधान परिषद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अष्टदिग्गज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दीवान-ए-खास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मराठा साम्राज्य में शिवाजी के आठ मंत्रियों की परिषद को क्या कहा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नवरत्न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अष्टप्रधान परिषद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अष्टदिग्गज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दीवान-ए-खास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शिवाजी के प्रशासनिक मंत्रिमंडल को 'अष्टप्रधान' कहते थे, जिसमें पेशवा (प्रधानमंत्री) सर्वोच्च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मराठों द्वारा पड़ोसी राज्यों से वसूला जाने वाला भू-राजस्व कर (1/4 भाग) क्या कहलाता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जजिया 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चौथ (Chauth)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सरदेशमुखी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खराज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मराठों द्वारा पड़ोसी राज्यों से वसूला जाने वाला भू-राजस्व कर (1/4 भाग) क्या कहलाता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जजिया 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चौथ (Chauth)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सरदेशमुखी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खराज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चौथ उपज का एक-चौथाई (25%) सुरक्षा कर था, और सरदेशमुखी अतिरिक्त 10% कर था।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वास्कोडिगामा भारत में सबसे पहले 1498 ई. में किस बंदरगाह पर पहुंचा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सूरत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कालीकट (केरल)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गोवा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कोचीन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वास्कोडिगामा भारत में सबसे पहले 1498 ई. में किस बंदरगाह पर पहुंचा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सूरत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कालीकट (केरल)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गोवा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कोचीन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पुर्तगाली नाविक वास्कोडिगामा 1498 में कालीकट पहुंचा, जहां राजा जमोरिन ने स्वागत किया।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[West Bengal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प्लासी का ऐतिहासिक युद्ध 23 जून 1757 को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मीर जाफर और क्लाइव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सिराजुद्दौला और रॉबर्ट क्लाइव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मीर कासिम और हेक्टर मुनरो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टीपू सुल्तान और वेलेजली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[West Bengal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प्लासी का ऐतिहासिक युद्ध 23 जून 1757 को किसके बीच लड़ा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मीर जाफर और क्लाइव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सिराजुद्दौला और रॉबर्ट क्लाइव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मीर कासिम और हेक्टर मुनरो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टीपू सुल्तान और वेलेजली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मीर जाफर के विश्वासघात के कारण बंगाल के नवाब सिराजुद्दौला की हार हुई और अंग्रेजी सत्ता की नींव पड़ी।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बक्सर का निर्णायक युद्ध किस वर्ष लड़ा गया जिसमें अंग्रेजों ने संयुक्त सेना को हराया?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1757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1764 ई. (22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1761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1773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बक्सर का निर्णायक युद्ध किस वर्ष लड़ा गया जिसमें अंग्रेजों ने संयुक्त सेना को हराया?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1757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1764 ई. (22 अक्टूबर)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1761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1773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बक्सर के युद्ध (1764) में हेक्टर मुनरो ने मीर कासिम, शुजाउद्दौला और शाह आलम की सेना को पराजित किया।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अंग्रेजी शासन में 'हड़प नीति' (व्यपगत का सिद्धांत / Doctrine of Lapse) किसने चलाई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वेलेजली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कर्जन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विलियम बेंटिक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अंग्रेजी शासन में 'हड़प नीति' (व्यपगत का सिद्धांत / Doctrine of Lapse) किसने चलाई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वेलेजली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डलहौजी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कर्जन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विलियम बेंटिक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ने निसंतान राजाओं के राज्य (सतारा, झांसी, नागपुर, संबलपुर) हड़प लिए।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[Maharashtra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पहली यात्री रेलगाड़ी 16 अप्रैल 1853 को किन दो शहरों के मध्य चली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मुंबई से ठाणे (34 किमी)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कोलकाता से हुगली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 से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मद्रास से अरकोणम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[Maharashtra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भारत में पहली यात्री रेलगाड़ी 16 अप्रैल 1853 को किन दो शहरों के मध्य चली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मुंबई से ठाणे (34 किमी)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कोलकाता से हुगली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 से आगरा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मद्रास से अरकोणम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के काल में बोरीबंदर (मुंबई) से ठाणे के बीच पहली रेल चली थी।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1905 में बंगाल का विभाजन (Partition of Bengal) किस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कर्जन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1905 में बंगाल का विभाजन (Partition of Bengal) किस वायसराय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कर्जन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माउंटबेटन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कैनिंग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कर्जन ने फूट डालो और राज करो की नीति के तहत 1905 में बंगाल का विभाजन किया।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गांधीजी ने दक्षिण अफ्रीका से लौटकर भारत में अपना पहला सफल सत्याग्रह 1917 में कहाँ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चंपारण (बिहार)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गांधीजी ने दक्षिण अफ्रीका से लौटकर भारत में अपना पहला सफल सत्याग्रह 1917 में कहाँ किया?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चंपारण (बिहार)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अहमदाबाद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बिहार के चंपारण में राजकुमार शुक्ल के बुलावे पर नील की तीनकठिया प्रथा के विरोध में सत्याग्रह किया।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09: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WhatsApp / Helpline: +91 91101 13671  |  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09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09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 | Helpline: +91 91101 13671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Helpline: +91 91101 13671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Helpline: +91 91101 13671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