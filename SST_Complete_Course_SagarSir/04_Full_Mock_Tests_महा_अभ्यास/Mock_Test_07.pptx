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07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07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07: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दक्षिण भारत (प्रायद्वीपीय भारत) की सबसे लंबी नदी कौन सी है जिसे 'दक्षिण गंगा'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दक्षिण भारत (प्रायद्वीपीय भारत) की सबसे लंबी नदी कौन सी है जिसे 'दक्षिण गंगा' भी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(1465 किमी) प्रायद्वीपीय भारत की सबसे लंबी नदी है और वृद्ध गंगा कहलाती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अरब सागर में गिरने वाली और भ्रंश घाटी से होकर बहने वाली प्रमुख पश्चिम वाहिनी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अरब सागर में गिरने वाली और भ्रंश घाटी से होकर बहने वाली प्रमुख पश्चिम वाहिनी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नर्मदा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नदियां पश्चिम की ओर बहकर अरब सागर में गिरती हैं और एश्चुअरी बनाती हैं।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मीठे (ताजे) पानी की सबसे बड़ी प्राकृतिक झील 'वुलर झील' किस राज्य/UT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उत्तराखंड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जम्मू एवं कश्मीर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हिमाचल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राजस्थान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भारत में मीठे (ताजे) पानी की सबसे बड़ी प्राकृतिक झील 'वुलर झील' किस राज्य/UT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उत्तराखंड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जम्मू एवं कश्मीर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हिमाचल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राजस्थान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वुलर झील जम्मू-कश्मीर में झेलम नदी पर स्थित भारत की सबसे बड़ी मीठे पानी की झील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की सबसे बड़ी खारे पानी की लैगून झील 'चिल्का झील'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ओडिशा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आंध्र प्रदेश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तमिलनाडु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केरल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भारत की सबसे बड़ी खारे पानी की लैगून झील 'चिल्का झील'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ओडिशा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आंध्र प्रदेश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तमिलनाडु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केरल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ओडिशा के तटीय भाग में स्थित चिल्का झील भारत की सबसे बड़ी खारे पानी की लैगून झील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मध्य प्रदेश के जबलपुर में भेड़ाघाट के निकट 'धुआंधार जलप्रपात' किस नदी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चंबल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सोन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बेतवा नदी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मध्य प्रदेश के जबलपुर में भेड़ाघाट के निकट 'धुआंधार जलप्रपात' किस नदी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चंबल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सोन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बेतवा 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नदी संगमरमर की चट्टानों के बीच से गिरकर सुंदर धुआंधार जलप्रपात बनाती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भारत की सर्वोच्च पर्वत चोटी K2 (गॉडविन ऑस्टिन - 8611 मी.) किस श्रेणी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लद्दाख श्रेणी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काराकोरम श्रेणी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जास्कर श्रेणी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पीर पंजाल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भारत की सर्वोच्च पर्वत चोटी K2 (गॉडविन ऑस्टिन - 8611 मी.) किस श्रेणी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लद्दाख श्रेणी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काराकोरम श्रेणी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जास्कर श्रेणी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पीर पंजाल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K2 (8611 मीटर) काराकोरम पर्वत श्रृंखला में स्थित भारत की सर्वोच्च चोटी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बाढ़ के मैदानों में नदियों द्वारा बिछाई गई नवीन उपजाऊ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भाभर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बाढ़ के मैदानों में नदियों द्वारा बिछाई गई नवीन उपजाऊ जलोढ़ मिट्टी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बांगर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खादर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रेगुर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भाभर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नई जलोढ़ मिट्टी को 'खादर' और पुरानी जलोढ़ मिट्टी को 'बांगर' कहा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दक्षिण भारत की सर्वोच्च पर्वत चोटी 'अनाईमुडी' (2695 मी.) किस पहाड़ी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नीलगिरि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अन्नामलाई पहाड़ियां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कार्डमम (इलायची)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पालनी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दक्षिण भारत की सर्वोच्च पर्वत चोटी 'अनाईमुडी' (2695 मी.) किस पहाड़ी पर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नीलगिरि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अन्नामलाई पहाड़ियां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कार्डमम (इलायची)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पालनी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केरल के इडुक्की जिले में अन्नामलाई पर्वत पर अनाईमुडी दक्षिण भारत की सबसे ऊंची चोटी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ब्रह्मपुत्र नदी को तिब्बत में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दिहांग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सांगपो (Tsangpo)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जमुना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मेघना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ब्रह्मपुत्र नदी को तिब्बत में किस नाम से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दिहांग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सांगपो (Tsangpo)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जमुना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मेघना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मानसरोवर से निकलने वाली ब्रह्मपुत्र को तिब्बत में 'सांगपो' (पवित्र करने वाली) कहते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ईंट बनाने तथा चाय, कॉफी और काजू की खेती हेतु कौन सी मिट्टी सर्वाधिक उपयुक्त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मरुस्थलीय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जलोढ़ मिट्टी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ईंट बनाने तथा चाय, कॉफी और काजू की खेती हेतु कौन सी मिट्टी सर्वाधिक उपयुक्त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काली मिट्टी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लेटराइट मिट्टी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मरुस्थलीय मिट्टी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जलोढ़ मिट्टी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तीव्र निक्षालन से बनी लेटराइट मिट्टी चाय, कॉफी और काजू के लिए उत्तम होती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विश्व का सबसे ऊंचा पर्वत शिखर 'माउंट एवरेस्ट' किस देश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नेपाल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चीन (तिब्बत)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भूटान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विश्व का सबसे ऊंचा पर्वत शिखर 'माउंट एवरेस्ट' किस देश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नेपाल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चीन (तिब्बत)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भूटान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माउंट एवरेस्ट (8848.86 मी.) नेपाल में स्थित है, जहां इसे 'सागरमाथा' कहा जाता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किस महत्वपूर्ण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बॉक्साइट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किस महत्वपूर्ण खनिज ईंधन को 'काला सोना' (Black Gold)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पेट्रोलियम (कच्चा तेल)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बॉक्साइट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पेट्रोलियम और इसके उत्पादों के अत्यधिक मूल्य और उपयोग के कारण इसे काला सोना कहते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भारत का सबसे पहला तेल शोधक कारखाना (कुआं) 1901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बरौनी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भारत का सबसे पहला तेल शोधक कारखाना (कुआं) 1901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बरौनी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के डिगबोई में भारत का पहला खनिज तेल का कुआं और रिफाइनरी स्थापित की गई थी।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 में कोयला उत्पादन के लिए प्रसिद्ध 'झरिया' और 'धनबाद' किस राज्य में स्थित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छत्तीसगढ़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भारत में कोयला उत्पादन के लिए प्रसिद्ध 'झरिया' और 'धनबाद' किस राज्य में स्थित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पश्चिम बंगाल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झारखंड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ओडिशा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छत्तीसगढ़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झारखंड का झरिया क्षेत्र उत्तम गुणवत्ता वाले कोयले के विशाल भंडारों के लिए प्रसिद्ध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 का प्रथम परमाणु ऊर्जा केंद्र 1969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नरोरा (UP)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तारापुर (महाराष्ट्र)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रावतभाटा (राजस्थान)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कलपक्कम (तमिलनाडु)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भारत का प्रथम परमाणु ऊर्जा केंद्र 1969 में किस स्थान पर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नरोरा (UP)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तारापुर (महाराष्ट्र)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रावतभाटा (राजस्थान)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कलपक्कम (तमिलनाडु)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तारापुर (महाराष्ट्र) भारत का पहला व्यावसायिक परमाणु ऊर्जा संयंत्र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एल्युमीनियम (Aluminium) धातु प्राप्त करने का मुख्य अयस्क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हेमेटाइट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बॉक्साइट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मैग्नेटाइट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गेलेना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एल्युमीनियम (Aluminium) धातु प्राप्त करने का मुख्य अयस्क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हेमेटाइट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बॉक्साइट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मैग्नेटाइट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गेलेना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बॉक्साइट (Bauxite) एल्युमीनियम का प्रमुख कच्चा अयस्क है (ओडिशा सबसे बड़ा उत्पादक है)।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राजस्थान का 'खेतड़ी' क्षेत्र किस खनिज के खनन के लिए भारत भर में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तांबा (Copper)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राजस्थान का 'खेतड़ी' क्षेत्र किस खनिज के खनन के लिए भारत भर में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कोयला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तांबा (Copper)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खेतड़ी (झुंझुनू, राजस्थान) प्राचीन काल से तांबा खनन का प्रमुख केंद्र रहा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निम्नलिखित में से कौन सी एक मुख्य 'रबी' की फसल है जो सर्दियों में बोई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धान (चावल)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कपास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निम्नलिखित में से कौन सी एक मुख्य 'रबी' की फसल है जो सर्दियों में बोई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धान (चावल)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मक्का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गेहूं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कपास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गेहूं, चना, जौ और सरसों रबी की प्रमुख फसलें हैं जो अक्टूबर-नवंबर में बोई जाती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'हरित क्रांति' (Green Revolution) का जनक किन्हें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होमी जहांगीर भाभा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'हरित क्रांति' (Green Revolution) का जनक किन्हें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वर्गीज कुरियन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डॉ. एम.एस. स्वामीनाथन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सुंदरलाल बहुगुणा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होमी जहांगीर भाभा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एम.एस. स्वामीनाथन ने उच्च उत्पादकता वाले बीजों से गेहूं उत्पादन में ऐतिहासिक वृद्धि कराई।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'ऑपरेशन फ्लड' (Operation Flood)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चावल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दुग्ध (दूध)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'ऑपरेशन फ्लड' (Operation Flood) अथवा श्वेत क्रांति का संबंध किसके उत्पादन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चावल उत्पादन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दुग्ध (दूध) उत्पादन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मत्स्य उत्पादन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अंडा उत्पादन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डॉ. वर्गीज कुरियन के नेतृत्व में श्वेत क्रांति ने भारत को विश्व का सबसे बड़ा दुग्ध उत्पादक बनाया।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भारत की सिलिकॉन वैली (Silicon Valley / IT Capital) के रूप में किस शहर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हैदराबाद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बेंगलुरु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पुणे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गुरुग्राम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भारत की सिलिकॉन वैली (Silicon Valley / IT Capital) के रूप में किस शहर को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हैदराबाद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बेंगलुरु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पुणे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गुरुग्राम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कर्नाटक की राजधानी बेंगलुरु भारत का सबसे बड़ा सूचना प्रौद्योगिकी (IT) केंद्र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कोयले का सर्वोत्तम एवं सबसे कठोर प्रकार कौन सा माना जाता है जिसमें 90% से अधिक कार्बन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एंथ्रेसाइट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कोयले का सर्वोत्तम एवं सबसे कठोर प्रकार कौन सा माना जाता है जिसमें 90% से अधिक कार्बन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एंथ्रेसाइट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एंथ्रेसाइट (Anthracite) सर्वोत्तम कोयला है जो जलने पर अत्यधिक ऊष्मा और नगण्य धुआं देता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निम्नलिखित में से कौन सा एक नवीकरणीय (अक्षय) ऊर्जा का स्रोत है जो कभी समाप्त नहीं होता?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सौर ऊर्जा (Solar Energy)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प्राकृतिक गैस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निम्नलिखित में से कौन सा एक नवीकरणीय (अक्षय) ऊर्जा का स्रोत है जो कभी समाप्त नहीं होता?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कोयला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पेट्रोलियम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सौर ऊर्जा (Solar Energy)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प्राकृतिक गैस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सूर्य से मिलने वाली सौर ऊर्जा एक प्रदूषण रहित और कभी न समाप्त होने वाला नवीकरणीय स्रोत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'उत्तर भारत का मैनचेस्टर' किस प्रमुख औद्योगिक शहर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कानपुर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लखनऊ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आगरा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'उत्तर भारत का मैनचेस्टर' किस प्रमुख औद्योगिक शहर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कानपुर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लखनऊ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आगरा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सूती वस्त्र और चमड़ा उद्योग के कारण उत्तर प्रदेश के कानपुर को उत्तर भारत का मैनचेस्टर कहते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खरीफ की फसलें (जैसे धान, मक्का, कपास) किस माह में बोई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अक्टूबर-नवंबर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जून-जुलाई (मानसून पर)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जनवरी-फरवरी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मार्च-अप्रैल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खरीफ की फसलें (जैसे धान, मक्का, कपास) किस माह में बोई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अक्टूबर-नवंबर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जून-जुलाई (मानसून पर)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जनवरी-फरवरी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मार्च-अप्रैल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खरीफ की फसलें वर्षा ऋतु (मानसून) के आगमन पर जून-जुलाई में बोई जाती हैं।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भारत में 'पीली क्रांति' (Yellow Revolution) का संबंध किसके उत्पादन में तीव्र वृद्धि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तिलहन (सरसों/सूर्यमुखी)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दालें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फल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भारत में 'पीली क्रांति' (Yellow Revolution) का संबंध किसके उत्पादन में तीव्र वृद्धि से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तिलहन (सरसों/सूर्यमुखी)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दालें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खाद्य तेलों और तिलहन (विशेषकर सरसों) के उत्पादन को बढ़ाने हेतु पीली क्रांति चलाई गई थी।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प्रत्येक वर्ष 'विश्व पर्यावरण दिवस' (World Environment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 जुलाई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प्रत्येक वर्ष 'विश्व पर्यावरण दिवस' (World Environment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5 जून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 जुलाई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पर्यावरण संरक्षण के प्रति जागरूकता फैलाने हेतु 5 जून को विश्व पर्यावरण दिवस मनाया जाता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1973 में उत्तराखंड के चमोली में वृक्षों की कटाई रोकने के लिए 'चिपको आंदोलन'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सुंदरलाल बहुगुणा एवं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1973 में उत्तराखंड के चमोली में वृक्षों की कटाई रोकने के लिए 'चिपको आंदोलन'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मेधा पाटकर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सुंदरलाल बहुगुणा एवं गौरा देवी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बाबा आमटे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पांडुरंग हेगड़े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सुंदरलाल बहुगुणा और गौरा देवी ने पेड़ों से चिपककर जंगल कटाई के विरुद्ध चिपको आंदोलन का नेतृत्व किया।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'एक सींग वाले गैंडे' (One-horned Rhino)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सुंदरवन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'एक सींग वाले गैंडे' (One-horned Rhino) के लिए भारत का कौन सा राष्ट्रीय उद्यान विश्व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जिम कॉर्बेट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काजीरंगा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गिर (गुजरात)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सुंदरवन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का काजीरंगा राष्ट्रीय उद्यान दुर्लभ एक सींग वाले गैंडे का सबसे बड़ा प्राकृतिक आवास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एशियाई बब्बर शेरों (Asiatic Lion) के लिए भारत का एकमात्र प्राकृतिक आवास कौन सा राष्ट्रीय उद्यान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रणथंभौर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गिर राष्ट्रीय उद्यान (गुजरात)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कान्हा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बांदीपुर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एशियाई बब्बर शेरों (Asiatic Lion) के लिए भारत का एकमात्र प्राकृतिक आवास कौन सा राष्ट्रीय उद्यान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रणथंभौर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गिर राष्ट्रीय उद्यान (गुजरात)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कान्हा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बांदीपुर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गुजरात का गिर राष्ट्रीय उद्यान एशियाई शेरों के संरक्षण हेतु पूरे एशिया में प्रसिद्ध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का प्रथम राष्ट्रीय उद्यान कौन सा है जिसे 1936 में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 (उत्तराखंड)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सुंदरवन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काजीरंगा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बांधवगढ़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का प्रथम राष्ट्रीय उद्यान कौन सा है जिसे 1936 में स्थापित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जिम कॉर्बेट (उत्तराखंड)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सुंदरवन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काजीरंगा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बांधवगढ़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जिम कॉर्बेट (मूल नाम: हैली नेशनल पार्क) 1936 में स्थापित भारत का पहला राष्ट्रीय उद्यान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उत्तर प्रदेश का एकमात्र प्रसिद्ध राष्ट्रीय उद्यान 'दुधवा राष्ट्रीय उद्यान'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झांसी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लखीमपुर खीरी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वाराणसी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गोरखपुर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उत्तर प्रदेश का एकमात्र प्रसिद्ध राष्ट्रीय उद्यान 'दुधवा राष्ट्रीय उद्यान'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झांसी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लखीमपुर खीरी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वाराणसी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गोरखपुर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दुधवा राष्ट्रीय उद्यान UP के लखीमपुर खीरी में स्थित प्रसिद्ध बाघ एवं बारहसिंगा अभयारण्य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बिहार का एकमात्र राष्ट्रीय उद्यान (टाइगर रिजर्व) 'वाल्मीकि राष्ट्रीय उद्यान'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पश्चिमी चंपारण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रोहतास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भागलपुर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बिहार का एकमात्र राष्ट्रीय उद्यान (टाइगर रिजर्व) 'वाल्मीकि राष्ट्रीय उद्यान'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पश्चिमी चंपारण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रोहतास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भागलपुर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वाल्मीकि राष्ट्रीय उद्यान बिहार के पश्चिमी चंपारण जिले में नेपाल सीमा पर स्थित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'ग्लोबल वार्मिंग' (भूमंडलीय तापन) के लिए मुख्य रूप से कौन सी गैस उत्तरदायी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 (CO2)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हीलियम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'ग्लोबल वार्मिंग' (भूमंडलीय तापन) के लिए मुख्य रूप से कौन सी गैस उत्तरदायी मानी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कार्बन डाइऑक्साइड (CO2)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हीलियम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CO2 और मीथेन जैसी ग्रीनहाउस गैसें पृथ्वी की गर्मी को रोककर तापमान बढ़ाती हैं।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भूकंप की तीव्रता मापने के लिए किस वैज्ञानिक पैमाने (Scale)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केल्विन स्केल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भूकंप की तीव्रता मापने के लिए किस वैज्ञानिक पैमाने (Scale)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रिएक्टर स्केल (Richter Scale)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सेल्सियस स्केल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डेसिबल स्केल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केल्विन स्केल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रिएक्टर स्केल पर भूकंप की तीव्रता और ऊर्जा विमुक्ति का मापन किया जाता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भूकंपीय तरंगों की गति को धरातल पर दर्ज (अंकित) करने वाले वैज्ञानिक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सीस्मोग्राफ (Seismograph)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अल्टीमीटर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एनीमोमीटर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भूकंपीय तरंगों की गति को धरातल पर दर्ज (अंकित) करने वाले वैज्ञानिक यंत्र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सीस्मोग्राफ (Seismograph)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अल्टीमीटर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एनीमोमीटर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सीस्मोग्राफ भूकंप के झटकों और तरंगों का रेखांकन करता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विश्व का एकमात्र 'तैरता हुआ राष्ट्रीय उद्यान' (केबुल लामजाओ) भारत के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सिक्किम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विश्व का एकमात्र 'तैरता हुआ राष्ट्रीय उद्यान' (केबुल लामजाओ) भारत के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मणिपुर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मेघालय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सिक्किम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मणिपुर की लोकटक झील पर तैरता हुआ केबुल लामजाओ पार्क संगाई हिरण हेतु प्रसिद्ध है।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अम्ल वर्षा (Acid Rain) के लिए वायुमंडल में उपस्थित मुख्य प्रदूषक गैसें कौन सी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 व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सल्फर डाइऑक्साइड (SO2) व नाइट्रोजन ऑक्साइड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हीलियम व आर्गन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ओजोन व हाइड्रोजन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अम्ल वर्षा (Acid Rain) के लिए वायुमंडल में उपस्थित मुख्य प्रदूषक गैसें कौन सी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ऑक्सीजन व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सल्फर डाइऑक्साइड (SO2) व नाइट्रोजन ऑक्साइड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हीलियम व आर्गन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ओजोन व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SO2 और NO2 गैसें वर्षा जल में घुलकर सल्फ्यूरिक और नाइट्रिक अम्ल बनाती हैं।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भारत सरकार द्वारा बाघों की घटती संख्या को बचाने हेतु 'प्रोजेक्ट टाइगर' किस वर्ष शुरू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1971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1973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1985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1992 ई.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भारत सरकार द्वारा बाघों की घटती संख्या को बचाने हेतु 'प्रोजेक्ट टाइगर' किस वर्ष शुरू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1971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1973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1985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1992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 अप्रैल 1973 को जिम कॉर्बेट नेशनल पार्क से प्रोजेक्ट टाइगर की शुरुआत की गई थी।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सूर्य की हानिकारक किरणों से रक्षा करने वाली ओजोन परत के संरक्षण हेतु 'विश्व ओजोन दिवस' कब मनाते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दिसंबर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सूर्य की हानिकारक किरणों से रक्षा करने वाली ओजोन परत के संरक्षण हेतु 'विश्व ओजोन दिवस' कब मनाते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22 अप्रैल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16 सितंबर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दिसंबर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मॉन्ट्रियल प्रोटोकॉल की याद में 16 सितंबर को विश्व ओजोन दिवस मनाया जाता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समुद्र के भीतर शक्तिशाली भूकंप से उत्पन्न होने वाली विनाशकारी विशाल समुद्री लहरों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ज्वार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सुनामी (Tsunami)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धारा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समुद्र के भीतर शक्तिशाली भूकंप से उत्पन्न होने वाली विनाशकारी विशाल समुद्री लहरों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ज्वार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सुनामी (Tsunami)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धारा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सुनामी जापानी शब्द है जिसका अर्थ बंदरगाह की विनाशकारी महासागरीय लहरें होता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सौरमंडल के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शनि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सौरमंडल के किस ग्रह को 'भोर का तारा' (Morning Star) या 'सांझ का तारा'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बुध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शुक्र (Venus)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शनि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शुक्र सबसे चमकीला और गर्म ग्रह है तथा पृथ्वी की जुड़वां बहन कहलाता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पृथ्वी पर दिन और रात का बनना पृथ्वी की किस गति का मुख्य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कक्षीय झुकाव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पृथ्वी पर दिन और रात का बनना पृथ्वी की किस गति का मुख्य परिणाम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कक्षीय झुकाव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अपनी धुरी पर 24 घंटे में घूमती है जिससे दिन और रात बनते हैं।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कर्क रेखा (23½° उत्तर)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 राज्यों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 राज्यों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 राज्यों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 राज्यों से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कर्क रेखा (23½° उत्तर)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 राज्यों से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7 राज्यों से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8 राज्यों से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 राज्यों से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कर्क रेखा भारत के 8 राज्यों से गुजरती है: गुजरात, राजस्थान, MP, छत्तीसगढ़, झारखंड, प. बंगाल, त्रिपुरा, मिजोरम।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भारतीय मानक समय (IST) ग्रीनविच मानक समय (GMT) से कितने समय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 घंटे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भारतीय मानक समय (IST) ग्रीनविच मानक समय (GMT) से कितने समय आगे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 घंटे 30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5 घंटे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5 घंटे 30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 घंटे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82½° पूर्वी देशांतर के आधार पर भारतीय समय GMT से 5 घंटे 30 मिनट आगे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[Haryana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बादल बनना, वर्षा, तूफान और कोहरा जैसी सभी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क्षोभमंडल (Troposphere)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आयनमंडल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[Haryana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बादल बनना, वर्षा, तूफान और कोहरा जैसी सभी मौसमी घटनाएं किस मंडल में होती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समतापमंडल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क्षोभमंडल (Troposphere)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आयनमंडल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क्षोभमंडल वायुमंडल की सबसे निचली परत है जहां समस्त मौसम घटनाएं होती हैं।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सूर्य की हानिकारक पराबैंगनी किरणों को सोखने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समतापमंडल (Stratosphere)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बहिर्मंडल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सूर्य की हानिकारक पराबैंगनी किरणों को सोखने वाली ओजोन परत किस मंडल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क्षोभमंडल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समतापमंडल (Stratosphere)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मध्यमंडल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बहिर्मंडल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समतापमंडल में स्थित ओजोन परत पृथ्वी की सुरक्षा छतरी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वायुमंडलीय दाब मापने के लिए किस वैज्ञानिक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थर्मामीटर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लैक्टोमीटर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वायुमंडलीय दाब मापने के लिए किस वैज्ञानिक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थर्मामीटर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सीस्मोग्राफ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लैक्टोमीटर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बैरोमीटर से वायुदाब मापा जाता है; पारे का अचानक गिरना तूफान का संकेत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दक्षिण भारत (प्रायद्वीपीय भारत) की सबसे लंबी नदी कौन सी है जिसे 'दक्षिण गंगा'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महानदी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दक्षिण भारत (प्रायद्वीपीय भारत) की सबसे लंबी नदी कौन सी है जिसे 'दक्षिण गंगा'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कृष्णा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कावेरी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गोदावरी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महानदी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गोदावरी (1465 किमी) दक्षिण भारत की सबसे लंबी नदी है और वृद्ध गंगा कहलाती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अरब सागर में गिरने वाली और भ्रंश घाटी से होकर बहने वाली प्रमुख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कृष्णा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अरब सागर में गिरने वाली और भ्रंश घाटी से होकर बहने वाली प्रमुख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नर्मदा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गोदावरी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कृष्णा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नर्मदा और ताप्ती नदियां पश्चिम की ओर बहकर अरब सागर में गिरती हैं।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07: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07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07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