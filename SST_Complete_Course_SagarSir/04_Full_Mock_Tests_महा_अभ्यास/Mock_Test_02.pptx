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02 • सम्पूर्ण सामाजिक विज्ञान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02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2-स्लाइड इंटरैक्टिव पैटर्न (Answer Hidden Mode)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02: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भारतीय संविधान की प्रारूप समिति (Drafting Committee) के अध्यक्ष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बी.आर.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पं. नेहरू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भारतीय संविधान की प्रारूप समिति (Drafting Committee) के अध्यक्ष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डॉ. बी.आर.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पं. नेहरू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डॉ. अंबेडकर को 'भारतीय संविधान का जनक' कहा जाता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संविधान सभा के स्थायी अध्यक्ष के रूप में किन्हें चुना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सच्चिदानंद सिन्हा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राजेंद्र प्रसाद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बी.एन. राव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डॉ. राधाकृष्णन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संविधान सभा के स्थायी अध्यक्ष के रूप में किन्हें चुना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सच्चिदानंद सिन्हा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डॉ. राजेंद्र प्रसाद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बी.एन. राव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डॉ. राधाकृष्णन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11 दिसंबर 1946 को डॉ. राजेंद्र प्रसाद स्थायी अध्यक्ष चुने गए थे।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भारतीय संविधान को तैयार होने में कुल कितना समय लगा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 वर्ष 11 माह 18 दिन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 वर्ष 1 माह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 वर्ष 9 माह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 वर्ष 11 माह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भारतीय संविधान को तैयार होने में कुल कितना समय लगा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2 वर्ष 11 माह 18 दिन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3 वर्ष 1 माह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 वर्ष 9 माह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 वर्ष 11 माह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9 दिसंबर 1946 से 26 नवंबर 1949 तक 2 वर्ष 11 माह 18 दिन लगे।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में प्रत्येक वर्ष 'संविधान दिवस'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15 अगस्त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26 जनवरी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26 नवंबर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 अक्टूबर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में प्रत्येक वर्ष 'संविधान दिवस'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15 अगस्त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26 जनवरी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26 नवंबर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 अक्टूबर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26 नवंबर 1949 को संविधान अंगीकृत होने के कारण संविधान दिवस मनाते हैं।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[MP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वर्तमान में भारतीय नागरिकों को कुल कितने मौलिक अधिकार प्राप्त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[MP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वर्तमान में भारतीय नागरिकों को कुल कितने मौलिक अधिकार प्राप्त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मूल संविधान में 7 थे, 1978 में संपत्ति का अधिकार हटने से अब 6 हैं।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[All India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डॉ. अंबेडकर ने किस अनुच्छेद को 'संविधान का हृदय और आत्मा'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[All India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डॉ. अंबेडकर ने किस अनुच्छेद को 'संविधान का हृदय और आत्मा'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अनुच्छेद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अनुच्छेद 32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32 'संवैधानिक उपचारों का अधिकार'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6 से 14 वर्ष के बच्चों को निशुल्क व अनिवार्य शिक्षा का अधिकार किस अनुच्छेद में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19A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21A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51A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6 से 14 वर्ष के बच्चों को निशुल्क व अनिवार्य शिक्षा का अधिकार किस अनुच्छेद में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19A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21A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51A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86वें संशोधन 2002 द्वारा अनुच्छेद 21A में RTE जोड़ा गया।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संविधान के किस अनुच्छेद द्वारा छुआछूत (अस्पृश्यता) को समाप्त किया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संविधान के किस अनुच्छेद द्वारा छुआछूत (अस्पृश्यता) को समाप्त किया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17 अस्पृश्यता को दंडनीय अपराध घोषित करता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संपत्ति के अधिकार को किस संविधान संशोधन द्वारा मौलिक अधिकारों से हटाया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44वां संशोधन (1978)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86वां संशोधन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73वां संशोधन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संपत्ति के अधिकार को किस संविधान संशोधन द्वारा मौलिक अधिकारों से हटाया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44वां संशोधन (1978)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86वां संशोधन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73वां संशोधन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44वें संशोधन द्वारा संपत्ति का अधिकार कानूनी अधिकार बन गया।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लोकसभा का सदस्य बनने के लिए उम्मीदवार की न्यूनतम आयु कितनी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21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35 वर्ष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लोकसभा का सदस्य बनने के लिए उम्मीदवार की न्यूनतम आयु कितनी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21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30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35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लोकसभा और विधानसभा के लिए न्यूनतम आयु 25 वर्ष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राज्यसभा के सदस्यों का कार्यकाल कितने वर्ष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स्थायी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राज्यसभा के सदस्यों का कार्यकाल कितने वर्ष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6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स्थायी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राज्यसभा के सदस्यों का कार्यकाल 6 वर्ष होता है (सदन स्थायी है)।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भारत का राष्ट्रपति बनने के लिए न्यूनतम आयु सीमा क्या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25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30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40 वर्ष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भारत का राष्ट्रपति बनने के लिए न्यूनतम आयु सीमा क्या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25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30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35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40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58 के अनुसार राष्ट्रपति बनने हेतु न्यूनतम आयु 35 वर्ष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सर्वोच्च न्यायालय (Supreme Court) के न्यायाधीशों के अवकाश ग्रहण की उम्र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70 वर्ष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सर्वोच्च न्यायालय (Supreme Court) के न्यायाधीशों के अवकाश ग्रहण की उम्र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70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सुप्रीम कोर्ट के जज 65 वर्ष में और हाई कोर्ट के जज 62 वर्ष में रिटायर होते हैं।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FIR का पूरा नाम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First Information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Final Investigation Record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Fast Indian Rule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Federal Inquiry Report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FIR का पूरा नाम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First Information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Final Investigation Record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Fast Indian Rule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Federal Inquiry Report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First Information Report (प्रथम सूचना रिपोर्ट) पुलिस में सबसे पहले दर्ज होती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पंचायती राज व्यवस्था को किस संविधान संशोधन द्वारा संवैधानिक दर्जा दिया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73वां संशोधन (1992)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पंचायती राज व्यवस्था को किस संविधान संशोधन द्वारा संवैधानिक दर्जा दिया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73वां संशोधन (1992)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73वें संशोधन द्वारा 11वीं अनुसूची जोड़कर पंचायती राज को दर्जा मिला।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ग्राम पंचायत का चुनाव लड़ने के लिए उम्मीदवार की न्यूनतम आयु क्या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21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30 वर्ष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ग्राम पंचायत का चुनाव लड़ने के लिए उम्मीदवार की न्यूनतम आयु क्या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18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21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30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वोट देने की उम्र 18 वर्ष है, लेकिन पंचायत चुनाव लड़ने की उम्र 21 वर्ष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[Rajasthan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भारत में पहली बार पंचायती राज व्यवस्था किस राज्य और जिले में लागू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UP (प्रयागराज)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बिहार (सुपौल)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राजस्थान (नागौर)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MP (भोपाल)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[Rajasthan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भारत में पहली बार पंचायती राज व्यवस्था किस राज्य और जिले में लागू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UP (प्रयागराज)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बिहार (सुपौल)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राजस्थान (नागौर)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MP (भोपाल)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 अक्टूबर 1959 को राजस्थान के नागौर जिले में पं. नेहरू ने शुरुआत की।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संविधान के अनुसार किसी गिरफ्तार व्यक्ति को कितने घंटे में मजिस्ट्रेट के समक्ष पेश करना अनिवार्य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12 घंटे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24 घंटे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48 घंटे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72 घंटे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संविधान के अनुसार किसी गिरफ्तार व्यक्ति को कितने घंटे में मजिस्ट्रेट के समक्ष पेश करना अनिवार्य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12 घंटे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24 घंटे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48 घंटे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72 घंटे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22 के तहत 24 घंटे के भीतर पेश करना मौलिक अधिकार है।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भारतीय संविधान में वर्तमान में कुल कितने मौलिक कर्तव्य (अनु. 51A)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10 कर्तव्य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11 कर्तव्य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12 कर्तव्य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9 कर्तव्य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भारतीय संविधान में वर्तमान में कुल कितने मौलिक कर्तव्य (अनु. 51A)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10 कर्तव्य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11 कर्तव्य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12 कर्तव्य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9 कर्तव्य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42वें संशोधन द्वारा 10 जोड़े गए, वर्तमान में कुल 11 कर्तव्य हैं।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भारत में वयस्क मताधिकार (वोट देने) की न्यूनतम आयु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16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18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21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25 वर्ष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भारत में वयस्क मताधिकार (वोट देने) की न्यूनतम आयु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16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18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21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25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61वें संशोधन द्वारा मतदान की उम्र 21 से घटाकर 18 वर्ष की गई।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सौरमंडल के किस ग्रह को 'भोर का तारा' और 'पृथ्वी की जुड़वां बहन'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शनि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सौरमंडल के किस ग्रह को 'भोर का तारा' और 'पृथ्वी की जुड़वां बहन'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शनि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शुक्र सबसे चमकीला और सबसे गर्म ग्रह है।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पृथ्वी पर दिन और रात का बनना पृथ्वी की किस गति का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परिक्रमण गति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घूर्णन गति (दैनिक गति)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गुरुत्वाकर्षण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पृथ्वी पर दिन और रात का बनना पृथ्वी की किस गति का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परिक्रमण गति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घूर्णन गति (दैनिक गति)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गुरुत्वाकर्षण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24 घंटे में अपनी धुरी पर घूमती है जिससे दिन और रात होते हैं।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आयरन ऑक्साइड की अधिकता के कारण किस ग्रह को 'लाल ग्रह' (Red Planet)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शनि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आयरन ऑक्साइड की अधिकता के कारण किस ग्रह को 'लाल ग्रह' (Red Planet)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शनि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मंगल ग्रह की मिट्टी में लौह ऑक्साइड होने से यह लाल दिखता है।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भारतीय मानक समय रेखा (IST) किस देशांतर से होकर गुजरती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80° पूर्व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82½° पूर्वी देशांतर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85° पूर्व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90° पूर्व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भारतीय मानक समय रेखा (IST) किस देशांतर से होकर गुजरती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80° पूर्व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82½° पूर्वी देशांतर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85° पूर्व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90° पूर्व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82°30' पूर्वी देशांतर ग्रीनविच समय से 5 घंटे 30 मिनट आगे है।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सौरमंडल का सबसे बड़ा 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पृथ्वी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शनि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बृहस्पति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वरुण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सौरमंडल का सबसे बड़ा 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पृथ्वी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शनि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बृहस्पति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वरुण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बृहस्पति (Jupiter) सौरमंडल का सबसे विशाल ग्रह है।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पृथ्वी पर ऋतु परिवर्तन (मौसम बदलना) किस गति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घूर्णन गति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सूर्य के चारों ओर परिक्रमण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चंद्रमा का खिंचाव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ज्वालामुखी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पृथ्वी पर ऋतु परिवर्तन (मौसम बदलना) किस गति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घूर्णन गति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सूर्य के चारों ओर परिक्रमण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चंद्रमा का खिंचाव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ज्वालामुखी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365¼ दिन में सूर्य की परिक्रमा करती है जिससे मौसम बदलते हैं।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23½° उत्तरी अक्षांश रेखा को किस नाम से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भूमध्य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कर्क रेखा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मकर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आर्कटिक वृत्त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23½° उत्तरी अक्षांश रेखा को किस नाम से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भूमध्य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कर्क रेखा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मकर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आर्कटिक वृत्त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23½° उत्तर को कर्क रेखा कहते हैं जो भारत के 8 राज्यों से गुजरती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बादल, वर्षा, आंधी-तूफान जैसी मौसमी घटनाएं किस मंडल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क्षोभमंडल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आयनमंडल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बादल, वर्षा, आंधी-तूफान जैसी मौसमी घटनाएं किस मंडल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क्षोभमंडल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आयनमंडल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क्षोभमंडल (Troposphere) वायुमंडल की सबसे निचली परत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सूर्य की हानिकारक पराबैंगनी (UV) किरणों को रोकने वाली 'ओजोन परत' कहाँ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बहिर्मंडल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सूर्य की हानिकारक पराबैंगनी (UV) किरणों को रोकने वाली 'ओजोन परत' कहाँ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बहिर्मंडल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समतापमंडल (Stratosphere) में ओजोन परत स्थित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वायुमंडल में सर्वाधिक मात्रा में पाई जाने वाली गैस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नाइट्रोजन (78%)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हाइड्रोजन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वायुमंडल में सर्वाधिक मात्रा में पाई जाने वाली गैस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नाइट्रोजन (78%)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हाइड्रोजन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नाइट्रोजन 78% और ऑक्सीजन लगभग 21% पाई जाती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जेट वायुयान (हवाई जहाज) उड़ाने के लिए कौन सी परत सबसे आदर्श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आयनमंडल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मध्यमंडल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जेट वायुयान (हवाई जहाज) उड़ाने के लिए कौन सी परत सबसे आदर्श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आयनमंडल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मध्यमंडल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समतापमंडल में मौसम शांत रहता है इसलिए यह विमान हेतु आदर्श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विश्व का सबसे बड़ा और सबसे गहरा महासागर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अटलांटिक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हिंद महासागर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प्रशांत महासागर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आर्कटिक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विश्व का सबसे बड़ा और सबसे गहरा महासागर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अटलांटिक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हिंद महासागर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प्रशांत महासागर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आर्कटिक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प्रशांत महासागर सबसे बड़ा है और इसमें मेरियाना गर्त स्थित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रेडियो तरंगों को परावर्तित कर दूरसंचार संभव बनाने वाली परत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आयनमंडल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समतापमंडल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रेडियो तरंगों को परावर्तित कर दूरसंचार संभव बनाने वाली परत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आयनमंडल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समतापमंडल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आयनमंडल (Ionosphere) रेडियो तरंगों को परावर्तित करता है।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कपास की खेती के लिए सर्वाधिक उपयुक्त मिट्टी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जलोढ़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काली (रेगुर)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लाल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लेटराइट मिट्टी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कपास की खेती के लिए सर्वाधिक उपयुक्त मिट्टी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जलोढ़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काली (रेगुर)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लाल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लेटराइट मिट्टी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काली मिट्टी में नमी धारण क्षमता सर्वाधिक होती है।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भारत की सबसे लंबी नदी निम्नलिखित में से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यमुना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नर्मदा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भारत की सबसे लंबी नदी निम्नलिखित में से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यमुना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नर्मदा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गंगा 2525 किलोमीटर के साथ भारत की सबसे लंबी नदी है।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विश्व का सबसे बड़ा नदी डेल्टा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मिसिसिपी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सुंदरवन डेल्टा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नील डेल्टा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सिंधु डेल्टा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विश्व का सबसे बड़ा नदी डेल्टा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मिसिसिपी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सुंदरवन डेल्टा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नील डेल्टा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सिंधु डेल्टा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गंगा और ब्रह्मपुत्र द्वारा बंगाल की खाड़ी में सुंदरवन डेल्टा बनता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दक्षिण भारत की सबसे लंबी नदी जिसे 'दक्षिण गंगा' कहते हैं,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महानदी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दक्षिण भारत की सबसे लंबी नदी जिसे 'दक्षिण गंगा' कहते हैं,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गोदावरी नदी को दक्षिण गंगा या वृद्ध गंगा कहा जाता है।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[Gujarat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निम्नलिखित में से कौन सी नदी पश्चिम की ओर बहकर अरब सागर में गिरती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महानदी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नर्मदा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गोदावरी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[Gujarat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निम्नलिखित में से कौन सी नदी पश्चिम की ओर बहकर अरब सागर में गिरती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महानदी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नर्मदा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गोदावरी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नर्मदा और ताप्ती पश्चिम की ओर बहती हैं और डेल्टा नहीं बनातीं।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नवीन जलोढ़ मिट्टी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बांगर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खादर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रेगुर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भाबर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नवीन जलोढ़ मिट्टी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बांगर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खादर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रेगुर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भाबर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बाढ़ द्वारा लाई गई नई उपजाऊ मिट्टी को 'खादर' कहते हैं।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[Kerala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चाय एवं कॉफी की खेती के लिए कौन सी मिट्टी सबसे उपयुक्त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काली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लेटराइट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मरुस्थलीय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जलोढ़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[Kerala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चाय एवं कॉफी की खेती के लिए कौन सी मिट्टी सबसे उपयुक्त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काली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लेटराइट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मरुस्थलीय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जलोढ़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पहाड़ी ढलानों पर लेटराइट मिट्टी चाय-कॉफी हेतु सर्वोत्तम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निम्नलिखित में से किसे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पेट्रोलियम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ग्रेफाइट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लोहा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निम्नलिखित में से किसे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पेट्रोलियम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ग्रेफाइट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लोहा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पेट्रोलियम को इसके अत्यधिक महत्व के कारण काला सोना कहते हैं।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निम्नलिखित में से कौन एक 'नवीकरणीय संसाधन' नहीं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सौर ऊर्जा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पवन ऊर्जा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कोयला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जल ऊर्जा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निम्नलिखित में से कौन एक 'नवीकरणीय संसाधन' नहीं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सौर ऊर्जा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पवन ऊर्जा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कोयला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जल ऊर्जा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कोयला अनवीकरणीय जीवाश्म ईंधन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निम्नलिखित में से कौन सी फसल 'रबी फसल' का उदाहरण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धान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मक्का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गेहूं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कपास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निम्नलिखित में से कौन सी फसल 'रबी फसल' का उदाहरण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धान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मक्का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गेहूं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कपास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गेहूं, सरसों, चना सर्दियों में बोई जाने वाली रबी फसलें हैं।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भारत में 'हरित क्रांति' (Green Revolution) के जनक कौन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कुरियन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एम.एस. स्वामीनाथन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सुंदरलाल बहुगुणा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डॉ. भाभा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भारत में 'हरित क्रांति' (Green Revolution) के जनक कौन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कुरियन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डॉ. एम.एस. स्वामीनाथन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सुंदरलाल बहुगुणा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डॉ. भाभा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डॉ. स्वामीनाथन ने गेहूं उत्पादन में अभूतपूर्व वृद्धि करवाई थी।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[Assam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भारत में पहला खनिज तेल का कुआं कहाँ खोदा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बॉम्बे हाई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डिगबोई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जामनगर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[Assam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भारत में पहला खनिज तेल का कुआं कहाँ खोदा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बॉम्बे हाई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डिगबोई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जामनगर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1889 में असम के डिगबोई में पहला तेल कुआं खोदा गया।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[Jharkhand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झारखंड का 'झरिया' क्षेत्र किस खनिज के लिए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तांबा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कोयला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सोना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[Jharkhand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झारखंड का 'झरिया' क्षेत्र किस खनिज के लिए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तांबा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कोयला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सोना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झरिया कोयले के भंडार के लिए पूरे देश में प्रसिद्ध है।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सर्वोत्तम गुणवत्ता वाला कोयला कौन 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लिग्नाइट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बिटुमिनस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एंथ्रेसाइट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सर्वोत्तम गुणवत्ता वाला कोयला कौन 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लिग्नाइट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बिटुमिनस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एंथ्रेसाइट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एंथ्रेसाइट में 80-90% कार्बन होता है और यह सबसे उच्च कोटि का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प्रत्येक वर्ष 'विश्व पर्यावरण दिवस'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जून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 जुलाई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प्रत्येक वर्ष 'विश्व पर्यावरण दिवस'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5 जून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 जुलाई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5 जून को विश्व पर्यावरण दिवस मनाया जाता है।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[Assam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'एक सींग वाले गैंडे' के लिए कौन सा राष्ट्रीय उद्यान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जिम कॉर्बेट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काजीरंगा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गिर (गुजरात)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सुंदरवन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[Assam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'एक सींग वाले गैंडे' के लिए कौन सा राष्ट्रीय उद्यान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जिम कॉर्बेट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काजीरंगा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गिर (गुजरात)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सुंदरवन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काजीरंगा राष्ट्रीय उद्यान एक सींग वाले गैंडे हेतु विश्व प्रसिद्ध है।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[Uttarakhand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पेड़ों की कटाई रोकने के लिए 'चिपको आंदोलन' किसने चलाया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मेधा पाटकर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सुंदरलाल बहुगुणा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बाबा आमटे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डॉ. स्वामीनाथन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[Uttarakhand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पेड़ों की कटाई रोकने के लिए 'चिपको आंदोलन' किसने चलाया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मेधा पाटकर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सुंदरलाल बहुगुणा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बाबा आमटे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डॉ. स्वामीनाथन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सुंदरलाल बहुगुणा ने 1973 में उत्तराखंड में चिपको आंदोलन चलाया था।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02: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02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02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