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05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05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05: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आगरा के किले में न्याय की प्रसिद्ध 'सोने की जंजीर' किस मुग़ल सम्राट ने लगवाई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हुमायूं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आगरा के किले में न्याय की प्रसिद्ध 'सोने की जंजीर' किस मुग़ल सम्राट ने लगवाई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हुमायूं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जहांगीर न्यायप्रिय शासक था और उसने न्याय की जंजीर लगवाई थी।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किस मुग़ल सम्राट को 'जिंदा पीर' और 'आलमगीर' के नाम से भी जाना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औरंगजेब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बहादुर शाह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किस मुग़ल सम्राट को 'जिंदा पीर' और 'आलमगीर' के नाम से भी जाना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शाहजहां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औरंगजेब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बहादुर शाह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औरंगजेब अपने सादे जीवन और कठोर धार्मिक नियमों के कारण जिंदा पीर कहलाया।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1857 की महान क्रांति का प्रथम बिगुल 10 मई 1857 को किस छावनी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मेरठ छावनी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1857 की महान क्रांति का प्रथम बिगुल 10 मई 1857 को किस छावनी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मेरठ छावनी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 मई 1857 को मेरठ छावनी के सैनिकों ने खुला विद्रोह कर 'दिल्ली चलो' का नारा दिया।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1857 की क्रांति के प्रथम बलिदानी सैनिक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1857 की क्रांति के प्रथम बलिदानी सैनिक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बैरकपुर छावनी के 34वीं इन्फैंट्री के सैनिक मंगल पांडे को 8 अप्रैल 1857 को फांसी दी गई।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1857 की क्रांति का सबसे प्रमुख तात्कालिक कारण (Immediate Cause)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चर्बी वाले नए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सती प्रथा का अंत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रेलवे का निर्माण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1857 की क्रांति का सबसे प्रमुख तात्कालिक कारण (Immediate Cause)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चर्बी वाले नए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सती प्रथा का अंत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रेलवे का निर्माण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एनफील्ड राइफल के कारतूसों में गाय और सूअर की चर्बी की बात तात्कालिक चिंगारी बनी।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[MP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1857 की क्रांति के समय अंतिम मुग़ल सम्राट कौन थे, जिन्हें क्रांति का नेता चुना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 जफर (द्वितीय)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आलमगीर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[MP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1857 की क्रांति के समय अंतिम मुग़ल सम्राट कौन थे, जिन्हें क्रांति का नेता चुना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बहादुर शाह जफर (द्वितीय)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आलमगीर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विद्रोहियों ने 82 वर्षीय बहादुर शाह जफर को भारत का सम्राट घोषित किया था।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1857 की क्रांति में बिहार के जगदीशपुर (आरा) से नेतृत्व किस वीर योद्धा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1857 की क्रांति में बिहार के जगदीशपुर (आरा) से नेतृत्व किस वीर योद्धा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80 वर्ष के वृद्ध बाबू वीर कुंवर सिंह ने अदम्य वीरता से अंग्रेजों को हराया था।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1857 की क्रांति का प्रचार करने हेतु गुप्त प्रतीक चिन्ह क्या तय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तीर और 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कमल का फूल और रोटी (चपाती)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तलवार और 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तिरंगा झंडा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1857 की क्रांति का प्रचार करने हेतु गुप्त प्रतीक चिन्ह क्या तय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तीर और 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कमल का फूल और रोटी (चपाती)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तलवार और 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तिरंगा झंडा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कमल और रोटी गांव-गांव क्रांति का संदेश पहुंचाने का गुप्त माध्यम थे।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कानपुर में 1857 की क्रांति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नाना साहेब (धोंधू पंत)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रानी लक्ष्मीबाई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कानपुर में 1857 की क्रांति का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नाना साहेब (धोंधू पंत)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बहादुर शाह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रानी लक्ष्मीबाई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पेशवा बाजीराव द्वितीय के दत्तक पुत्र नाना साहेब ने कानपुर से नेतृत्व किया।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नाना साहेब के प्रसिद्ध और वीर सेनापति का क्या नाम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तात्या टोपे (रामचंद्र पांडुरंग)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बख्त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हकीम खां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नाना साहेब के प्रसिद्ध और वीर सेनापति का क्या नाम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तात्या टोपे (रामचंद्र पांडुरंग)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बख्त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हकीम खां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तात्या टोपे नाना साहेब के मुख्य सेनापति थे और छापामार युद्ध में निपुण थे।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लखनऊ (अवध) में 1857 की क्रांति का नेतृत्व किस साहसी महिला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रानी लक्ष्मीबाई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बेगम हजरत महल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लखनऊ (अवध) में 1857 की क्रांति का नेतृत्व किस साहसी महिला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रानी लक्ष्मीबाई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बेगम हजरत महल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सरोजिनी नायडू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एनी बेसेंट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बेगम हजरत महल ने अपने अल्पवयस्क पुत्र बिरजिस कादिर को नवाब घोषित कर लड़ाई लड़ी।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'हड़प नीति' या 'व्यपगत का सिद्धांत' (Doctrine of Lapse) किस अंग्रेज गवर्नर-जनरल 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वेलेजली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'हड़प नीति' या 'व्यपगत का सिद्धांत' (Doctrine of Lapse) किस अंग्रेज गवर्नर-जनरल ने लागू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वेलेजली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कर्जन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डलहौजी ने सतारा, झांसी, नागपुर आदि रियासतों को हड़पने की नीति बनाई।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अंग्रेजों ने 1856 में 'कुशासन का आरोप' लगाकर किस प्रमुख रियासत को हड़पा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अवध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झांसी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पंजाब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अंग्रेजों ने 1856 में 'कुशासन का आरोप' लगाकर किस प्रमुख रियासत को हड़पा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अवध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झांसी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सतारा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पंजाब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अवध के नवाब वाजिद अली शाह पर कुशासन का आरोप लगाकर अवध का विलय किया गया।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1857 की क्रांति के समय भारत का गवर्नर-जनरल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1857 की क्रांति के समय भारत का गवर्नर-जनरल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लॉर्ड डलहौजी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लॉर्ड कैनिंग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विलियम बेंटिक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कैनिंग क्रांति के समय गवर्नर-जनरल था और बाद में पहला वायसराय बना।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अंतिम मुग़ल सम्राट बहादुर शाह जफर को बंदी बनाकर अंग्रेजों ने कहाँ निर्वासित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अंडमान (कालापानी)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रंगून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कोलकाता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अंतिम मुग़ल सम्राट बहादुर शाह जफर को बंदी बनाकर अंग्रेजों ने कहाँ निर्वासित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अंडमान (कालापानी)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रंगून (बर्मा)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लंदन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कोलकाता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रंगून (म्यांमार) में निर्वासित किया गया जहां 1862 में उनकी मृत्यु हुई।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1857 की क्रांति के बाद किस अधिनियम द्वारा ईस्ट इंडिया कंपनी के शासन का अंत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1858 का भारत शासन अधिनियम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1861 का परिषद अधिनियम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1909 का मार्ले-मिंटो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1919 का एक्ट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1857 की क्रांति के बाद किस अधिनियम द्वारा ईस्ट इंडिया कंपनी के शासन का अंत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1858 का भारत शासन अधिनियम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1861 का परिषद अधिनियम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1909 का मार्ले-मिंटो एक्ट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1919 का एक्ट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1858 के एक्ट से कंपनी राज समाप्त हुआ और शासन सीधे ब्रिटिश क्राउन को मिला।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'वेदों की ओर लौटो' (Back to the Vedas)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'वेदों की ओर लौटो' (Back to the Vedas)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1875 में आर्य समाज की स्थापना की और वेदों की ओर लौटने का आह्वान किया।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कोलकाता में 1828 ई. में 'ब्रह्म समाज' की स्थापना किस महान समाज सुधारक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कोलकाता में 1828 ई. में 'ब्रह्म समाज' की स्थापना किस महान समाज सुधारक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को 'भारतीय पुनर्जागरण का पिता' कहा जाता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1829 में 'सती प्रथा' पर प्रतिबंध किस समाज सुधारक के प्रयासों से लगा?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1829 में 'सती प्रथा' पर प्रतिबंध किस समाज सुधारक के प्रयासों से लगा?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विलियम बेंटिक ने 1829 में राजा राममोहन राय के सहयोग से सती प्रथा बंद की।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स्वामी दयानंद सरस्वती द्वारा हिंदी में रचित प्रसिद्ध दार्शनिक ग्रंथ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सत्यार्थ प्रकाश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गीता रहस्य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आनंदमठ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गुलामगिरी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स्वामी दयानंद सरस्वती द्वारा हिंदी में रचित प्रसिद्ध दार्शनिक ग्रंथ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सत्यार्थ प्रकाश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गीता रहस्य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आनंदमठ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गुलामगिरी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सत्यार्थ प्रकाश स्वामी दयानंद सरस्वती की कालजयी पुस्तक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स्वामी विवेकानंद ने अमेरिका के शिकागो में विश्व धर्म संसद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1893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1905 ई.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स्वामी विवेकानंद ने अमेरिका के शिकागो में विश्व धर्म संसद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1893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1905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सितंबर 1893 के शिकागो धर्म सम्मेलन में स्वामी विवेकानंद का ऐतिहासिक भाषण हुआ था।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महाराष्ट्र में 1873 ई. में 'सत्यशोधक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महाराष्ट्र में 1873 ई. में 'सत्यशोधक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महात्मा ज्योतिबा फुले ने वंचितों के अधिकारों हेतु सत्यशोधक समाज बनाया।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प्रसिद्ध सामाजिक पुस्तक 'गुलामगिरी' (Gulamgiri) के लेखक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महात्मा ज्योतिबा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राजा राममोहन राय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प्रसिद्ध सामाजिक पुस्तक 'गुलामगिरी' (Gulamgiri) के लेखक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महात्मा ज्योतिबा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राजा राममोहन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1873 में ज्योतिबा फुले ने गुलामगिरी पुस्तक लिखी थी।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1856 में 'हिंदू विधवा पुनर्विवाह अधिनियम' किस समाज सुधारक के कठिन प्रयासों से पास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ईश्वरचंद्र विद्यासागर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1856 में 'हिंदू विधवा पुनर्विवाह अधिनियम' किस समाज सुधारक के कठिन प्रयासों से पास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ईश्वरचंद्र विद्यासागर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ईश्वरचंद्र विद्यासागर के प्रयासों से लॉर्ड कैनिंग ने 1856 में विधवा विवाह कानून बनाया।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स्वामी विवेकानंद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मूलशंकर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नरेंद्रनाथ दत्त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गदाधर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महेश दास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स्वामी विवेकानंद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मूलशंकर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नरेंद्रनाथ दत्त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गदाधर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महेश दास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विवेकानंद का बचपन का नाम नरेंद्रनाथ दत्त था। (मूलशंकर दयानंद सरस्वती का नाम था)।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स्वामी दयानंद सरस्वती ने 'आर्य समाज' की स्थापना (1875 ई.) कहाँ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कोलकाता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बंबई (मुंबई)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दिल्ली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स्वामी दयानंद सरस्वती ने 'आर्य समाज' की स्थापना (1875 ई.) कहाँ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कोलकाता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बंबई (मुंबई)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1875 में बंबई में आर्य समाज की स्थापना हुई थी।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स्वामी विवेकानंद ने 1897 ईस्वी में किस मिशन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ब्रह्म समाज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प्रार्थना समाज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रामकृष्ण मिशन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थियोसोफिकल सोसाइटी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स्वामी विवेकानंद ने 1897 ईस्वी में किस मिशन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ब्रह्म समाज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प्रार्थना समाज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रामकृष्ण मिशन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थियोसोफिकल सोसाइटी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अपने गुरु की स्मृति में बेलूर (कोलकाता) में रामकृष्ण मिशन की स्थापना की।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बंगाली साप्ताहिक पत्रिका 'संवाद कौमुदी' का संपादन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शिशिर कुमार घोष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अरविंद घोष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बंगाली साप्ताहिक पत्रिका 'संवाद कौमुदी' का संपादन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शिशिर कुमार घोष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अरविंद घोष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ने संवाद कौमुदी निकाली थी।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सर्वप्रथम 'स्वराज' शब्द का प्रयोग और 'भारत भारतीयों के लिए है'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महात्मा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सर्वप्रथम 'स्वराज' शब्द का प्रयोग और 'भारत भारतीयों के लिए है'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महात्मा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सबसे पहले स्वराज शब्द का प्रयोग किया था।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अलीगढ़ में 'मोहम्मडन एंग्लो-ओरिएंटल कॉलेज' (1875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मौलाना अबुल कलाम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सर सैयद अहमद खां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मोहम्मद अली जिन्ना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अलीगढ़ में 'मोहम्मडन एंग्लो-ओरिएंटल कॉलेज' (1875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मौलाना अबुल कलाम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सर सैयद अहमद खां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मोहम्मद अली जिन्ना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 सैयद अहमद खां ने आधुनिक शिक्षा हेतु अलीगढ़ कॉलेज (अब AMU) की स्थापना की।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रामकृष्ण परमहंस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नरेंद्रनाथ दत्त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गदाधर चट्टोपाध्याय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मूलशंकर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रामानुज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रामकृष्ण परमहंस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नरेंद्रनाथ दत्त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गदाधर चट्टोपाध्याय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मूलशंकर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रामानुज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रामकृष्ण परमहंस का वास्तविक नाम गदाधर चट्टोपाध्याय था।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भारतीय राष्ट्रीय कांग्रेस (INC) की स्थापना किस वर्ष और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1885 ई. (बंबई)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1880 ई. (कोलकाता)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1905 ई. (दिल्ली)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1917 ई. (मद्रास)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भारतीय राष्ट्रीय कांग्रेस (INC) की स्थापना किस वर्ष और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1885 ई. (बंबई)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1880 ई. (कोलकाता)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1905 ई. (दिल्ली)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1917 ई. (मद्रास)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28 दिसंबर 1885 को बंबई में ए.ओ. ह्यूम द्वारा कांग्रेस की स्थापना हुई।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'स्वराज मेरा जन्मसिद्ध अधिकार है और मैं इसे लेकर रहूंगा' का ऐतिहासिक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'स्वराज मेरा जन्मसिद्ध अधिकार है और मैं इसे लेकर रहूंगा' का ऐतिहासिक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लोकमान्य बाल गंगाधर तिलक ने यह प्रसिद्ध नारा दिया था।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महात्मा गांधी ने भारत में अपना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खेड़ा (गुजरात)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महात्मा गांधी ने भारत में अपना पहला सफल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खेड़ा (गुजरात)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चंपारण में नील की खेती की 'तिनकठिया प्रणाली' के विरोध में गांधीजी ने पहला सत्याग्रह किया।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पंजाब के अमृतसर में कुख्यात 'जलियांवाला बाग हत्याकांड'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1930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पंजाब के अमृतसर में कुख्यात 'जलियांवाला बाग हत्याकांड'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अप्रैल 1919 को बैसाखी के दिन जनरल डायर ने निहत्थी सभा पर गोलियां चलवाई थीं।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जलियांवाला बाग हत्याकांड के विरोध में किसने अंग्रेजों द्वारा दी गई 'नाइटहुड' उपाधि लौटा दी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रवींद्रनाथ टैगोर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पं.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जलियांवाला बाग हत्याकांड के विरोध में किसने अंग्रेजों द्वारा दी गई 'नाइटहुड' उपाधि लौटा दी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महात्मा गांधी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रवींद्रनाथ टैगोर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पं.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गुरुदेव रवींद्रनाथ टैगोर ने जलियांवाला बाग नरसंहार से आहत होकर नाइटहुड त्याग दी।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महात्मा गांधी ने 1930 में ऐतिहासिक 'दांडी मार्च' किस स्थान से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साबरमती आश्रम (अहमदाबाद)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वर्धा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चंपारण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महात्मा गांधी ने 1930 में ऐतिहासिक 'दांडी मार्च' किस स्थान से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साबरमती आश्रम (अहमदाबाद)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वर्धा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चंपारण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12 मार्च 1930 को साबरमती आश्रम से 78 सत्याग्रहियों के साथ दांडी मार्च शुरू हुआ।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महात्मा गांधी ने प्रसिद्ध 'करो या मरो' (Do or Die) का नारा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 सत्याग्रह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महात्मा गांधी ने प्रसिद्ध 'करो या मरो' (Do or Die) का नारा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 सत्याग्रह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भारत छोड़ो आंदोलन की घोषणा करते हुए यह नारा दिया गया।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चौरी-चौरा की हिंसक घटना के बाद गांधीजी ने किस आंदोलन को तत्काल स्थगित कर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रॉलेट सत्याग्रह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चौरी-चौरा की हिंसक घटना के बाद गांधीजी ने किस आंदोलन को तत्काल स्थगित कर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भारत छोड़ो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रॉलेट सत्याग्रह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4 फरवरी 1922 के चौरी-चौरा कांड के बाद गांधीजी ने असहयोग आंदोलन वापस लिया।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'तुम मुझे खून दो, मैं तुम्हें आजादी दूंगा' और 'दिल्ली चलो'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चंद्रशेखर आजाद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'तुम मुझे खून दो, मैं तुम्हें आजादी दूंगा' और 'दिल्ली चलो'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भगत 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चंद्रशेखर आजाद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नेताजी सुभाष चंद्र बोस ने आजाद हिंद फौज के सैनिकों को यह नारा दिया।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लॉर्ड कर्जन ने किस वर्ष 'बंगाल का विभाजन' (Partition of Bengal)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1900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1905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1911 ई.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लॉर्ड कर्जन ने किस वर्ष 'बंगाल का विभाजन' (Partition of Bengal)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1900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1905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1905 में कर्जन ने फूट डालने हेतु बंगाल का विभाजन किया, जिसके विरोध में स्वदेशी आंदोलन हुआ।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भारत के 'ग्रैंड ओल्ड मैन' (वयोवृद्ध पुरुष) के नाम से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दादाभाई नौरोजी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सुरेंद्रनाथ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गोपाल कृष्ण गोखले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फिरोजशाह मेहता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भारत के 'ग्रैंड ओल्ड मैन' (वयोवृद्ध पुरुष) के नाम से किन्हें जाना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दादाभाई नौरोजी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सुरेंद्रनाथ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गोपाल कृष्ण गोखले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फिरोजशाह मेहता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दादाभाई नौरोजी ने धन निष्कासन का सिद्धांत दिया और ब्रिटिश संसद के पहले भारतीय सदस्य बने।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भगत सिंह, सुखदेव और राजगुरु को किस तिथि को फांसी दी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23 मार्च 1931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जनवरी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 1931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भगत सिंह, सुखदेव और राजगुरु को किस तिथि को फांसी दी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23 मार्च 1931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जनवरी 1930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 1931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23 मार्च 1931 को लाहौर जेल में तीनों क्रांतिकारियों को फांसी दी गई (शहीद दिवस)।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बिहार में गांधीजी को चंपारण आने का न्योता किस किसान नेता 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राजकुमार शुक्ल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सहजानंद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डॉ. श्रीकृष्ण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राजेंद्र प्रसाद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बिहार में गांधीजी को चंपारण आने का न्योता किस किसान नेता 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राजकुमार शुक्ल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स्वामी सहजानंद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डॉ. श्रीकृष्ण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राजेंद्र प्रसाद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राजकुमार शुक्ल ने लखनऊ कांग्रेस (1916) में गांधीजी से मिलकर चंपारण आने का आग्रह किया था।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स्वतंत्र भारत के प्रथम गवर्नर-जनरल निम्नलिखित में से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माउंटबेटन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सी. राजगोपालाचारी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डॉ. राजेंद्र प्रसाद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पं. नेहरू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स्वतंत्र भारत के प्रथम गवर्नर-जनरल निम्नलिखित में से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लॉर्ड माउंटबेटन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सी. राजगोपालाचारी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डॉ. राजेंद्र प्रसाद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पं.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माउंटबेटन स्वतंत्र भारत के पहले गवर्नर-जनरल बने (प्रथम भारतीय गवर्नर-जनरल सी. राजगोपालाचारी थे)।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भारत पर प्रथम मुस्लिम आक्रमणकारी मुहम्मद बिन कासिम ने सिंध पर किस वर्ष विजय प्राप्त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712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1001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1191 ई.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भारत पर प्रथम मुस्लिम आक्रमणकारी मुहम्मद बिन कासिम ने सिंध पर किस वर्ष विजय प्राप्त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712 ईस्वी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1001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राजा दाहिर को हराकर सिंध जीता।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महमूद गजनवी के प्रसिद्ध 'सोमनाथ मंदिर' आक्रमण (1025 ई.) के समय वहां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पृथ्वीराज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महमूद गजनवी के प्रसिद्ध 'सोमनाथ मंदिर' आक्रमण (1025 ई.) के समय वहां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जयपाल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सोलंकी वंश के राजा भीमदेव प्रथम उस समय गुजरात के शासक थे।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तराइन का द्वितीय युद्ध (1192 ई.) जीतने के बाद भारत में मुस्लिम साम्राज्य की नींव किसने रखी?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इल्तुतमिश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तराइन का द्वितीय युद्ध (1192 ई.) जीतने के बाद भारत में मुस्लिम साम्राज्य की नींव किसने रखी?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इल्तुतमिश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1192 में मुहम्मद गोरी ने पृथ्वीराज चौहान को हराकर सल्तनत की नींव रखी।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दिल्ली सल्तनत में 'कुतुब मीनार' का निर्माण कार्य किसने पूरा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दिल्ली सल्तनत में 'कुतुब मीनार' का निर्माण कार्य किसने पूरा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ऐबक ने शुरुआत की और इल्तुतमिश ने इसे पूरा कराया।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 की प्रथम महिला मुस्लिम शासिका रजिया सुल्तान किसकी पुत्री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शम्सुद्दीन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नासिरुद्दीन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 की प्रथम महिला मुस्लिम शासिका रजिया सुल्तान किसकी पुत्री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शम्सुद्दीन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नासिरुद्दीन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की योग्य पुत्री रजिया 1236 ई. में गद्दी पर बैठी थीं।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05: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05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05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