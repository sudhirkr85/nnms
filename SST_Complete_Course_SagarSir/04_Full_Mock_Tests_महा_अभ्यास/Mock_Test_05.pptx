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05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05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05: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हुमायूं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जहांगीर न्यायप्रिय शासक था और उसने न्याय की जंजीर लगवाई थी।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औरंगजेब अपने सादे जीवन और कठोर धार्मिक नियमों के कारण जिंदा पीर कहलाया।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के सैनिकों ने खुला विद्रोह कर 'दिल्ली चलो' का नारा दिया।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34वीं इन्फैंट्री के सैनिक मंगल पांडे को 8 अप्रैल 1857 को फांसी दी गई।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एनफील्ड राइफल के कारतूसों में गाय और सूअर की चर्बी की बात तात्कालिक चिंगारी बनी।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विद्रोहियों ने 82 वर्षीय बहादुर शाह जफर को भारत का सम्राट घोषित किया था।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 के वृद्ध बाबू वीर कुंवर सिंह ने अदम्य वीरता से अंग्रेजों को हराया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और रोटी गांव-गांव क्रांति का संदेश पहुंचाने का गुप्त माध्यम थे।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पेशवा बाजीराव द्वितीय के दत्तक पुत्र नाना साहेब ने कानपुर से नेतृत्व किया।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हकीम खां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हकीम खां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तात्या टोपे नाना साहेब के मुख्य सेनापति थे और छापामार युद्ध में निपुण थे।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बेगम हजरत महल ने अपने अल्पवयस्क पुत्र बिरजिस कादिर को नवाब घोषित कर लड़ाई लड़ी।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ने सतारा, झांसी, नागपुर आदि रियासतों को हड़पने की नीति बनाई।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पंजाब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पंजाब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अवध के नवाब वाजिद अली शाह पर कुशासन का आरोप लगाकर अवध का विलय किया गया।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कैनिंग क्रांति के समय गवर्नर-जनरल था और बाद में पहला वायसराय बना।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कोलकाता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कोलकाता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रंगून (म्यांमार) में निर्वासित किया गया जहां 1862 में उनकी मृत्यु हुई।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1919 का एक्ट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1919 का एक्ट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1858 के एक्ट से कंपनी राज समाप्त हुआ और शासन सीधे ब्रिटिश क्राउन को मिला।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और वेदों की ओर लौटने का आह्वान किया।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'भारतीय पुनर्जागरण का पिता' कहा जाता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विलियम बेंटिक ने 1829 में राजा राममोहन राय के सहयोग से सती प्रथा बंद की।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गुलामगिरी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गुलामगिरी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की कालजयी पुस्तक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सितंबर 1893 के शिकागो धर्म सम्मेलन में स्वामी विवेकानंद का ऐतिहासिक भाषण हुआ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वंचितों के अधिकारों हेतु सत्यशोधक समाज बनाया।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1873 में ज्योतिबा फुले ने गुलामगिरी पुस्तक लिखी थी।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ईश्वरचंद्र विद्यासागर के प्रयासों से लॉर्ड कैनिंग ने 1856 में विधवा विवाह कानून बनाया।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महेश दास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महेश दास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विवेकानंद का बचपन का नाम नरेंद्रनाथ दत्त था। (मूलशंकर दयानंद सरस्वती का नाम था)।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दिल्ली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दिल्ली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1875 में बंबई में आर्य समाज की स्थापना हुई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अपने गुरु की स्मृति में बेलूर (कोलकाता) में रामकृष्ण मिशन की स्थापना की।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ने संवाद कौमुदी निकाली थी।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सबसे पहले स्वराज शब्द का प्रयोग किया था।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 सैयद अहमद खां ने आधुनिक शिक्षा हेतु अलीगढ़ कॉलेज (अब AMU) की स्थापना की।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रामानुज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रामानुज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रामकृष्ण परमहंस का वास्तविक नाम गदाधर चट्टोपाध्याय था।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भारतीय राष्ट्रीय कांग्रेस (INC) की स्थापना किस वर्ष और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भारतीय राष्ट्रीय कांग्रेस (INC) की स्थापना किस वर्ष और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'स्वराज मेरा जन्मसिद्ध अधिकार है और मैं इसे लेकर रहूंगा' का ऐतिहासिक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'स्वराज मेरा जन्मसिद्ध अधिकार है और मैं इसे लेकर रहूंगा' का ऐतिहासिक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प्रसिद्ध नारा दिया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महात्मा गांधी ने भारत में अपना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महात्मा गांधी ने भारत में अपना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नील की खेती की 'तिनकठिया प्रणाली' के विरोध में गांधीजी ने पहला सत्याग्रह किया।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पंजाब के अमृतसर में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1930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पंजाब के अमृतसर में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बैसाखी के दिन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जलियांवाला बाग हत्याकांड के विरोध में किसने अंग्रेजों द्वारा दी गई 'नाइटहुड' उपाधि लौटा दी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जलियांवाला बाग हत्याकांड के विरोध में किसने अंग्रेजों द्वारा दी गई 'नाइटहुड' उपाधि लौटा दी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गुरुदेव रवींद्रनाथ टैगोर ने जलियांवाला बाग नरसंहार से आहत होकर नाइटहुड त्याग दी।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महात्मा गांधी ने 1930 में ऐतिहासिक 'दांडी मार्च' किस स्थान से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साबरमती आश्रम (अहमदाबाद)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वर्धा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महात्मा गांधी ने 1930 में ऐतिहासिक 'दांडी मार्च' किस स्थान से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साबरमती आश्रम (अहमदाबाद)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वर्धा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चंपारण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आश्रम से 78 सत्याग्रहियों के साथ दांडी मार्च शुरू हुआ।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प्रसिद्ध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प्रसिद्ध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की घोषणा करते हुए यह नारा दिया गया।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चौरी-चौरा की हिंसक घटना के बाद गांधीजी ने किस आंदोलन को तत्काल स्थगित कर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रॉलेट सत्याग्रह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चौरी-चौरा की हिंसक घटना के बाद गांधीजी ने किस आंदोलन को तत्काल स्थगित कर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रॉलेट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 फरवरी 1922 के चौरी-चौरा कांड के बाद गांधीजी ने असहयोग आंदोलन वापस लिया।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'तुम मुझे खून दो, मैं तुम्हें आजादी दूंगा' और 'दिल्ली चलो'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चंद्रशेखर आजाद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'तुम मुझे खून दो, मैं तुम्हें आजादी दूंगा' और 'दिल्ली चलो'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चंद्रशेखर आजाद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नेताजी सुभाष चंद्र बोस ने आजाद हिंद फौज के सैनिकों को यह नारा दिया।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लॉर्ड कर्जन ने किस वर्ष 'बंगाल का विभाजन' (Partition of Bengal)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1900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1905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1911 ई.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लॉर्ड कर्जन ने किस वर्ष 'बंगाल का विभाजन' (Partition of Bengal)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1900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1905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1905 में कर्जन ने फूट डालने हेतु बंगाल का विभाजन किया, जिसके विरोध में स्वदेशी आंदोलन हुआ।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भारत के 'ग्रैंड ओल्ड मैन' (वयोवृद्ध पुरुष) के नाम से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दादाभाई नौरोजी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सुरेंद्रनाथ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गोपाल कृष्ण गोखले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फिरोजशाह मेहता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भारत के 'ग्रैंड ओल्ड मैन' (वयोवृद्ध पुरुष) के नाम से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दादाभाई नौरोजी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सुरेंद्रनाथ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गोपाल कृष्ण गोखले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फिरोजशाह मेहता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दादाभाई नौरोजी ने धन निष्कासन का सिद्धांत दिया और ब्रिटिश संसद के पहले भारतीय सदस्य बने।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भगत सिंह, सुखदेव और राजगुरु को किस तिथि को फांसी दी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23 मार्च 1931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 1931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भगत सिंह, सुखदेव और राजगुरु को किस तिथि को फांसी दी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23 मार्च 1931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 1931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23 मार्च 1931 को लाहौर जेल में तीनों क्रांतिकारियों को फांसी दी गई (शहीद दिवस)।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बिहार में गांधीजी को चंपारण आने का न्योता किस किसान नेता 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राजकुमार शुक्ल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सहजानंद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श्रीकृष्ण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राजेंद्र प्रसाद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बिहार में गांधीजी को चंपारण आने का न्योता किस किसान नेता 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राजकुमार शुक्ल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स्वामी सहजानंद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श्रीकृष्ण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राजेंद्र प्रसाद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राजकुमार शुक्ल ने लखनऊ कांग्रेस (1916) में गांधीजी से मिलकर चंपारण आने का आग्रह किया था।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स्वतंत्र भारत के प्रथम गवर्नर-जनरल निम्नलिखित में से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माउंटबेटन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पं. नेहरू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स्वतंत्र भारत के प्रथम गवर्नर-जनरल निम्नलिखित में से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माउंटबेटन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पं.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माउंटबेटन स्वतंत्र भारत के पहले गवर्नर-जनरल बने (प्रथम भारतीय गवर्नर-जनरल सी. राजगोपालाचारी थे)।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हराकर सिंध जीता।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पृथ्वीराज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इल्तुतमिश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इल्तुतमिश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में मुहम्मद गोरी ने पृथ्वीराज चौहान को हराकर सल्तनत की नींव रखी।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ने शुरुआत की और इल्तुतमिश ने इसे पूरा कराया।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योग्य पुत्री रजिया 1236 ई. में गद्दी पर बैठी थीं।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05: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05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05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