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Full Mock Test 05 • सम्पूर्ण सामाजिक विज्ञान (50 प्रश्न)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ऑल इंडिया NMMS संपूर्ण सामाजिक विज्ञान: फुल मॉक टेस्ट 05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इतिहास, नागरिक शास्त्र एवं भूगोल का 50-प्रश्नों का संपूर्ण अभ्यास (All India Pattern)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इतिहास के 20 अति-महत्वपूर्ण प्रश्न  ★  नागरिक शास्त्र एवं संविधान के 15 प्रश्न  ★  भूगोल एवं पर्यावरण के 15 प्रश्न  ★  ऑल इंडिया NMMS 35 में 35 अंक की 100% तैयारी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05: परीक्षा में 35/35 अंक लाने के 4 अचूक नियम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 rIns="457200"/>
          <a:lstStyle/>
          <a:p>
            <a:pPr algn="ctr">
              <a:defRPr sz="1900" b="1">
                <a:solidFill>
                  <a:srgbClr val="1E3A8A"/>
                </a:solidFill>
                <a:latin typeface="Segoe UI"/>
              </a:defRPr>
            </a:pPr>
            <a:r>
              <a:t>📖 मुख्य तथ्य एवं सिद्धांत (Key Concepts &amp; Exam Notes):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1: प्रश्न को पूरा और ध्यान से पढ़ें — कई बार प्रश्न में 'नहीं है' या 'सत्य नहीं है' छिपा होता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2: ऑप्शन्स का एलिमिनेशन (Elimination Method) — जो विकल्प निश्चित गलत हैं, उन्हें पहले मन में काटें।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3: समय प्रबंधन (Time Management) — SST के 35 प्रश्नों को हल करने में 25-30 मिनट से अधिक समय न लगाएं।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4: OMR शीट सावधानी से भरें — NMMS परीक्षा में कोई निगेटिव मार्किंग (Negative Marking) नहीं है, इसलिए सभी 35 प्रश्न हल करें!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50">
                <a:solidFill>
                  <a:srgbClr val="1E293B"/>
                </a:solidFill>
                <a:latin typeface="Segoe UI"/>
              </a:defRPr>
            </a:pPr>
            <a:r>
              <a:t>•  नियम 5: सागर सर का मंत्र — नियमित अभ्यास, पिछले वर्षों के प्रश्न (PYQs) और आत्मविश्वास ही सफलता की चाबी है।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आगरा के किले में न्याय की प्रसिद्ध 'सोने की जंजीर' किस मुग़ल सम्राट ने लगवाई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हुमायूं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1. आगरा के किले में न्याय की प्रसिद्ध 'सोने की जंजीर' किस मुग़ल सम्राट ने लगवाई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अकबर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जहांगीर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शाहजहां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हुमायूं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जहांगीर न्यायप्रिय शासक था और उसने न्याय की जंजीर लगवाई थी।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किस मुग़ल सम्राट को 'जिंदा पीर' और 'आलमगीर' के नाम से भी जाना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औरंगजेब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बहादुर शाह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2. किस मुग़ल सम्राट को 'जिंदा पीर' और 'आलमगीर' के नाम से भी जाना जाता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शाहजहां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औरंगजेब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जहांगीर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बहादुर शाह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औरंगजेब अपने सादे जीवन और कठोर धार्मिक नियमों के कारण जिंदा पीर कहलाया।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1857 की महान क्रांति का प्रथम बिगुल 10 मई 1857 को किस छावनी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मेरठ छावनी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कानपुर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  [All India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3. 1857 की महान क्रांति का प्रथम बिगुल 10 मई 1857 को किस छावनी से बजा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बैरकपुर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मेरठ छावनी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दिल्ली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कानपुर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10 मई 1857 को मेरठ छावनी के सैनिकों ने खुला विद्रोह कर 'दिल्ली चलो' का नारा दिया।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1857 की क्रांति के प्रथम बलिदानी सैनिक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4. 1857 की क्रांति के प्रथम बलिदानी सैनिक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तात्या टोपे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भगत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वीर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बैरकपुर छावनी के 34वीं इन्फैंट्री के सैनिक मंगल पांडे को 8 अप्रैल 1857 को फांसी दी गई।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1857 की क्रांति का सबसे प्रमुख तात्कालिक कारण (Immediate Cause)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चर्बी वाले नए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सती प्रथा का अंत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रेलवे का निर्माण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5. 1857 की क्रांति का सबसे प्रमुख तात्कालिक कारण (Immediate Cause)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चर्बी वाले नए कारतूस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भारी लगान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सती प्रथा का अंत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रेलवे का निर्माण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एनफील्ड राइफल के कारतूसों में गाय और सूअर की चर्बी की बात तात्कालिक चिंगारी बनी।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1857 की क्रांति के समय अंतिम मुग़ल सम्राट कौन थे, जिन्हें क्रांति का नेता चुना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 जफर (द्वितीय)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आलमगीर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#6  [MP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6. 1857 की क्रांति के समय अंतिम मुग़ल सम्राट कौन थे, जिन्हें क्रांति का नेता चुना गया?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शाह आलम द्वितीय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बहादुर शाह जफर (द्वितीय)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अकबर द्वितीय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आलमगीर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विद्रोहियों ने 82 वर्षीय बहादुर शाह जफर को भारत का सम्राट घोषित किया था।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1857 की क्रांति में बिहार के जगदीशपुर (आरा) से नेतृत्व किस वीर योद्धा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#7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7. 1857 की क्रांति में बिहार के जगदीशपुर (आरा) से नेतृत्व किस वीर योद्धा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नाना साहेब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बाबू वीर कुंवर सिंह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खान बहादुर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लियाकत अली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80 वर्ष के वृद्ध बाबू वीर कुंवर सिंह ने अदम्य वीरता से अंग्रेजों को हराया था।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1857 की क्रांति का प्रचार करने हेतु गुप्त प्रतीक चिन्ह क्या तय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तीर और 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कमल का फूल और रोटी (चपाती)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तलवार और 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तिरंगा झंडा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#8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8. 1857 की क्रांति का प्रचार करने हेतु गुप्त प्रतीक चिन्ह क्या तय किया गया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तीर और कमान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कमल का फूल और रोटी (चपाती)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तलवार और ढाल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तिरंगा झंडा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कमल और रोटी गांव-गांव क्रांति का संदेश पहुंचाने का गुप्त माध्यम थे।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कानपुर में 1857 की क्रांति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नाना साहेब (धोंधू पंत)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बहादुर शाह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रानी लक्ष्मीबाई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#9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9. कानपुर में 1857 की क्रांति का नेतृत्व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नाना साहेब (धोंधू पंत)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बहादुर शाह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रानी लक्ष्मीबाई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कुंवर सिंह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पेशवा बाजीराव द्वितीय के दत्तक पुत्र नाना साहेब ने कानपुर से नेतृत्व किया।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नाना साहेब के प्रसिद्ध और वीर सेनापति का क्या नाम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तात्या टोपे (रामचंद्र पांडुरंग)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बख्त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हकीम खां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10. नाना साहेब के प्रसिद्ध और वीर सेनापति का क्या नाम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तात्या टोपे (रामचंद्र पांडुरंग)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मंगल पांडे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बख्त खां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हकीम खां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तात्या टोपे नाना साहेब के मुख्य सेनापति थे और छापामार युद्ध में निपुण थे।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लखनऊ (अवध) में 1857 की क्रांति का नेतृत्व किस साहसी महिला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रानी लक्ष्मीबाई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बेगम हजरत महल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सरोजिनी नायडू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एनी बेसेंट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#11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11. लखनऊ (अवध) में 1857 की क्रांति का नेतृत्व किस साहसी महिला 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रानी लक्ष्मीबाई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बेगम हजरत महल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सरोजिनी नायडू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एनी बेसेंट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बेगम हजरत महल ने अपने अल्पवयस्क पुत्र बिरजिस कादिर को नवाब घोषित कर लड़ाई लड़ी।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'हड़प नीति' या 'व्यपगत का सिद्धांत' (Doctrine of Lapse) किस अंग्रेज गवर्नर-जनरल ने लागू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वेलेजली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कर्जन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#12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12. 'हड़प नीति' या 'व्यपगत का सिद्धांत' (Doctrine of Lapse) किस अंग्रेज गवर्नर-जनरल ने लागू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वेलेजली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कर्जन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डलहौजी ने सतारा, झांसी, नागपुर आदि रियासतों को हड़पने की नीति बनाई।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अंग्रेजों ने 1856 में 'कुशासन का आरोप' लगाकर किस प्रमुख रियासत को हड़पा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अवध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झांसी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सतारा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पंजाब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#13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13. अंग्रेजों ने 1856 में 'कुशासन का आरोप' लगाकर किस प्रमुख रियासत को हड़पा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अवध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झांसी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सतारा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पंजाब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अवध के नवाब वाजिद अली शाह पर कुशासन का आरोप लगाकर अवध का विलय किया गया।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1857 की क्रांति के समय भारत का गवर्नर-जनरल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लॉर्ड विलियम बेंटिक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#14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14. 1857 की क्रांति के समय भारत का गवर्नर-जनरल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लॉर्ड डलहौजी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लॉर्ड कैनिंग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लॉर्ड विलियम बेंटिक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लॉर्ड रिपन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कैनिंग क्रांति के समय गवर्नर-जनरल था और बाद में पहला वायसराय बना।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अंतिम मुग़ल सम्राट बहादुर शाह जफर को बंदी बनाकर अंग्रेजों ने कहाँ निर्वासित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अंडमान (कालापानी)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रंगून (बर्मा)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लंदन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कोलकाता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#15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15. अंतिम मुग़ल सम्राट बहादुर शाह जफर को बंदी बनाकर अंग्रेजों ने कहाँ निर्वासित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अंडमान (कालापानी)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रंगून (बर्मा)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लंदन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कोलकाता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रंगून (म्यांमार) में निर्वासित किया गया जहां 1862 में उनकी मृत्यु हुई।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1857 की क्रांति के बाद किस अधिनियम द्वारा ईस्ट इंडिया कंपनी के शासन का अंत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1858 का भारत शासन अधिनियम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1861 का परिषद अधिनियम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1909 का मार्ले-मिंटो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1919 का एक्ट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#16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16. 1857 की क्रांति के बाद किस अधिनियम द्वारा ईस्ट इंडिया कंपनी के शासन का अंत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1858 का भारत शासन अधिनियम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1861 का परिषद अधिनियम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1909 का मार्ले-मिंटो एक्ट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1919 का एक्ट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1858 के एक्ट से कंपनी राज समाप्त हुआ और शासन सीधे ब्रिटिश क्राउन को मिला।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'वेदों की ओर लौटो' (Back to the Vedas)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#17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17. 'वेदों की ओर लौटो' (Back to the Vedas) का प्रसिद्ध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स्वामी दयानंद सरस्वती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बाल गंगाधर तिलक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1875 में आर्य समाज की स्थापना की और वेदों की ओर लौटने का आह्वान किया।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कोलकाता में 1828 ई. में 'ब्रह्म समाज' की स्थापना किस महान समाज सुधारक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18. कोलकाता में 1828 ई. में 'ब्रह्म समाज' की स्थापना किस महान समाज सुधारक 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को 'भारतीय पुनर्जागरण का पिता' कहा जाता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1829 में 'सती प्रथा' पर प्रतिबंध किस समाज सुधारक के प्रयासों से लगा?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#19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19. भारत में 1829 में 'सती प्रथा' पर प्रतिबंध किस समाज सुधारक के प्रयासों से लगा?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केशवचंद्र सेन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ज्योतिबा फुले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विलियम बेंटिक ने 1829 में राजा राममोहन राय के सहयोग से सती प्रथा बंद की।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स्वामी दयानंद सरस्वती द्वारा हिंदी में रचित प्रसिद्ध दार्शनिक ग्रंथ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सत्यार्थ प्रकाश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गीता रहस्य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आनंदमठ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गुलामगिरी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#20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20. स्वामी दयानंद सरस्वती द्वारा हिंदी में रचित प्रसिद्ध दार्शनिक ग्रंथ का क्या नाम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सत्यार्थ प्रकाश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गीता रहस्य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आनंदमठ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गुलामगिरी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सत्यार्थ प्रकाश स्वामी दयानंद सरस्वती की कालजयी पुस्तक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स्वामी विवेकानंद ने अमेरिका के शिकागो में विश्व धर्म संसद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1893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1905 ई.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#21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21. स्वामी विवेकानंद ने अमेरिका के शिकागो में विश्व धर्म संसद में किस वर्ष भाषण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1885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1893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1897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1905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सितंबर 1893 के शिकागो धर्म सम्मेलन में स्वामी विवेकानंद का ऐतिहासिक भाषण हुआ था।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[Maharashtra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महाराष्ट्र में 1873 ई. में 'सत्यशोधक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#22  [Maharashtra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22. महाराष्ट्र में 1873 ई. में 'सत्यशोधक समाज'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ज्योतिबा फुले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डॉ. बी.आर. अंबेडकर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दयानंद सरस्वती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महात्मा ज्योतिबा फुले ने वंचितों के अधिकारों हेतु सत्यशोधक समाज बनाया।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प्रसिद्ध सामाजिक पुस्तक 'गुलामगिरी' (Gulamgiri) के लेखक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डॉ.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महात्मा ज्योतिबा फुले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राजा राममोहन राय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#23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23. प्रसिद्ध सामाजिक पुस्तक 'गुलामगिरी' (Gulamgiri) के लेखक निम्नलिखित में से कौन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डॉ. अंबेडकर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महात्मा ज्योतिबा फुले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पेरियार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राजा राममोहन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1873 में ज्योतिबा फुले ने गुलामगिरी पुस्तक लिखी थी।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1856 में 'हिंदू विधवा पुनर्विवाह अधिनियम' किस समाज सुधारक के कठिन प्रयासों से पास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ईश्वरचंद्र विद्यासागर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रवींद्रनाथ टैगोर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24. 1856 में 'हिंदू विधवा पुनर्विवाह अधिनियम' किस समाज सुधारक के कठिन प्रयासों से पास हुआ?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ईश्वरचंद्र विद्यासागर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रवींद्रनाथ टैगोर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ईश्वरचंद्र विद्यासागर के प्रयासों से लॉर्ड कैनिंग ने 1856 में विधवा विवाह कानून बनाया।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स्वामी विवेकानंद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मूलशंकर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नरेंद्रनाथ दत्त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गदाधर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महेश दास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#25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25. स्वामी विवेकानंद के बचपन का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मूलशंकर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नरेंद्रनाथ दत्त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गदाधर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महेश दास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विवेकानंद का बचपन का नाम नरेंद्रनाथ दत्त था। (मूलशंकर दयानंद सरस्वती का नाम था)।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स्वामी दयानंद सरस्वती ने 'आर्य समाज' की स्थापना (1875 ई.) कहाँ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कोलकाता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बंबई (मुंबई)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लाहौर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दिल्ली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#26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26. स्वामी दयानंद सरस्वती ने 'आर्य समाज' की स्थापना (1875 ई.) कहाँ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कोलकाता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बंबई (मुंबई)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लाहौर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दिल्ली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1875 में बंबई में आर्य समाज की स्थापना हुई थी।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स्वामी विवेकानंद ने 1897 ईस्वी में किस मिशन की स्थापना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ब्रह्म समाज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प्रार्थना समाज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रामकृष्ण मिशन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थियोसोफिकल सोसाइटी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#27  [All India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27. स्वामी विवेकानंद ने 1897 ईस्वी में किस मिशन की स्थापना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ब्रह्म समाज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प्रार्थना समाज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रामकृष्ण मिशन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थियोसोफिकल सोसाइटी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अपने गुरु की स्मृति में बेलूर (कोलकाता) में रामकृष्ण मिशन की स्थापना की।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बंगाली साप्ताहिक पत्रिका 'संवाद कौमुदी' का संपादन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शिशिर कुमार घोष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अरविंद घोष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#28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28. बंगाली साप्ताहिक पत्रिका 'संवाद कौमुदी' का संपादन किसने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ईश्वरचंद्र विद्यासागर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राजा राममोहन राय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शिशिर कुमार घोष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अरविंद घोष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राजा राममोहन राय ने संवाद कौमुदी निकाली थी।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सर्वप्रथम 'स्वराज' शब्द का प्रयोग और 'भारत भारतीयों के लिए है' किसने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महात्मा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लाला लाजपत राय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#29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29. सर्वप्रथम 'स्वराज' शब्द का प्रयोग और 'भारत भारतीयों के लिए है' किसने कहा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स्वामी दयानंद सरस्वती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महात्मा गांधी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लाला लाजपत राय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स्वामी दयानंद सरस्वती ने सबसे पहले स्वराज शब्द का प्रयोग किया था।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अलीगढ़ में 'मोहम्मडन एंग्लो-ओरिएंटल कॉलेज' (1875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मौलाना अबुल कलाम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सर सैयद अहमद खां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मोहम्मद अली जिन्ना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जाकिर हुसैन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#30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30. अलीगढ़ में 'मोहम्मडन एंग्लो-ओरिएंटल कॉलेज' (1875 ई.) की स्थापना किसने की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मौलाना अबुल कलाम आजाद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सर सैयद अहमद खां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मोहम्मद अली जिन्ना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जाकिर हुसैन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सर सैयद अहमद खां ने आधुनिक शिक्षा हेतु अलीगढ़ कॉलेज (अब AMU) की स्थापना की।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रामकृष्ण परमहंस का मूल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नरेंद्रनाथ दत्त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गदाधर चट्टोपाध्याय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मूलशंकर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रामानुज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#31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31. रामकृष्ण परमहंस का मूल नाम क्या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नरेंद्रनाथ दत्त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गदाधर चट्टोपाध्याय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मूलशंकर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रामानुज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रामकृष्ण परमहंस का वास्तविक नाम गदाधर चट्टोपाध्याय था।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भारतीय राष्ट्रीय कांग्रेस (INC) की स्थापना किस वर्ष और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#32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32. भारतीय राष्ट्रीय कांग्रेस (INC) की स्थापना किस वर्ष और कहाँ हुई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1885 ई. (बंबई)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1880 ई. (कोलकाता)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1905 ई. (दिल्ली)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1917 ई. (मद्रास)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28 दिसंबर 1885 को बंबई में ए.ओ. ह्यूम द्वारा कांग्रेस की स्थापना हुई।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'स्वराज मेरा जन्मसिद्ध अधिकार है और मैं इसे लेकर रहूंगा' का ऐतिहासिक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#33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33. 'स्वराज मेरा जन्मसिद्ध अधिकार है और मैं इसे लेकर रहूंगा' का ऐतिहासिक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लाला लाजपत राय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बाल गंगाधर तिलक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विपिन चंद्र 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लोकमान्य बाल गंगाधर तिलक ने यह प्रसिद्ध नारा दिया था।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महात्मा गांधी ने भारत में अपना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#34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34. महात्मा गांधी ने भारत में अपना पहला सफल सत्याग्रह 1917 में कहाँ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खेड़ा (गुजरात)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अहमदाबाद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चंपारण (बिहार)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चंपारण में नील की खेती की 'तिनकठिया प्रणाली' के विरोध में गांधीजी ने पहला सत्याग्रह किया।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पंजाब के अमृतसर में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26 जनवरी 1930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#35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35. पंजाब के अमृतसर में कुख्यात 'जलियांवाला बाग हत्याकांड' किस तिथि को हुआ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13 अप्रैल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 मई 1857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1947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26 जनवरी 1930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13 अप्रैल 1919 को बैसाखी के दिन जनरल डायर ने निहत्थी सभा पर गोलियां चलवाई थीं।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जलियांवाला बाग हत्याकांड के विरोध में किसने अंग्रेजों द्वारा दी गई 'नाइटहुड' उपाधि लौटा दी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#36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36. जलियांवाला बाग हत्याकांड के विरोध में किसने अंग्रेजों द्वारा दी गई 'नाइटहुड' उपाधि लौटा दी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महात्मा गांधी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रवींद्रनाथ टैगोर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पं. नेहरू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सुभाष चंद्र बोस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गुरुदेव रवींद्रनाथ टैगोर ने जलियांवाला बाग नरसंहार से आहत होकर नाइटहुड त्याग दी।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महात्मा गांधी ने 1930 में ऐतिहासिक 'दांडी मार्च' किस स्थान से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साबरमती आश्रम (अहमदाबाद)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वर्धा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चंपारण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दांडी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#37  [Haryana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37. महात्मा गांधी ने 1930 में ऐतिहासिक 'दांडी मार्च' किस स्थान से शुरू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साबरमती आश्रम (अहमदाबाद)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वर्धा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चंपारण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दांडी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12 मार्च 1930 को साबरमती आश्रम से 78 सत्याग्रहियों के साथ दांडी मार्च शुरू हुआ।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प्रसिद्ध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#38  [UP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38. महात्मा गांधी ने प्रसिद्ध 'करो या मरो' (Do or Die) का नारा किस आंदोलन में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भारत छोड़ो आंदोलन (1942)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चंपारण सत्याग्रह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8 अगस्त 1942 को भारत छोड़ो आंदोलन की घोषणा करते हुए यह नारा दिया गया।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चौरी-चौरा की हिंसक घटना के बाद गांधीजी ने किस आंदोलन को तत्काल स्थगित कर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रॉलेट सत्याग्रह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#39  [Bihar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39. चौरी-चौरा की हिंसक घटना के बाद गांधीजी ने किस आंदोलन को तत्काल स्थगित कर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असहयोग आंदोलन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सविनय अवज्ञा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भारत छोड़ो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रॉलेट सत्याग्रह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4 फरवरी 1922 के चौरी-चौरा कांड के बाद गांधीजी ने असहयोग आंदोलन वापस लिया।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'तुम मुझे खून दो, मैं तुम्हें आजादी दूंगा' और 'दिल्ली चलो'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चंद्रशेखर आजाद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#40  [Rajasthan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40. 'तुम मुझे खून दो, मैं तुम्हें आजादी दूंगा' और 'दिल्ली चलो' का नारा किसने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भगत सिंह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चंद्रशेखर आजाद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(C)  सुभाष चंद्र बोस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सरदार पटेल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(C)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नेताजी सुभाष चंद्र बोस ने आजाद हिंद फौज के सैनिकों को यह नारा दिया।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लॉर्ड कर्जन ने किस वर्ष 'बंगाल का विभाजन' (Partition of Bengal)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1900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1905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1907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1911 ई.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#41  [MP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41. लॉर्ड कर्जन ने किस वर्ष 'बंगाल का विभाजन' (Partition of Bengal) किया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1900 ई.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1905 ईस्वी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1907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1911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1905 में कर्जन ने फूट डालने हेतु बंगाल का विभाजन किया, जिसके विरोध में स्वदेशी आंदोलन हुआ।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भारत के 'ग्रैंड ओल्ड मैन' (वयोवृद्ध पुरुष) के नाम से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दादाभाई नौरोजी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सुरेंद्रनाथ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गोपाल कृष्ण गोखले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फिरोजशाह मेहता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#42  [UP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42. भारत के 'ग्रैंड ओल्ड मैन' (वयोवृद्ध पुरुष) के नाम से किन्हें जाना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दादाभाई नौरोजी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सुरेंद्रनाथ बनर्जी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गोपाल कृष्ण गोखले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फिरोजशाह मेहता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दादाभाई नौरोजी ने धन निष्कासन का सिद्धांत दिया और ब्रिटिश संसद के पहले भारतीय सदस्य बने।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2022]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भगत सिंह, सुखदेव और राजगुरु को किस तिथि को फांसी दी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23 मार्च 1931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26 जनवरी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15 अगस्त 1932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 अक्टूबर 1931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#43  [Haryana NMMS 2022]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43. भगत सिंह, सुखदेव और राजगुरु को किस तिथि को फांसी दी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23 मार्च 1931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26 जनवरी 1930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15 अगस्त 1932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2 अक्टूबर 1931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23 मार्च 1931 को लाहौर जेल में तीनों क्रांतिकारियों को फांसी दी गई (शहीद दिवस)।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2021]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बिहार में गांधीजी को चंपारण आने का न्योता किस किसान नेता 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राजकुमार शुक्ल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स्वामी सहजानंद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श्रीकृष्ण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डॉ. राजेंद्र प्रसाद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#44  [Bihar NMMS 2021]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44. बिहार में गांधीजी को चंपारण आने का न्योता किस किसान नेता ने दिया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राजकुमार शुक्ल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स्वामी सहजानंद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श्रीकृष्ण सिंह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डॉ. राजेंद्र प्रसाद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राजकुमार शुक्ल ने लखनऊ कांग्रेस (1916) में गांधीजी से मिलकर चंपारण आने का आग्रह किया था।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2025]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स्वतंत्र भारत के प्रथम गवर्नर-जनरल निम्नलिखित में से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लॉर्ड माउंटबेटन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पं. नेहरू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#45  [All India NMMS 2025]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45. स्वतंत्र भारत के प्रथम गवर्नर-जनरल निम्नलिखित में से कौन बने थे?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लॉर्ड माउंटबेटन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सी. राजगोपालाचारी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डॉ. राजेंद्र प्रसाद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पं. नेहरू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लॉर्ड माउंटबेटन स्वतंत्र भारत के पहले गवर्नर-जनरल बने (प्रथम भारतीय गवर्नर-जनरल सी. राजगोपालाचारी थे)।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भारत पर प्रथम मुस्लिम आक्रमणकारी मुहम्मद बिन कासिम ने सिंध पर किस वर्ष विजय प्राप्त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712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1001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1191 ई.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#46  [Bihar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46. भारत पर प्रथम मुस्लिम आक्रमणकारी मुहम्मद बिन कासिम ने सिंध पर किस वर्ष विजय प्राप्त की?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712 ईस्वी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1001 ई.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1025 ई.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1191 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712 ई. में राजा दाहिर को हराकर सिंध जीता।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महमूद गजनवी के प्रसिद्ध 'सोमनाथ मंदिर' आक्रमण (1025 ई.) के समय वहां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जयपाल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पृथ्वीराज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#47  [UP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47. महमूद गजनवी के प्रसिद्ध 'सोमनाथ मंदिर' आक्रमण (1025 ई.) के समय वहां का शासक कौन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(A)  भीमदेव प्रथम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(B)  मूलराज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जयपाल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पृथ्वीराज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(A)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सोलंकी वंश के राजा भीमदेव प्रथम उस समय गुजरात के शासक थे।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[Rajasthan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तराइन का द्वितीय युद्ध (1192 ई.) जीतने के बाद भारत में मुस्लिम साम्राज्य की नींव किसने रखी?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इल्तुतमिश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#48  [Rajasthan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48. तराइन का द्वितीय युद्ध (1192 ई.) जीतने के बाद भारत में मुस्लिम साम्राज्य की नींव किसने रखी?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मुहम्मद गोरी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महमूद गजनवी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इल्तुतमिश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1192 में मुहम्मद गोरी ने पृथ्वीराज चौहान को हराकर सल्तनत की नींव रखी।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2023]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दिल्ली सल्तनत में 'कुतुब मीनार' का निर्माण कार्य किसने पूरा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#49  [MP NMMS 2023]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49. दिल्ली सल्तनत में 'कुतुब मीनार' का निर्माण कार्य किसने पूरा करवाया था?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ऐबक ने शुरुआत की और इल्तुतमिश ने इसे पूरा कराया।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प्रथम महिला मुस्लिम शासिका रजिया सुल्तान किसकी पुत्री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शम्सुद्दीन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नासिरुद्दीन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PYQ अभ्यास प्रश्न #50  [Bihar NMMS 2024]  —  [उत्तर व व्याख्या]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1E3A8A"/>
                </a:solidFill>
                <a:latin typeface="Segoe UI"/>
              </a:defRPr>
            </a:pPr>
            <a:r>
              <a:t>प्र. 50. भारत की प्रथम महिला मुस्लिम शासिका रजिया सुल्तान किसकी पुत्री थीं?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(A)  कुतुबुद्दीन ऐबक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97280"/>
          </a:xfrm>
          <a:prstGeom prst="roundRect">
            <a:avLst/>
          </a:prstGeom>
          <a:solidFill>
            <a:srgbClr val="166534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✅ (B)  शम्सुद्दीन इल्तुतमिश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(C)  बलबन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86200"/>
            <a:ext cx="54406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>
              <a:defRPr sz="1500">
                <a:solidFill>
                  <a:srgbClr val="94A3B8"/>
                </a:solidFill>
                <a:latin typeface="Segoe UI"/>
              </a:defRPr>
            </a:pPr>
            <a:r>
              <a:t>(D)  नासिरुद्दीन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120640"/>
            <a:ext cx="11277295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सही उत्तर: (B)</a:t>
            </a:r>
          </a:p>
          <a:p>
            <a:pPr>
              <a:defRPr sz="1350">
                <a:solidFill>
                  <a:srgbClr val="14532D"/>
                </a:solidFill>
                <a:latin typeface="Segoe UI"/>
              </a:defRPr>
            </a:pPr>
            <a:r>
              <a:t>💡 व्याख्या: इल्तुतमिश की योग्य पुत्री रजिया 1236 ई. में गद्दी पर बैठी थीं।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मॉक टेस्ट 05: सागर सर की 1-मिनट मेमोरी चाबी (क्विक फॉर्मूला)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0292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इतिहास: गजनवी (1025), तराइन (1191/92), पानीपत (1526), 1857 (मेरठ), ब्रह्म समाज (1828), आर्य समाज (1875)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नागरिक शास्त्र: 2 वर्ष 11 माह 18 दिन, प्रारूप समिति (अंबेडकर), 6 मौलिक अधिकार, अनु. 32 (संविधान की आत्मा)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आर.टी.ई. (RTE) = अनु. 21A (86वां संशोधन 2002) | पंचायती राज = 73वां संशोधन 1992 (नागौर, 1959)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भूगोल: शुक्र (भोर का तारा/सबसे गर्म) | पृथ्वी घूर्णन = दिन-रात | परिक्रमण = ऋतुएं | 82½° पूर्व = IST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वायुमंडल: क्षोभमंडल = सभी मौसम घटनाएं | समतापमंडल = हवाई जहाज उड़ान + ओजोन परत | बैरोमीटर = वायुदाब</a:t>
            </a:r>
          </a:p>
          <a:p>
            <a:pPr>
              <a:spcBef>
                <a:spcPts val="1000"/>
              </a:spcBef>
              <a:defRPr sz="1500" b="1">
                <a:solidFill>
                  <a:srgbClr val="1E3A8A"/>
                </a:solidFill>
                <a:latin typeface="Segoe UI"/>
              </a:defRPr>
            </a:pPr>
            <a:r>
              <a:t>👉  भारत का भूगोल: गंगा = 2525 किमी | सुंदरवन डेल्टा | काली (रेगुर) मिट्टी = कपास | काला सोना = पेट्रोलियम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1E3A8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 lIns="0" tIns="36576" bIns="36576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आज का अभ्यास कार्य (Homework Questions)</a:t>
            </a:r>
          </a:p>
          <a:p>
            <a:pPr>
              <a:defRPr sz="1100">
                <a:solidFill>
                  <a:srgbClr val="FDE68A"/>
                </a:solidFill>
                <a:latin typeface="Segoe UI"/>
              </a:defRPr>
            </a:pPr>
            <a:r>
              <a:t>सागर कोचिंग सेंटर भगवानपुर (सुपौल) | मार्गदर्शक: श्रवण कुमार 'सागर' (Sagar Sir) | YouTube: NMMS King Sagar Sir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6309360"/>
            <a:ext cx="11460175" cy="411480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E3A8A"/>
                </a:solidFill>
                <a:latin typeface="Segoe UI"/>
              </a:defRPr>
            </a:pPr>
            <a:r>
              <a:t>Official Website: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188720"/>
            <a:ext cx="10728655" cy="4846320"/>
          </a:xfrm>
          <a:prstGeom prst="roundRect">
            <a:avLst/>
          </a:prstGeom>
          <a:solidFill>
            <a:srgbClr val="1E3A8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65760"/>
          <a:lstStyle/>
          <a:p>
            <a:pPr algn="ctr">
              <a:defRPr sz="2200" b="1">
                <a:solidFill>
                  <a:srgbClr val="FDE68A"/>
                </a:solidFill>
                <a:latin typeface="Segoe UI"/>
              </a:defRPr>
            </a:pPr>
            <a:r>
              <a:t>📝 आज का अभ्यास कार्य (Homework):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1: मॉक टेस्ट 05 में आपने 50 में से कितने अंक प्राप्त किए, अपनी डायरी में नोट करें।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2: जो प्रश्न गलत हुए, उनके सही उत्तर अपनी फेयर कॉपी में 2 बार लिखें।</a:t>
            </a:r>
          </a:p>
          <a:p>
            <a:pPr>
              <a:spcBef>
                <a:spcPts val="1400"/>
              </a:spcBef>
              <a:defRPr sz="1600" b="1">
                <a:solidFill>
                  <a:srgbClr val="FFFFFF"/>
                </a:solidFill>
                <a:latin typeface="Segoe UI"/>
              </a:defRPr>
            </a:pPr>
            <a:r>
              <a:t>प्रश्न 3: अगले मॉक टेस्ट के लिए इतिहास, भूगोल और नागरिक शास्त्र के शॉर्ट नोट्स दोहराएं।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65760"/>
            <a:ext cx="11277295" cy="6126480"/>
          </a:xfrm>
          <a:prstGeom prst="rect">
            <a:avLst/>
          </a:prstGeom>
          <a:solidFill>
            <a:srgbClr val="1E3A8A"/>
          </a:solidFill>
          <a:ln w="381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64008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10312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DE68A"/>
                </a:solidFill>
                <a:latin typeface="Segoe UI"/>
              </a:defRPr>
            </a:pPr>
            <a:r>
              <a:t>SAGAR COACHING CENTRE BHAGWANPUR</a:t>
            </a:r>
          </a:p>
          <a:p>
            <a:pPr algn="ctr">
              <a:defRPr sz="1600" b="1">
                <a:solidFill>
                  <a:srgbClr val="93C5FD"/>
                </a:solidFill>
                <a:latin typeface="Segoe UI"/>
              </a:defRPr>
            </a:pPr>
            <a:r>
              <a:t>NMMS All India (राष्ट्रीय आय-सह-मेधा छात्रवृत्ति)  •  मॉक टेस्ट 05 सम्पन्न! बधाई!</a:t>
            </a:r>
          </a:p>
          <a:p>
            <a:pPr algn="ctr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सागर कोचिंग सेंटर — आपकी सफलता, हमारा संकल्प!</a:t>
            </a:r>
          </a:p>
          <a:p>
            <a:pPr algn="ctr">
              <a:defRPr sz="1600">
                <a:solidFill>
                  <a:srgbClr val="F1F5F9"/>
                </a:solidFill>
                <a:latin typeface="Segoe UI"/>
              </a:defRPr>
            </a:pPr>
            <a:r>
              <a:t>इस टेस्ट की PDF डाउनलोड करें: sagarcoaching.tech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206240"/>
            <a:ext cx="9448495" cy="1188720"/>
          </a:xfrm>
          <a:prstGeom prst="roundRect">
            <a:avLst/>
          </a:prstGeom>
          <a:solidFill>
            <a:srgbClr val="284BA0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DE68A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 algn="ctr">
              <a:defRPr sz="1300">
                <a:solidFill>
                  <a:srgbClr val="FFFFFF"/>
                </a:solidFill>
                <a:latin typeface="Segoe UI"/>
              </a:defRPr>
            </a:pPr>
            <a:r>
              <a:t>YouTube: NMMS King Sagar Sir  ★  App: Sagar Coaching Centre (Play Store)  ★  Website: https://sagarcoaching.tech  ★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532120"/>
            <a:ext cx="94484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E2E8F0"/>
                </a:solidFill>
                <a:latin typeface="Segoe UI"/>
              </a:defRPr>
            </a:pPr>
            <a:r>
              <a:t>मार्गदर्शक: श्रवण कुमार 'सागर' (Sagar Sir)  | 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