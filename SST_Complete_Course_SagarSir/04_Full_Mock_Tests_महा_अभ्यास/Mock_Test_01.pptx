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01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01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आक्रमण करने वाला प्रथम अरब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भारत पर आक्रमण करने वाला प्रथम अरब मुस्लिम आक्रमणकारी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महमूद गजनवी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मोहम्मद बिन कासिम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गोरी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ईस्वी में मोहम्मद बिन कासिम ने सिंध पर सफल आक्रमण किया था।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ने गुजरात के प्रसिद्ध सोमनाथ मंदिर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1020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महमूद गजनवी ने गुजरात के प्रसिद्ध सोमनाथ मंदिर पर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1020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गजनवी ने अपने 16वें आक्रमण में सोमनाथ मंदिर को लूटा था।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'किताब-ए-हिंद' (तहकीक-ए-हिंद) नामक ऐतिहासिक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अलबेरूनी महमूद गजनवी के साथ भारत आया प्रसिद्ध विद्वान था।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'शाहनामा'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हसन निजामी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मिन्हाज-उस-सिराज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'शाहनामा' महाकाव्य के रचयिता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अलबेरूनी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फिरदौसी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हसन निजामी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मिन्हाज-उस-सिराज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शाहनामा की रचना महमूद गजनवी के राजकवि फिरदौसी ने की थी।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तराइन का प्रथम युद्ध (1191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तराइन का प्रथम युद्ध (1191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तराइन के द्वितीय युद्ध (1192 ई.) में किसकी विजय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पृथ्वीराज चौहान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जयचंद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कुतुबुद्दीन ऐबक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में मुहम्मद गोरी ने तराइन का दूसरा युद्ध जीतकर भारत में तुर्क सत्ता स्थापित की।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'पृथ्वीराज रासो' महाकाव्य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'पृथ्वीराज रासो' महाकाव्य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चंदबरदाई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बाणभट्ट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कल्हण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चंदबरदाई पृथ्वीराज चौहान के मित्र व राजकवि थे।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पुत्री रजिया सुल्तान 1236 ई. में दिल्ली की गद्दी पर बैठी थीं।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दिल्ली में 'कुतुब मीनार' के निर्माण का कार्य किसने शुरू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दिल्ली में 'कुतुब मीनार' के निर्माण का कार्य किसने शुरू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इल्तुतमिश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कुतुबुद्दीन ऐबक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कुतुबुद्दीन ऐबक ने कुतुब मीनार की नींव रखी, जबकि इसे पूरा इल्तुतमिश ने करवाया।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वस्तुओं के दाम स्थिर रखने हेतु कठोर बाजार नीति बनाई।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अपनी राजधानी दिल्ली से 'दौलताबाद' स्थानांतरित करने वाला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बलबन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अपनी राजधानी दिल्ली से 'दौलताबाद' स्थानांतरित करने वाला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बलबन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मुहम्मद बिन तुगलक ने 1327 ई. में राजधानी दिल्ली से देवगिरि (दौलताबाद) बदली।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2020]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'लौह एवं रक्त की नीति' अपनाने वाला दिल्ली सल्तनत का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[Haryana NMMS 2020]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'लौह एवं रक्त की नीति' अपनाने वाला दिल्ली सल्तनत का सुलतान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रजिया सुल्तान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गियासुद्दीन बलबन ने विद्रोहियों से निपटने के लिए कठोर लौह एवं रक्त नीति अपनाई।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आगरा शहर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बाबर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आगरा शहर की स्थापना (1504 ई.) किस शासक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बहलोल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सिकंदर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इब्राहिम लोदी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सिकंदर लोदी ने 1504 में यमुना तट पर आगरा नगर बसाया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मोरक्को (अफ्रीका) का यात्री इब्न बतूता किसके 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अकबर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मोरक्को (अफ्रीका) का यात्री इब्न बतूता किसके 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अलाउद्दीन खिलजी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बिन तुगलक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फिरोज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अकबर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इब्न बतूता 1333 ई. में तुगलक के काल में आया, जिसकी पुस्तक 'रेहला'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पानीपत का प्रथम युद्ध (21 अप्रैल 1526)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पानीपत का प्रथम युद्ध (21 अप्रैल 1526)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वंश की स्थापना की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'ग्रांड ट्रंक रोड'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'ग्रांड ट्रंक रोड' (GT Road) का निर्माण किस शासक ने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बंगाल से पेशावर तक सड़क-ए-आजम (GT Road) बनवाई थी।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हल्दीघाटी का ऐतिहासिक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हल्दीघाटी का ऐतिहासिक युद्ध (1576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मुग़ल सेनापति मानसिंह के बीच भीषण युद्ध हुआ।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'दीन-ए-इलाही' नामक नवीन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शाहजहां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'दीन-ए-इलाही' नामक नवीन धर्म की शुरुआत किस मुग़ल सम्राट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हुमायूं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अकबर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शाहजहां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ने 1582 ई. में सभी धर्मों के सद्गुणों को मिलाकर दीन-ए-इलाही शुरू किया।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'आईन-ए-अकबरी' एवं 'अकबरनामा'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फैजी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'आईन-ए-अकबरी' एवं 'अकबरनामा'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बीरबल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अबुल फजल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तानसेन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अकबर के नवरत्नों में शामिल अबुल फजल ने अकबरनामा लिखा था।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शेरशाह सूरी का प्रसिद्ध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लाहौर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शेरशाह सूरी का प्रसिद्ध मकबरा कहाँ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आगरा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सासाराम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लाहौर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का सुंदर अष्टकोणीय मकबरा बिहार के सासाराम में झील के मध्य स्थित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आगरा का 'ताजमहल' और दिल्ली का 'लाल किला' किसने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आगरा का 'ताजमहल' और दिल्ली का 'लाल किला' किसने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शाहजहां के काल को 'मुग़ल वास्तुकला का स्वर्ण युग' कहा जाता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से सैनिकों ने 'दिल्ली चलो' का नारा दिया।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1857 की क्रांति के प्रथम बलिदानी सैनिक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सैनिक मंगल पांडे को 8 अप्रैल 1857 को फांसी दी गई थी।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1857 की क्रांति का तात्कालिक कारण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चर्बी वाले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सती प्रथा निषेध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रेलवे निर्माण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1857 की क्रांति का तात्कालिक कारण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चर्बी वाले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सती प्रथा निषेध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रेलवे निर्माण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एनफील्ड राइफल के कारतूसों में गाय और सूअर की चर्बी की सूचना तात्कालिक कारण बनी।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1857 की क्रांति में बिहार के जगदीशपुर से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 के वृद्ध वीर कुंवर सिंह ने अदम्य वीरता से अंग्रेजों को हराया था।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विद्रोहियों ने बहादुर शाह जफर को भारत का सम्राट घोषित किया था।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[Rajasthan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झांसी में 1857 की क्रांति का नेतृत्व करने वाली वीरांगना लक्ष्मीबाई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मनु (मणिकर्णिका)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पद्मावती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जीजाबाई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अहिल्याबाई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रानी लक्ष्मीबाई के बचपन का नाम मणिकर्णिका (मनु) था।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1857 की क्रांति का प्रचार करने का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तीर-कमान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कमल और रोटी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तलवार-ढाल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1857 की क्रांति का प्रचार करने का प्रतीक चिन्ह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तीर-कमान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कमल और रोटी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तलवार-ढाल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का फूल और चपाती (रोटी) क्रांति का गुप्त प्रतीक चिन्ह था।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थी।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'ब्रह्म समाज' की स्थापना (1828 ई.)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'ब्रह्म समाज' की स्थापना (1828 ई.)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'भारतीय पुनर्जागरण का पिता' कहा जाता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में 1829 में 'सती प्रथा' का अंत किस समाज सुधारक के प्रयासों से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में 1829 में 'सती प्रथा' का अंत किस समाज सुधारक के प्रयासों से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विलियम बेंटिक ने 1829 में राजा राममोहन राय के सहयोग से सती प्रथा बंद की।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'सत्यार्थ प्रकाश' ग्रंथ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विवेकानंद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रामकृष्ण परमहंस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'सत्यार्थ प्रकाश' ग्रंथ के रचयिता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स्वामी विवेकानंद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रामकृष्ण परमहंस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महात्मा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का प्रमुख दार्शनिक ग्रंथ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स्वामी विवेकानंद ने अमेरिका के शिकागो में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1893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स्वामी विवेकानंद ने अमेरिका के शिकागो में धर्म सम्मेलन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1893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सितंबर 1893 के शिकागो धर्म संसद में स्वामी विवेकानंद का ऐतिहासिक भाषण हुआ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नारायण गुरु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नारायण गुरु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समाज सुधार हेतु सत्यशोधक समाज और 'गुलामगिरी' लिखी।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भारतीय राष्ट्रीय कांग्रेस के प्रथम अधिवेशन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व्योमेश चंद्र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दादाभाई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गोखले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भारतीय राष्ट्रीय कांग्रेस के प्रथम अधिवेशन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ए.ओ. ह्यूम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व्योमेश चंद्र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दादाभाई नौरोजी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गोखले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व्योमेश चंद्र बनर्जी (W.C. Bonnerjee) कांग्रेस के पहले अध्यक्ष थे।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बंगाल का विभाजन (1905 ई.) किस ब्रिटिश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बंगाल का विभाजन (1905 ई.) किस ब्रिटिश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1905 में लॉर्ड कर्जन ने फूट डालो और राज करो की नीति से बंगाल बांटा था।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नील की तिनकठिया खेती के विरोध में चंपारण में पहला सफल सत्याग्रह हुआ।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1930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अमृतसर में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गांधीजी ने चौरी-चौरा कांड (1922) के बाद कौन सा आंदोलन वापस लिया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गांधीजी ने चौरी-चौरा कांड (1922) के बाद कौन सा आंदोलन वापस लिया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गोरखपुर के चौरी-चौरा थाने में हिंसा के बाद गांधीजी ने असहयोग आंदोलन रोका।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गांधीजी ने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गांधीजी ने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शुरू करते समय यह नारा दिया गया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ऐतिहासिक नारा दिया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'तुम मुझे खून दो, मैं तुम्हें आजादी दूंगा'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चंद्रशेखर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भगत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नेताजी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'तुम मुझे खून दो, मैं तुम्हें आजादी दूंगा'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चंद्रशेखर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भगत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नेताजी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नेताजी सुभाष चंद्र बोस ने आजाद हिंद फौज के सैनिकों को यह नारा दिया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[Delhi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कांग्रेस की प्रथम महिला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सुचेता कृपलानी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इंदिरा गांधी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[Delhi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कांग्रेस की प्रथम महिला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सुचेता कृपलानी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इंदिरा गांधी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1917 में कोलकाता अधिवेशन में एनी बेसेंट पहली महिला अध्यक्ष बनी थीं।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की प्रथम भारतीय महिला कांग्रेस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कस्तूरबा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अरुणा आसफ अली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 की प्रथम भारतीय महिला कांग्रेस अध्यक्ष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सरोजिनी नायडू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एनी बेसेंट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कस्तूरबा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अरुणा आसफ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1925 में कानपुर अधिवेशन में सरोजिनी नायडू पहली भारतीय महिला अध्यक्ष बनीं।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गांधीजी ने प्रसिद्ध 'दांडी मार्च' नमक सत्याग्रह किस वर्ष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1920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1930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1942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गांधीजी ने प्रसिद्ध 'दांडी मार्च' नमक सत्याग्रह किस वर्ष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1920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1925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1930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1942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से दांडी यात्रा शुरू कर नमक कानून तोड़ा गया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मुस्लिम लीग की स्थापना 1906 ई. में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लाहौर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ढाका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कराची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मुस्लिम लीग की स्थापना 1906 ई. में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लाहौर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ढाका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कराची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ढाका में नवाब सलीमुल्लाह और आगा खां द्वारा मुस्लिम लीग बनाई गई थी।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के अंतिम ब्रिटिश गवर्नर जनरल / वायसराय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माउंटबेटन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डलहौजी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के अंतिम ब्रिटिश गवर्नर जनरल / वायसराय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कर्जन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माउंटबेटन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डलहौजी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माउंटबेटन भारत के अंतिम वायसराय और स्वतंत्र भारत के पहले गवर्नर जनरल थे।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स्वतंत्र भारत के प्रथम एवं अंतिम 'भारतीय' गवर्नर जनरल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स्वतंत्र भारत के प्रथम एवं अंतिम 'भारतीय' गवर्नर जनरल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चक्रवर्ती राजगोपालाचारी (राजाजी) स्वतंत्र भारत के एकमात्र भारतीय गवर्नर जनरल थे।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भारतीय राष्ट्रीय ध्वज 'तिरंगा' को संविधान सभा ने कब अपनाया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जुलाई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 अगस्त 1947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नवंबर 1949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भारतीय राष्ट्रीय ध्वज 'तिरंगा' को संविधान सभा ने कब अपनाया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22 जुलाई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15 अगस्त 1947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नवंबर 1949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22 जुलाई 1947 को संविधान सभा द्वारा राष्ट्रीय ध्वज अंगीकार किया गया था।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01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01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