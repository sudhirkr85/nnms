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6126480"/>
          </a:xfrm>
          <a:prstGeom prst="rect">
            <a:avLst/>
          </a:prstGeom>
          <a:solidFill>
            <a:srgbClr val="1E3A8A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64008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10312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DE68A"/>
                </a:solidFill>
                <a:latin typeface="Segoe UI"/>
              </a:defRPr>
            </a:pPr>
            <a:r>
              <a:t>SAGAR COACHING CENTRE BHAGWANPUR</a:t>
            </a:r>
          </a:p>
          <a:p>
            <a:pPr algn="ctr">
              <a:defRPr sz="1600" b="1">
                <a:solidFill>
                  <a:srgbClr val="93C5FD"/>
                </a:solidFill>
                <a:latin typeface="Segoe UI"/>
              </a:defRPr>
            </a:pPr>
            <a:r>
              <a:t>NMMS All India (राष्ट्रीय आय-सह-मेधा छात्रवृत्ति)  •  Full Mock Test 01 • सम्पूर्ण सामाजिक विज्ञान (50 प्रश्न)</a:t>
            </a:r>
          </a:p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ऑल इंडिया NMMS संपूर्ण सामाजिक विज्ञान: फुल मॉक टेस्ट 01</a:t>
            </a:r>
          </a:p>
          <a:p>
            <a:pPr algn="ctr">
              <a:defRPr sz="1600">
                <a:solidFill>
                  <a:srgbClr val="F1F5F9"/>
                </a:solidFill>
                <a:latin typeface="Segoe UI"/>
              </a:defRPr>
            </a:pPr>
            <a:r>
              <a:t>इतिहास, नागरिक शास्त्र एवं भूगोल का 50-प्रश्नों का संपूर्ण अभ्यास (All India Pattern)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206240"/>
            <a:ext cx="9448495" cy="1188720"/>
          </a:xfrm>
          <a:prstGeom prst="roundRect">
            <a:avLst/>
          </a:prstGeom>
          <a:solidFill>
            <a:srgbClr val="284BA0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DE68A"/>
                </a:solidFill>
                <a:latin typeface="Segoe UI"/>
              </a:defRPr>
            </a:pPr>
            <a:r>
              <a:t>🎯 आज की क्लास में क्या सीखेंगे (Key Topics):</a:t>
            </a:r>
          </a:p>
          <a:p>
            <a:pPr algn="ctr">
              <a:defRPr sz="1300">
                <a:solidFill>
                  <a:srgbClr val="FFFFFF"/>
                </a:solidFill>
                <a:latin typeface="Segoe UI"/>
              </a:defRPr>
            </a:pPr>
            <a:r>
              <a:t>इतिहास के 20 अति-महत्वपूर्ण प्रश्न  ★  नागरिक शास्त्र एवं संविधान के 15 प्रश्न  ★  भूगोल एवं पर्यावरण के 15 प्रश्न  ★  ऑल इंडिया NMMS 35 में 35 अंक की 100% तैयारी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532120"/>
            <a:ext cx="94484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E2E8F0"/>
                </a:solidFill>
                <a:latin typeface="Segoe UI"/>
              </a:defRPr>
            </a:pPr>
            <a:r>
              <a:t>मार्गदर्शक: श्रवण कुमार 'सागर' (Sagar Sir)  |  sagarcoaching.tech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मॉक टेस्ट 01: परीक्षा में 35/35 अंक लाने के 4 अचूक नियम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 rIns="457200"/>
          <a:lstStyle/>
          <a:p>
            <a:pPr algn="ctr">
              <a:defRPr sz="1900" b="1">
                <a:solidFill>
                  <a:srgbClr val="1E3A8A"/>
                </a:solidFill>
                <a:latin typeface="Segoe UI"/>
              </a:defRPr>
            </a:pPr>
            <a:r>
              <a:t>📖 मुख्य तथ्य एवं सिद्धांत (Key Concepts &amp; Exam Notes):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नियम 1: प्रश्न को पूरा और ध्यान से पढ़ें — कई बार प्रश्न में 'नहीं है' या 'सत्य नहीं है' छिपा होता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नियम 2: ऑप्शन्स का एलिमिनेशन (Elimination Method) — जो विकल्प निश्चित गलत हैं, उन्हें पहले मन में काटें।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नियम 3: समय प्रबंधन (Time Management) — SST के 35 प्रश्नों को हल करने में 25-30 मिनट से अधिक समय न लगाएं।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नियम 4: OMR शीट सावधानी से भरें — NMMS परीक्षा में कोई निगेटिव मार्किंग (Negative Marking) नहीं है, इसलिए सभी 35 प्रश्न हल करें!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नियम 5: सागर सर का मंत्र — नियमित अभ्यास, पिछले वर्षों के प्रश्न (PYQs) और आत्मविश्वास ही सफलता की चाबी है।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  [Bihar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1. भारत पर आक्रमण करने वाला प्रथम अरब मुस्लिम आक्रमणकारी कौन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महमूद गजनवी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मोहम्मद बिन कासिम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मुहम्मद गोरी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बाबर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  [Bihar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1. भारत पर आक्रमण करने वाला प्रथम अरब मुस्लिम आक्रमणकारी कौन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महमूद गजनवी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मोहम्मद बिन कासिम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मुहम्मद गोरी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बाबर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712 ईस्वी में मोहम्मद बिन कासिम ने सिंध पर सफल आक्रमण किया था।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  [UP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2. महमूद गजनवी ने गुजरात के प्रसिद्ध सोमनाथ मंदिर पर किस वर्ष आक्रमण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1001 ई.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1020 ई.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1025 ई.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1191 ई.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  [UP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2. महमूद गजनवी ने गुजरात के प्रसिद्ध सोमनाथ मंदिर पर किस वर्ष आक्रमण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1001 ई.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1020 ई.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1025 ई.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1191 ई.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1025 ई. में गजनवी ने अपने 16वें आक्रमण में सोमनाथ मंदिर को लूटा था।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  [Rajasthan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3. 'किताब-ए-हिंद' (तहकीक-ए-हिंद) नामक ऐतिहासिक पुस्तक की रचना किसने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अलबेरूनी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फिरदौसी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इब्न बतूता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अमीर खुसरो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  [Rajasthan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3. 'किताब-ए-हिंद' (तहकीक-ए-हिंद) नामक ऐतिहासिक पुस्तक की रचना किसने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अलबेरूनी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फिरदौसी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इब्न बतूता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अमीर खुसरो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अलबेरूनी महमूद गजनवी के साथ भारत आया प्रसिद्ध विद्वान था।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  [MP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4. 'शाहनामा' महाकाव्य के रचयिता निम्नलिखित में से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अलबेरूनी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फिरदौसी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हसन निजामी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मिन्हाज-उस-सिराज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  [MP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4. 'शाहनामा' महाकाव्य के रचयिता निम्नलिखित में से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अलबेरूनी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फिरदौसी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हसन निजामी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मिन्हाज-उस-सिराज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शाहनामा की रचना महमूद गजनवी के राजकवि फिरदौसी ने की थी।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#5  [Haryana NMMS 2021]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5. तराइन का प्रथम युद्ध (1191 ई.) किसके बीच लड़ा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पृथ्वीराज चौहान और मुहम्मद गोरी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बाबर और इब्राहिम लोदी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अकबर और हेमू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महमूद गजनवी और जयपाल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#5  [Haryana NMMS 2021]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5. तराइन का प्रथम युद्ध (1191 ई.) किसके बीच लड़ा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पृथ्वीराज चौहान और मुहम्मद गोरी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बाबर और इब्राहिम लोदी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अकबर और हेमू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महमूद गजनवी और जयपाल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तराइन के पहले युद्ध में पृथ्वीराज चौहान ने मुहम्मद गोरी को पराजित किया था।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#6  [Bihar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6. तराइन के द्वितीय युद्ध (1192 ई.) में किसकी विजय हुई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पृथ्वीराज चौहान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मुहम्मद गोरी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जयचंद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कुतुबुद्दीन ऐबक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#6  [Bihar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6. तराइन के द्वितीय युद्ध (1192 ई.) में किसकी विजय हुई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पृथ्वीराज चौहान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मुहम्मद गोरी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जयचंद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कुतुबुद्दीन ऐबक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1192 में मुहम्मद गोरी ने तराइन का दूसरा युद्ध जीतकर भारत में तुर्क सत्ता स्थापित की।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#7  [UP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7. 'पृथ्वीराज रासो' महाकाव्य की रचना किसने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चंदबरदाई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बाणभट्ट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कल्हण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अमीर खुसरो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#7  [UP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7. 'पृथ्वीराज रासो' महाकाव्य की रचना किसने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चंदबरदाई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बाणभट्ट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कल्हण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अमीर खुसरो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चंदबरदाई पृथ्वीराज चौहान के मित्र व राजकवि थे।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#8  [Bihar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8. भारत की प्रथम महिला मुस्लिम शासिका कौन थीं?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चांद बीबी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रजिया सुल्तान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नूरजहाँ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मुमताज महल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#8  [Bihar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8. भारत की प्रथम महिला मुस्लिम शासिका कौन थीं?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चांद बीबी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रजिया सुल्तान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नूरजहाँ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मुमताज महल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इल्तुतमिश की पुत्री रजिया सुल्तान 1236 ई. में दिल्ली की गद्दी पर बैठी थीं।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#9  [Rajasthan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9. दिल्ली में 'कुतुब मीनार' के निर्माण का कार्य किसने शुरू करवाया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इल्तुतमिश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कुतुबुद्दीन ऐबक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बलबन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अलाउद्दीन खिलजी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#9  [Rajasthan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9. दिल्ली में 'कुतुब मीनार' के निर्माण का कार्य किसने शुरू करवाया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इल्तुतमिश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कुतुबुद्दीन ऐबक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बलबन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अलाउद्दीन खिलजी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कुतुबुद्दीन ऐबक ने कुतुब मीनार की नींव रखी, जबकि इसे पूरा इल्तुतमिश ने करवाया।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#10  [UP NMMS 2025]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10. दिल्ली सल्तनत में 'बाजार नियंत्रण प्रणाली' किस सुलतान ने लागू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बलबन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अलाउद्दीन खिलजी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मुहम्मद बिन तुगलक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सिकंदर लोदी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#10  [UP NMMS 2025]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10. दिल्ली सल्तनत में 'बाजार नियंत्रण प्रणाली' किस सुलतान ने लागू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बलबन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अलाउद्दीन खिलजी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मुहम्मद बिन तुगलक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सिकंदर लोदी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अलाउद्दीन खिलजी ने वस्तुओं के दाम स्थिर रखने हेतु कठोर बाजार नीति बनाई।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#11  [MP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11. अपनी राजधानी दिल्ली से 'दौलताबाद' स्थानांतरित करने वाला सुलतान कौन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अलाउद्दीन खिलजी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मुहम्मद बिन तुगलक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इब्राहिम लोदी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बलबन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#11  [MP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11. अपनी राजधानी दिल्ली से 'दौलताबाद' स्थानांतरित करने वाला सुलतान कौन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अलाउद्दीन खिलजी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मुहम्मद बिन तुगलक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इब्राहिम लोदी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बलबन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मुहम्मद बिन तुगलक ने 1327 ई. में राजधानी दिल्ली से देवगिरि (दौलताबाद) बदली।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#12  [Haryana NMMS 2020]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12. 'लौह एवं रक्त की नीति' अपनाने वाला दिल्ली सल्तनत का सुलतान कौन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बलबन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इल्तुतमिश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रजिया सुल्तान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सिकंदर लोदी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#12  [Haryana NMMS 2020]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12. 'लौह एवं रक्त की नीति' अपनाने वाला दिल्ली सल्तनत का सुलतान कौन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बलबन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इल्तुतमिश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रजिया सुल्तान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सिकंदर लोदी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गियासुद्दीन बलबन ने विद्रोहियों से निपटने के लिए कठोर लौह एवं रक्त नीति अपनाई।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#13  [Bihar NMMS 2021]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13. आगरा शहर की स्थापना (1504 ई.) किस शासक 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बहलोल लोदी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सिकंदर लोदी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इब्राहिम लोदी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बाबर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#13  [Bihar NMMS 2021]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13. आगरा शहर की स्थापना (1504 ई.) किस शासक 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बहलोल लोदी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सिकंदर लोदी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इब्राहिम लोदी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बाबर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सिकंदर लोदी ने 1504 में यमुना तट पर आगरा नगर बसाया था।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#14  [UP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14. मोरक्को (अफ्रीका) का यात्री इब्न बतूता किसके काल में भारत आया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अलाउद्दीन खिलजी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मुहम्मद बिन तुगलक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फिरोज तुगलक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अकबर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#14  [UP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14. मोरक्को (अफ्रीका) का यात्री इब्न बतूता किसके काल में भारत आया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अलाउद्दीन खिलजी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मुहम्मद बिन तुगलक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फिरोज तुगलक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अकबर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इब्न बतूता 1333 ई. में तुगलक के काल में आया, जिसकी पुस्तक 'रेहला' है।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#15  [All India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15. पानीपत का प्रथम युद्ध (21 अप्रैल 1526) किसके बीच हुआ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बाबर और इब्राहिम लोदी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अकबर और हेमू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शेरशाह और हुमायूं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गोरी और पृथ्वीराज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#15  [All India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15. पानीपत का प्रथम युद्ध (21 अप्रैल 1526) किसके बीच हुआ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बाबर और इब्राहिम लोदी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अकबर और हेमू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शेरशाह और हुमायूं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गोरी और पृथ्वीराज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बाबर ने इब्राहिम लोदी को हराकर मुग़ल वंश की स्थापना की थी।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#16  [Bihar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16. 'ग्रांड ट्रंक रोड' (GT Road) का निर्माण किस शासक ने करवाया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अकबर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शेरशाह सूरी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शाहजहां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जहांगीर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#16  [Bihar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16. 'ग्रांड ट्रंक रोड' (GT Road) का निर्माण किस शासक ने करवाया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अकबर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शेरशाह सूरी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शाहजहां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जहांगीर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शेरशाह सूरी ने बंगाल से पेशावर तक सड़क-ए-आजम (GT Road) बनवाई थी।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#17  [Rajasthan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17. हल्दीघाटी का ऐतिहासिक युद्ध (1576 ई.) किसके बीच लड़ा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अकबर और महाराणा प्रताप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बाबर और राणा सांगा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हुमायूं और शेरशाह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औरंगजेब और शिवाजी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#17  [Rajasthan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17. हल्दीघाटी का ऐतिहासिक युद्ध (1576 ई.) किसके बीच लड़ा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अकबर और महाराणा प्रताप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बाबर और राणा सांगा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हुमायूं और शेरशाह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औरंगजेब और शिवाजी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1576 में महाराणा प्रताप और मुग़ल सेनापति मानसिंह के बीच भीषण युद्ध हुआ।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#18  [UP NMMS 2021]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18. 'दीन-ए-इलाही' नामक नवीन धर्म की शुरुआत किस मुग़ल सम्राट 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बाबर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हुमायूं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अकबर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शाहजहां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#18  [UP NMMS 2021]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18. 'दीन-ए-इलाही' नामक नवीन धर्म की शुरुआत किस मुग़ल सम्राट 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बाबर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हुमायूं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अकबर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शाहजहां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अकबर ने 1582 ई. में सभी धर्मों के सद्गुणों को मिलाकर दीन-ए-इलाही शुरू किया।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#19  [MP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19. 'आईन-ए-अकबरी' एवं 'अकबरनामा' के रचयिता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बीरबल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अबुल फजल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तानसेन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फैजी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#19  [MP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19. 'आईन-ए-अकबरी' एवं 'अकबरनामा' के रचयिता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बीरबल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अबुल फजल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तानसेन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फैजी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अकबर के नवरत्नों में शामिल अबुल फजल ने अकबरनामा लिखा था।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#20  [Bihar NMMS 2025]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20. शेरशाह सूरी का प्रसिद्ध मकबरा कहाँ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दिल्ली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आगरा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सासाराम (बिहार)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लाहौर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#20  [Bihar NMMS 2025]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20. शेरशाह सूरी का प्रसिद्ध मकबरा कहाँ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दिल्ली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आगरा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सासाराम (बिहार)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लाहौर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शेरशाह सूरी का सुंदर अष्टकोणीय मकबरा बिहार के सासाराम में झील के मध्य स्थित है।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#21  [UP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21. आगरा का 'ताजमहल' और दिल्ली का 'लाल किला' किसने बनवाया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अकबर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जहांगीर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शाहजहां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औरंगजेब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#21  [UP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21. आगरा का 'ताजमहल' और दिल्ली का 'लाल किला' किसने बनवाया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अकबर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जहांगीर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शाहजहां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औरंगजेब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शाहजहां के काल को 'मुग़ल वास्तुकला का स्वर्ण युग' कहा जाता है।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#22  [All India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22. 1857 की क्रांति का प्रथम बिगुल 10 मई 1857 को कहाँ से बजा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बैरकपुर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मेरठ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दिल्ली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कानपुर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#22  [All India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22. 1857 की क्रांति का प्रथम बिगुल 10 मई 1857 को कहाँ से बजा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बैरकपुर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मेरठ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दिल्ली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कानपुर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10 मई 1857 को मेरठ छावनी से सैनिकों ने 'दिल्ली चलो' का नारा दिया।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#23  [Bihar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23. 1857 की क्रांति के प्रथम बलिदानी सैनिक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तात्या टोपे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मंगल पांडे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भगत सिंह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वीर कुंवर सिंह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#23  [Bihar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23. 1857 की क्रांति के प्रथम बलिदानी सैनिक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तात्या टोपे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मंगल पांडे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भगत सिंह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वीर कुंवर सिंह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बैरकपुर छावनी के सैनिक मंगल पांडे को 8 अप्रैल 1857 को फांसी दी गई थी।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#24  [UP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24. 1857 की क्रांति का तात्कालिक कारण क्या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चर्बी वाले कारतूस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भारी लगान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सती प्रथा निषेध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रेलवे निर्माण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#24  [UP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24. 1857 की क्रांति का तात्कालिक कारण क्या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चर्बी वाले कारतूस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भारी लगान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सती प्रथा निषेध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रेलवे निर्माण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एनफील्ड राइफल के कारतूसों में गाय और सूअर की चर्बी की सूचना तात्कालिक कारण बनी।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#25  [Bihar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25. 1857 की क्रांति में बिहार के जगदीशपुर से नेतृत्व किसने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नाना साहेब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बाबू वीर कुंवर सिंह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खान बहादुर खां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लियाकत अली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#25  [Bihar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25. 1857 की क्रांति में बिहार के जगदीशपुर से नेतृत्व किसने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नाना साहेब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बाबू वीर कुंवर सिंह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खान बहादुर खां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लियाकत अली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80 वर्ष के वृद्ध वीर कुंवर सिंह ने अदम्य वीरता से अंग्रेजों को हराया था।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#26  [MP NMMS 2021]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26. 1857 की क्रांति के समय अंतिम मुग़ल सम्राट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शाह आलम द्वितीय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बहादुर शाह जफर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अकबर द्वितीय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आलमगीर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#26  [MP NMMS 2021]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26. 1857 की क्रांति के समय अंतिम मुग़ल सम्राट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शाह आलम द्वितीय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बहादुर शाह जफर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अकबर द्वितीय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आलमगीर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विद्रोहियों ने बहादुर शाह जफर को भारत का सम्राट घोषित किया था।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#27  [Rajasthan NMMS 2021]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27. झांसी में 1857 की क्रांति का नेतृत्व करने वाली वीरांगना लक्ष्मीबाई के बचपन का नाम क्या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मनु (मणिकर्णिका)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पद्मावती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जीजाबाई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अहिल्याबाई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#27  [Rajasthan NMMS 2021]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27. झांसी में 1857 की क्रांति का नेतृत्व करने वाली वीरांगना लक्ष्मीबाई के बचपन का नाम क्या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मनु (मणिकर्णिका)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पद्मावती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जीजाबाई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अहिल्याबाई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रानी लक्ष्मीबाई के बचपन का नाम मणिकर्णिका (मनु) था।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#28  [Haryana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28. 1857 की क्रांति का प्रचार करने का प्रतीक चिन्ह क्या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तीर-कमान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कमल और रोटी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तलवार-ढाल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तिरंगा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#28  [Haryana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28. 1857 की क्रांति का प्रचार करने का प्रतीक चिन्ह क्या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तीर-कमान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कमल और रोटी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तलवार-ढाल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तिरंगा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कमल का फूल और चपाती (रोटी) क्रांति का गुप्त प्रतीक चिन्ह था।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#29  [All India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29. 'वेदों की ओर लौटो' का प्रसिद्ध नारा किसने दिया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राजा राममोहन राय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स्वामी दयानंद सरस्वती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स्वामी विवेकानंद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बाल गंगाधर तिलक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#29  [All India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29. 'वेदों की ओर लौटो' का प्रसिद्ध नारा किसने दिया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राजा राममोहन राय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स्वामी दयानंद सरस्वती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स्वामी विवेकानंद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बाल गंगाधर तिलक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स्वामी दयानंद सरस्वती ने 1875 में आर्य समाज की स्थापना की थी।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#30  [UP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30. 'ब्रह्म समाज' की स्थापना (1828 ई.) किसने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स्वामी विवेकानंद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राजा राममोहन राय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दयानंद सरस्वती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ईश्वरचंद्र विद्यासागर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#30  [UP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30. 'ब्रह्म समाज' की स्थापना (1828 ई.) किसने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स्वामी विवेकानंद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राजा राममोहन राय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दयानंद सरस्वती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ईश्वरचंद्र विद्यासागर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राजा राममोहन राय को 'भारतीय पुनर्जागरण का पिता' कहा जाता है।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#31  [Bihar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31. भारत में 1829 में 'सती प्रथा' का अंत किस समाज सुधारक के प्रयासों से हुआ?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ईश्वरचंद्र विद्यासागर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राजा राममोहन राय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केशवचंद्र सेन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ज्योतिबा फुले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#31  [Bihar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31. भारत में 1829 में 'सती प्रथा' का अंत किस समाज सुधारक के प्रयासों से हुआ?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ईश्वरचंद्र विद्यासागर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राजा राममोहन राय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केशवचंद्र सेन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ज्योतिबा फुले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लॉर्ड विलियम बेंटिक ने 1829 में राजा राममोहन राय के सहयोग से सती प्रथा बंद की।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#32  [Rajasthan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32. 'सत्यार्थ प्रकाश' ग्रंथ के रचयिता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स्वामी दयानंद सरस्वती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स्वामी विवेकानंद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रामकृष्ण परमहंस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महात्मा गांधी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#32  [Rajasthan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32. 'सत्यार्थ प्रकाश' ग्रंथ के रचयिता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स्वामी दयानंद सरस्वती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स्वामी विवेकानंद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रामकृष्ण परमहंस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महात्मा गांधी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सत्यार्थ प्रकाश स्वामी दयानंद सरस्वती का प्रमुख दार्शनिक ग्रंथ है।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#33  [MP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33. स्वामी विवेकानंद ने अमेरिका के शिकागो में धर्म सम्मेलन में किस वर्ष भाषण दिया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1885 ई.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1893 ई.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1897 ई.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1905 ई.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#33  [MP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33. स्वामी विवेकानंद ने अमेरिका के शिकागो में धर्म सम्मेलन में किस वर्ष भाषण दिया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1885 ई.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1893 ई.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1897 ई.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1905 ई.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सितंबर 1893 के शिकागो धर्म संसद में स्वामी विवेकानंद का ऐतिहासिक भाषण हुआ था।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#34  [Maharashtra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34. 'सत्यशोधक समाज' (1873 ई.) की स्थापना किसने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ज्योतिबा फुले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डॉ. अंबेडकर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पेरियार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नारायण गुरु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#34  [Maharashtra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70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34. 'सत्यशोधक समाज' (1873 ई.) की स्थापना किसने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ज्योतिबा फुले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डॉ. अंबेडकर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पेरियार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नारायण गुरु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महात्मा ज्योतिबा फुले ने समाज सुधार हेतु सत्यशोधक समाज और 'गुलामगिरी' लिखी।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#35  [All India NMMS 2025]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71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35. भारतीय राष्ट्रीय कांग्रेस (INC) की स्थापना किस वर्ष हुई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1885 ई. (बंबई)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1880 ई. (कोलकाता)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1905 ई. (दिल्ली)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1917 ई. (मद्रास)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#35  [All India NMMS 2025]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72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35. भारतीय राष्ट्रीय कांग्रेस (INC) की स्थापना किस वर्ष हुई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1885 ई. (बंबई)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1880 ई. (कोलकाता)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1905 ई. (दिल्ली)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1917 ई. (मद्रास)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28 दिसंबर 1885 को बंबई में ए.ओ. ह्यूम द्वारा कांग्रेस की स्थापना हुई।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#36  [UP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73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36. भारतीय राष्ट्रीय कांग्रेस के प्रथम अधिवेशन के अध्यक्ष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ए.ओ. ह्यूम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व्योमेश चंद्र बनर्जी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दादाभाई नौरोजी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गोखले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#36  [UP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74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36. भारतीय राष्ट्रीय कांग्रेस के प्रथम अधिवेशन के अध्यक्ष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ए.ओ. ह्यूम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व्योमेश चंद्र बनर्जी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दादाभाई नौरोजी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गोखले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व्योमेश चंद्र बनर्जी (W.C. Bonnerjee) कांग्रेस के पहले अध्यक्ष थे।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#37  [Bihar NMMS 2021]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75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37. बंगाल का विभाजन (1905 ई.) किस ब्रिटिश वायसराय ने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लॉर्ड कर्जन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लॉर्ड डलहौजी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लॉर्ड माउंटबेटन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लॉर्ड रिपन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#37  [Bihar NMMS 2021]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76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37. बंगाल का विभाजन (1905 ई.) किस ब्रिटिश वायसराय ने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लॉर्ड कर्जन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लॉर्ड डलहौजी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लॉर्ड माउंटबेटन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लॉर्ड रिपन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1905 में लॉर्ड कर्जन ने फूट डालो और राज करो की नीति से बंगाल बांटा था।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#38  [Bihar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77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38. महात्मा गांधी ने भारत में अपना पहला सत्याग्रह 1917 में कहाँ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खेड़ा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अहमदाबाद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चंपारण (बिहार)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दांडी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#38  [Bihar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78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38. महात्मा गांधी ने भारत में अपना पहला सत्याग्रह 1917 में कहाँ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खेड़ा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अहमदाबाद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चंपारण (बिहार)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दांडी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नील की तिनकठिया खेती के विरोध में चंपारण में पहला सफल सत्याग्रह हुआ।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#39  [Punjab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79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39. कुख्यात 'जलियांवाला बाग हत्याकांड' किस तिथि को हुआ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13 अप्रैल 1919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10 मई 1857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15 अगस्त 1947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26 जनवरी 1930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#39  [Punjab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80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39. कुख्यात 'जलियांवाला बाग हत्याकांड' किस तिथि को हुआ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13 अप्रैल 1919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10 मई 1857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15 अगस्त 1947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26 जनवरी 1930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13 अप्रैल 1919 को अमृतसर में जनरल डायर ने निहत्थी सभा पर गोलियां चलवाई थीं।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#40  [UP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81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40. गांधीजी ने चौरी-चौरा कांड (1922) के बाद कौन सा आंदोलन वापस लिया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असहयोग आंदोलन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सविनय अवज्ञा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भारत छोड़ो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चंपारण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#40  [UP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82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40. गांधीजी ने चौरी-चौरा कांड (1922) के बाद कौन सा आंदोलन वापस लिया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असहयोग आंदोलन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सविनय अवज्ञा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भारत छोड़ो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चंपारण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गोरखपुर के चौरी-चौरा थाने में हिंसा के बाद गांधीजी ने असहयोग आंदोलन रोका।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#41  [All India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83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41. गांधीजी ने 'करो या मरो' (Do or Die) का नारा किस आंदोलन में दिया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असहयोग आंदोलन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सविनय अवज्ञा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भारत छोड़ो आंदोलन (1942)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चंपारण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#41  [All India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84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41. गांधीजी ने 'करो या मरो' (Do or Die) का नारा किस आंदोलन में दिया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असहयोग आंदोलन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सविनय अवज्ञा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भारत छोड़ो आंदोलन (1942)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चंपारण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8 अगस्त 1942 को भारत छोड़ो आंदोलन शुरू करते समय यह नारा दिया गया था।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#42  [Maharashtra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85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42. 'स्वराज मेरा जन्मसिद्ध अधिकार है और मैं इसे लेकर रहूंगा' नारा किसने दिया?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लाला लाजपत राय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बाल गंगाधर तिलक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विपिन चंद्र पाल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सुभाष चंद्र बोस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#42  [Maharashtra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86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42. 'स्वराज मेरा जन्मसिद्ध अधिकार है और मैं इसे लेकर रहूंगा' नारा किसने दिया?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लाला लाजपत राय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बाल गंगाधर तिलक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विपिन चंद्र पाल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सुभाष चंद्र बोस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लोकमान्य बाल गंगाधर तिलक ने यह ऐतिहासिक नारा दिया था।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#43  [West Bengal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87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43. 'तुम मुझे खून दो, मैं तुम्हें आजादी दूंगा' का नारा किसने दिया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चंद्रशेखर आजाद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भगत सिंह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नेताजी सुभाष चंद्र बोस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सरदार पटेल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#43  [West Bengal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88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43. 'तुम मुझे खून दो, मैं तुम्हें आजादी दूंगा' का नारा किसने दिया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चंद्रशेखर आजाद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भगत सिंह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नेताजी सुभाष चंद्र बोस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सरदार पटेल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नेताजी सुभाष चंद्र बोस ने आजाद हिंद फौज के सैनिकों को यह नारा दिया था।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#44  [Delhi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89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44. कांग्रेस की प्रथम महिला अध्यक्ष कौन थीं?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सरोजिनी नायडू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एनी बेसेंट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सुचेता कृपलानी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इंदिरा गांधी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#44  [Delhi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90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44. कांग्रेस की प्रथम महिला अध्यक्ष कौन थीं?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सरोजिनी नायडू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एनी बेसेंट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सुचेता कृपलानी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इंदिरा गांधी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1917 में कोलकाता अधिवेशन में एनी बेसेंट पहली महिला अध्यक्ष बनी थीं।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#45  [UP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91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45. भारत की प्रथम भारतीय महिला कांग्रेस अध्यक्ष कौन थीं?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सरोजिनी नायडू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एनी बेसेंट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कस्तूरबा गांधी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अरुणा आसफ अली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#45  [UP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92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45. भारत की प्रथम भारतीय महिला कांग्रेस अध्यक्ष कौन थीं?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सरोजिनी नायडू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एनी बेसेंट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कस्तूरबा गांधी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अरुणा आसफ अली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1925 में कानपुर अधिवेशन में सरोजिनी नायडू पहली भारतीय महिला अध्यक्ष बनीं।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#46  [Gujarat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93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46. गांधीजी ने प्रसिद्ध 'दांडी मार्च' नमक सत्याग्रह किस वर्ष शुरू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1920 ई.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1925 ई.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1930 ई.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1942 ई.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#46  [Gujarat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94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46. गांधीजी ने प्रसिद्ध 'दांडी मार्च' नमक सत्याग्रह किस वर्ष शुरू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1920 ई.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1925 ई.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1930 ई.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1942 ई.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12 मार्च 1930 को साबरमती से दांडी यात्रा शुरू कर नमक कानून तोड़ा गया था।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#47  [All India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95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47. मुस्लिम लीग की स्थापना 1906 ई. में कहाँ हुई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लाहौर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ढाका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दिल्ली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कराची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#47  [All India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96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47. मुस्लिम लीग की स्थापना 1906 ई. में कहाँ हुई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लाहौर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ढाका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दिल्ली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कराची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ढाका में नवाब सलीमुल्लाह और आगा खां द्वारा मुस्लिम लीग बनाई गई थी।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#48  [Bihar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97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48. भारत के अंतिम ब्रिटिश गवर्नर जनरल / वायसराय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लॉर्ड कर्जन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लॉर्ड माउंटबेटन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लॉर्ड डलहौजी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लॉर्ड कैनिंग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#48  [Bihar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98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48. भारत के अंतिम ब्रिटिश गवर्नर जनरल / वायसराय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लॉर्ड कर्जन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लॉर्ड माउंटबेटन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लॉर्ड डलहौजी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लॉर्ड कैनिंग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लॉर्ड माउंटबेटन भारत के अंतिम वायसराय और स्वतंत्र भारत के पहले गवर्नर जनरल थे।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#49  [Tamil Nadu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99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49. स्वतंत्र भारत के प्रथम एवं अंतिम 'भारतीय' गवर्नर जनरल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डॉ. राजेंद्र प्रसाद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सी. राजगोपालाचारी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पं. जवाहरलाल नेहरू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सरदार पटेल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#49  [Tamil Nadu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100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49. स्वतंत्र भारत के प्रथम एवं अंतिम 'भारतीय' गवर्नर जनरल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डॉ. राजेंद्र प्रसाद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सी. राजगोपालाचारी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पं. जवाहरलाल नेहरू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सरदार पटेल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चक्रवर्ती राजगोपालाचारी (राजाजी) स्वतंत्र भारत के एकमात्र भारतीय गवर्नर जनरल थे।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#50  [All India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101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50. भारतीय राष्ट्रीय ध्वज 'तिरंगा' को संविधान सभा ने कब अपनाया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22 जुलाई 1947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15 अगस्त 1947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26 जनवरी 1950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26 नवंबर 1949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#50  [All India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102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50. भारतीय राष्ट्रीय ध्वज 'तिरंगा' को संविधान सभा ने कब अपनाया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22 जुलाई 1947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15 अगस्त 1947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26 जनवरी 1950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26 नवंबर 1949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22 जुलाई 1947 को संविधान सभा द्वारा राष्ट्रीय ध्वज अंगीकार किया गया था।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मॉक टेस्ट 01: सागर सर की 1-मिनट मेमोरी चाबी (क्विक फॉर्मूला)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103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0292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/>
          <a:lstStyle/>
          <a:p>
            <a:pPr algn="ctr">
              <a:defRPr sz="2000" b="1">
                <a:solidFill>
                  <a:srgbClr val="D97706"/>
                </a:solidFill>
                <a:latin typeface="Segoe UI"/>
              </a:defRPr>
            </a:pPr>
            <a:r>
              <a:t>🔑 1-मिनट क्विक मेमोरी सूत्र (Revision Formulae):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इतिहास: गजनवी (1025), तराइन (1191/92), पानीपत (1526), 1857 (मेरठ), ब्रह्म समाज (1828), आर्य समाज (1875)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नागरिक शास्त्र: 2 वर्ष 11 माह 18 दिन, प्रारूप समिति (अंबेडकर), 6 मौलिक अधिकार, अनु. 32 (संविधान की आत्मा)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आर.टी.ई. (RTE) = अनु. 21A (86वां संशोधन 2002) | पंचायती राज = 73वां संशोधन 1992 (नागौर, 1959)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भूगोल: शुक्र (भोर का तारा/सबसे गर्म) | पृथ्वी घूर्णन = दिन-रात | परिक्रमण = ऋतुएं | 82½° पूर्व = IST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वायुमंडल: क्षोभमंडल = सभी मौसम घटनाएं | समतापमंडल = हवाई जहाज उड़ान + ओजोन परत | बैरोमीटर = वायुदाब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भारत का भूगोल: गंगा = 2525 किमी | सुंदरवन डेल्टा | काली (रेगुर) मिट्टी = कपास | काला सोना = पेट्रोलियम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आज का अभ्यास कार्य (Homework Questions)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104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10728655" cy="4846320"/>
          </a:xfrm>
          <a:prstGeom prst="roundRect">
            <a:avLst/>
          </a:prstGeom>
          <a:solidFill>
            <a:srgbClr val="1E3A8A"/>
          </a:solidFill>
          <a:ln w="317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/>
          <a:lstStyle/>
          <a:p>
            <a:pPr algn="ctr">
              <a:defRPr sz="2200" b="1">
                <a:solidFill>
                  <a:srgbClr val="FDE68A"/>
                </a:solidFill>
                <a:latin typeface="Segoe UI"/>
              </a:defRPr>
            </a:pPr>
            <a:r>
              <a:t>📝 आज का अभ्यास कार्य (Homework):</a:t>
            </a: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प्रश्न 1: मॉक टेस्ट 01 में आपने 50 में से कितने अंक प्राप्त किए, अपनी डायरी में नोट करें।</a:t>
            </a: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प्रश्न 2: जो प्रश्न गलत हुए, उनके सही उत्तर अपनी फेयर कॉपी में 2 बार लिखें।</a:t>
            </a: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प्रश्न 3: अगले मॉक टेस्ट के लिए इतिहास, भूगोल और नागरिक शास्त्र के शॉर्ट नोट्स दोहराएं।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6126480"/>
          </a:xfrm>
          <a:prstGeom prst="rect">
            <a:avLst/>
          </a:prstGeom>
          <a:solidFill>
            <a:srgbClr val="1E3A8A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64008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10312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DE68A"/>
                </a:solidFill>
                <a:latin typeface="Segoe UI"/>
              </a:defRPr>
            </a:pPr>
            <a:r>
              <a:t>SAGAR COACHING CENTRE BHAGWANPUR</a:t>
            </a:r>
          </a:p>
          <a:p>
            <a:pPr algn="ctr">
              <a:defRPr sz="1600" b="1">
                <a:solidFill>
                  <a:srgbClr val="93C5FD"/>
                </a:solidFill>
                <a:latin typeface="Segoe UI"/>
              </a:defRPr>
            </a:pPr>
            <a:r>
              <a:t>NMMS All India (राष्ट्रीय आय-सह-मेधा छात्रवृत्ति)  •  मॉक टेस्ट 01 सम्पन्न! बधाई!</a:t>
            </a:r>
          </a:p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सागर कोचिंग सेंटर — आपकी सफलता, हमारा संकल्प!</a:t>
            </a:r>
          </a:p>
          <a:p>
            <a:pPr algn="ctr">
              <a:defRPr sz="1600">
                <a:solidFill>
                  <a:srgbClr val="F1F5F9"/>
                </a:solidFill>
                <a:latin typeface="Segoe UI"/>
              </a:defRPr>
            </a:pPr>
            <a:r>
              <a:t>इस टेस्ट की PDF डाउनलोड करें: sagarcoaching.tech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206240"/>
            <a:ext cx="9448495" cy="1188720"/>
          </a:xfrm>
          <a:prstGeom prst="roundRect">
            <a:avLst/>
          </a:prstGeom>
          <a:solidFill>
            <a:srgbClr val="284BA0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DE68A"/>
                </a:solidFill>
                <a:latin typeface="Segoe UI"/>
              </a:defRPr>
            </a:pPr>
            <a:r>
              <a:t>🎯 आज की क्लास में क्या सीखेंगे (Key Topics):</a:t>
            </a:r>
          </a:p>
          <a:p>
            <a:pPr algn="ctr">
              <a:defRPr sz="1300">
                <a:solidFill>
                  <a:srgbClr val="FFFFFF"/>
                </a:solidFill>
                <a:latin typeface="Segoe UI"/>
              </a:defRPr>
            </a:pPr>
            <a:r>
              <a:t>YouTube: NMMS King Sagar Sir  ★  App: Sagar Coaching Centre (Play Store)  ★  Website: https://sagarcoaching.tech  ★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532120"/>
            <a:ext cx="94484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E2E8F0"/>
                </a:solidFill>
                <a:latin typeface="Segoe UI"/>
              </a:defRPr>
            </a:pPr>
            <a:r>
              <a:t>मार्गदर्शक: श्रवण कुमार 'सागर' (Sagar Sir)  |  sagarcoaching.tech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