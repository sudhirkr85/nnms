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Full Mock Test 06 • सम्पूर्ण सामाजिक विज्ञान (50 प्रश्न)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ऑल इंडिया NMMS संपूर्ण सामाजिक विज्ञान: फुल मॉक टेस्ट 06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इतिहास, नागरिक शास्त्र एवं भूगोल का 50-प्रश्नों का संपूर्ण अभ्यास (All India Pattern)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इतिहास के 20 अति-महत्वपूर्ण प्रश्न  ★  नागरिक शास्त्र एवं संविधान के 15 प्रश्न  ★  भूगोल एवं पर्यावरण के 15 प्रश्न  ★  2-स्लाइड इंटरैक्टिव पैटर्न (Answer Hidden Mode)  ★  ऑल इंडिया NMMS 35 में 35 अंक की 100% तैयारी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06: परीक्षा में 35/35 अंक लाने के 4 अचूक नियम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1: प्रश्न को पूरा और ध्यान से पढ़ें — कई बार प्रश्न में 'नहीं है' या 'सत्य नहीं है' छिपा होता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2: ऑप्शन्स का एलिमिनेशन (Elimination Method) — जो विकल्प निश्चित गलत हैं, उन्हें पहले मन में काटें।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3: समय प्रबंधन (Time Management) — SST के 35 प्रश्नों को हल करने में 25-30 मिनट से अधिक समय न लगाएं।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4: OMR शीट सावधानी से भरें — NMMS परीक्षा में कोई निगेटिव मार्किंग (Negative Marking) नहीं है, इसलिए सभी 35 प्रश्न हल करें!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5: सागर सर का मंत्र — नियमित अभ्यास, पिछले वर्षों के प्रश्न (PYQs) और आत्मविश्वास ही सफलता की चाबी है।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दिल्ली सल्तनत में 'लौह एवं रक्त की नीति' अपनाने वाला सुल्तान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बलबन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ऐबक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अलाउद्दीन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दिल्ली सल्तनत में 'लौह एवं रक्त की नीति' अपनाने वाला सुल्तान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बलबन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ऐबक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अलाउद्दीन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गियासुद्दीन बलबन ने कठोर लौह एवं रक्त नीति अपनाई।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बाजार नियंत्रण प्रणाली और मूल्य नियंत्रण नीति किस सुल्तान ने लागू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अलाउद्दीन खिलजी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मुहम्मद तुगलक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फिरोज तुगलक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बाजार नियंत्रण प्रणाली और मूल्य नियंत्रण नीति किस सुल्तान ने लागू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अलाउद्दीन खिलजी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मुहम्मद तुगलक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फिरोज तुगलक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अलाउद्दीन खिलजी ने वस्तुओं के दाम निश्चित किए।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अपनी राजधानी दिल्ली से 'दौलताबाद' स्थानांतरित करने वाला शासक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मुहम्मद बिन तुगलक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अलाउद्दीन खिलजी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सिकंदर लोदी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अपनी राजधानी दिल्ली से 'दौलताबाद' स्थानांतरित करने वाला शासक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मुहम्मद बिन तुगलक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अलाउद्दीन खिलजी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सिकंदर लोदी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मुहम्मद बिन तुगलक ने 1327 ई. में राजधानी बदली थी।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1504 ईस्वी में 'आगरा शहर' की स्थापना किस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सिकंदर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बहलोल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बाबर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1504 ईस्वी में 'आगरा शहर' की स्थापना किस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सिकंदर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बहलोल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बाबर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सिकंदर लोदी ने आगरा बसाया और राजधानी बनाया।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पानीपत का प्रथम युद्ध (1526 ई.) किसके बीच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बाबर और इब्राहिम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अकबर और हेमू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शेरशाह और हुमायूं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गोरी और पृथ्वीराज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पानीपत का प्रथम युद्ध (1526 ई.) किसके बीच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बाबर और इब्राहिम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अकबर और हेमू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शेरशाह और हुमायूं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गोरी और पृथ्वीराज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बाबर ने इब्राहिम लोदी को हराकर मुग़ल साम्राज्य की स्थापना की।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शेरशाह सूरी का प्रसिद्ध ऐतिहासिक मकबरा कहाँ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सासाराम (बिहार)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दिल्ली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आगरा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लाहौर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शेरशाह सूरी का प्रसिद्ध ऐतिहासिक मकबरा कहाँ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सासाराम (बिहार)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दिल्ली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आगरा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लाहौर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बिहार के सासाराम में झील के मध्य शेरशाह का मकबरा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ग्रांड ट्रंक रोड (GT Road) का निर्माण किस शासक ने करवाया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शेरशाह सूरी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अकबर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जहांगीर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ग्रांड ट्रंक रोड (GT Road) का निर्माण किस शासक ने करवाया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शेरशाह सूरी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अकबर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जहांगीर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शेरशाह ने सड़क-ए-आजम (GT Road) बनवाई थी।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हल्दीघाटी का प्रसिद्ध युद्ध (1576 ई.)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 और महाराणा प्रताप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बाबर और सांगा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हुमायूं और शेरशाह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औरंगजेब और शिवाजी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हल्दीघाटी का प्रसिद्ध युद्ध (1576 ई.)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अकबर और महाराणा प्रताप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बाबर और सांगा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हुमायूं और शेरशाह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औरंगजेब और शिवाजी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1576 में महाराणा प्रताप और मानसिंह (अकबर) के बीच हुआ।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'दीन-ए-इलाही' नामक धर्म की शुरुआत किस मुग़ल सम्राट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बाबर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जहांगीर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'दीन-ए-इलाही' नामक धर्म की शुरुआत किस मुग़ल सम्राट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बाबर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जहांगीर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अकबर ने 1582 ई. में दीन-ए-इलाही शुरू किया था।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मुग़ल काल में 'स्थापत्य कला का स्वर्ण युग' किसके शासनकाल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शाहजहां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अकबर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जहांगीर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औरंगजेब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मुग़ल काल में 'स्थापत्य कला का स्वर्ण युग' किसके शासनकाल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शाहजहां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अकबर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जहांगीर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औरंगजेब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शाहजहां के काल में ताजमहल और लाल किला जैसी भव्य इमारतें बनीं।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1857 की क्रांति का गुप्त प्रतीक चिन्ह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कमल और रोटी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तीर-कमान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तलवार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तिरंगा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1857 की क्रांति का गुप्त प्रतीक चिन्ह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कमल और रोटी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तीर-कमान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तलवार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तिरंगा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कमल का फूल और रोटी क्रांति के प्रतीक थे।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1828 में 'ब्रह्म समाज'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राजा राममोहन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दयानंद सरस्वती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विद्यासागर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1828 में 'ब्रह्म समाज'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राजा राममोहन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दयानंद सरस्वती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विद्यासागर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राजा राममोहन राय को भारतीय पुनर्जागरण का पिता कहते हैं।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स्वामी विवेकानंद ने शिकागो धर्म सम्मेलन में किस वर्ष भाषण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1893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1885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1897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1905 ई.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स्वामी विवेकानंद ने शिकागो धर्म सम्मेलन में किस वर्ष भाषण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1893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1885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1897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1905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1893 में शिकागो धर्म संसद में ऐतिहासिक भाषण दिया।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भारतीय राष्ट्रीय कांग्रेस (INC) की स्थापना 1885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ए.ओ. ह्यूम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व्योमेश बनर्जी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नौरोजी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गोखले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भारतीय राष्ट्रीय कांग्रेस (INC) की स्थापना 1885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ए.ओ. ह्यूम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व्योमेश बनर्जी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नौरोजी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गोखले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ए.ओ. ह्यूम ने 28 दिसंबर 1885 को कांग्रेस की स्थापना की।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'स्वराज मेरा जन्मसिद्ध अधिकार है और मैं इसे लेकर रहूंगा' किसने कहा?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बाल गंगाधर तिलक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लाला लाजपत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सुभाष बोस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भगत सिंह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'स्वराज मेरा जन्मसिद्ध अधिकार है और मैं इसे लेकर रहूंगा' किसने कहा?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बाल गंगाधर तिलक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लाला लाजपत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सुभाष बोस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भगत सिंह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लोकमान्य तिलक का यह अमर उद्घोष था।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गांधीजी ने भारत में पहला सफल सत्याग्रह 1917 में कहाँ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चंपारण (बिहार)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खेड़ा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अहमदाबाद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दांडी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गांधीजी ने भारत में पहला सफल सत्याग्रह 1917 में कहाँ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चंपारण (बिहार)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खेड़ा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अहमदाबाद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दांडी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चंपारण में तिनकठिया प्रथा के विरोध में सत्याग्रह हुआ।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जलियांवाला बाग हत्याकांड किस तिथि को अमृतसर में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13 अप्रैल 1919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10 मई 1857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15 अगस्त 1947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26 जनवरी 1950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जलियांवाला बाग हत्याकांड किस तिथि को अमृतसर में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13 अप्रैल 1919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10 मई 1857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15 अगस्त 1947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26 जनवरी 1950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13 अप्रैल 1919 को जनरल डायर ने गोलियां चलवाईं।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दांडी मार्च (1930 ई.) किस कानून को तोड़ने हेतु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नमक कानून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रॉलेट एक्ट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प्रेस एक्ट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भू-राजस्व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दांडी मार्च (1930 ई.) किस कानून को तोड़ने हेतु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नमक कानून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रॉलेट एक्ट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प्रेस एक्ट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भू-राजस्व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गांधीजी ने 6 अप्रैल 1930 को नमक बनाकर नमक कानून तोड़ा।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'करो या मरो' (Do or Die) का नारा गांधीजी ने किस आंदोलन में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भारत छोड़ो आंदोलन (1942)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असहयोग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सविनय अवज्ञा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चंपारण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'करो या मरो' (Do or Die) का नारा गांधीजी ने किस आंदोलन में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भारत छोड़ो आंदोलन (1942)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असहयोग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सविनय अवज्ञा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चंपारण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 अगस्त 1942 को भारत छोड़ो आंदोलन में यह नारा दिया गया।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सौरमंडल के किस ग्रह को 'भोर का तारा' (Morning Star) या 'पृथ्वी की बहन'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बृहस्पति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सौरमंडल के किस ग्रह को 'भोर का तारा' (Morning Star) या 'पृथ्वी की बहन'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बृहस्पति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शुक्र (Venus) सबसे चमकीला और गर्म ग्रह है तथा आकार में पृथ्वी के समान होने से पृथ्वी की बहन कहलाता है।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पृथ्वी पर दिन और रात का बनना पृथ्वी की किस गति का प्रत्यक्ष परिणाम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परिक्रमण गति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घूर्णन (दैनिक) गति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वार्षिक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गुरुत्वाकर्षण गति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पृथ्वी पर दिन और रात का बनना पृथ्वी की किस गति का प्रत्यक्ष परिणाम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परिक्रमण गति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घूर्णन (दैनिक) गति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वार्षिक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गुरुत्वाकर्षण गति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पृथ्वी अपनी धुरी पर 24 घंटे में पश्चिम से पूर्व घूमती है, जिससे दिन और रात होते हैं।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आयरन ऑक्साइड की प्रचुरता के कारण सौरमंडल के किस ग्रह को 'लाल ग्रह' (Red Planet)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शनि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आयरन ऑक्साइड की प्रचुरता के कारण सौरमंडल के किस ग्रह को 'लाल ग्रह' (Red Planet)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शनि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मंगल ग्रह की सतह पर लौह ऑक्साइड अधिक होने से यह लाल दिखाई देता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[Haryana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भारतीय मानक समय (IST) किस देशांतर रेखा से निर्धारित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0° देशांतर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82½° पूर्वी देशांतर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82½° पश्चिमी देशांतर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180° देशांतर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[Haryana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भारतीय मानक समय (IST) किस देशांतर रेखा से निर्धारित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0° देशांतर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82½° पूर्वी देशांतर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82½° पश्चिमी देशांतर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180° देशांतर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82½° पूर्वी देशांतर रेखा प्रयागराज (मिर्जापुर, UP) से गुजरती है और इसी से भारत का समय तय होता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ग्रीनविच मानक समय (GMT) से भारतीय मानक समय (IST) कितना आगे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4 घंटे 30 मिनट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 घंटे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5 घंटे 30 मिनट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6 घंटे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ग्रीनविच मानक समय (GMT) से भारतीय मानक समय (IST) कितना आगे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4 घंटे 30 मिनट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5 घंटे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5 घंटे 30 मिनट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6 घंटे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82.5° x 4 मिनट = 330 मिनट = 5 घंटे 30 मिनट आगे है।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पृथ्वी सूर्य की एक पूर्ण परिक्रमा (वार्षिक गति) कितने समय में पूरा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365 दिन 6 घंटे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360 दिन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366 दिन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24 घंटे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पृथ्वी सूर्य की एक पूर्ण परिक्रमा (वार्षिक गति) कितने समय में पूरा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365 दिन 6 घंटे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360 दिन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366 दिन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24 घंटे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पृथ्वी 365 दिन 6 घंटे (365¼ दिन) में सूर्य की परिक्रमा करती है, जिससे ऋतुएं बदलती हैं।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[Maharashtra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सौरमंडल के किन दो ग्रहों के बीच क्षुद्रग्रह पेटी (Asteroid Belt) पाई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बुध और शुक्र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पृथ्वी और मंगल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मंगल और बृहस्पति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बृहस्पति और शनि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[Maharashtra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सौरमंडल के किन दो ग्रहों के बीच क्षुद्रग्रह पेटी (Asteroid Belt) पाई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बुध और शुक्र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पृथ्वी और मंगल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मंगल और बृहस्पति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बृहस्पति और शनि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मंगल और बृहस्पति की कक्षाओं के मध्य लाखों क्षुद्रग्रह सूर्य का चक्कर लगाते हैं।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सौरमंडल का सबसे गर्म एवं सबसे चमकीला ग्रह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बृहस्पति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सौरमंडल का सबसे गर्म एवं सबसे चमकीला ग्रह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बृहस्पति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शुक्र ग्रह के घने CO2 वायुमंडल के कारण तीव्र ग्रीनहाउस प्रभाव होता है जिससे यह सर्वाधिक गर्म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पृथ्वी अपनी धुरी (अक्ष) पर किस दिशा से किस दिशा की ओर घूर्णन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पूर्व से पश्चिम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पश्चिम से पूर्व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उत्तर से दक्षिण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दक्षिण से उत्तर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पृथ्वी अपनी धुरी (अक्ष) पर किस दिशा से किस दिशा की ओर घूर्णन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पूर्व से पश्चिम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पश्चिम से पूर्व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उत्तर से दक्षिण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दक्षिण से उत्तर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पृथ्वी पश्चिम से पूर्व घूमती है, इसीलिए सूर्य पूर्व में उगता और पश्चिम में डूबता दिखाई देता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पृथ्वी का एकमात्र प्राकृतिक उपग्रह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फोबोस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डीमोस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चंद्रमा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टाइटन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पृथ्वी का एकमात्र प्राकृतिक उपग्रह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फोबोस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डीमोस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चंद्रमा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टाइटन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चंद्रमा (Moon) पृथ्वी का एकमात्र प्राकृतिक उपग्रह है जो 27 दिन 8 घंटे में पृथ्वी का चक्कर लगाता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[UP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सूर्य के सबसे निकट स्थित ग्रह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पृथ्वी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मंगल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[UP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सूर्य के सबसे निकट स्थित ग्रह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पृथ्वी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मंगल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बुध (Mercury) सूर्य का सबसे करीबी ग्रह है और मात्र 88 दिनों में सूर्य की परिक्रमा पूरी करता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[Gujarat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सौरमंडल के किस ग्रह के चारों ओर अत्यंत सुंदर वलय (छल्ले)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बृहस्पति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शनि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अरुण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वरुण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[Gujarat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सौरमंडल के किस ग्रह के चारों ओर अत्यंत सुंदर वलय (छल्ले)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बृहस्पति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शनि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अरुण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वरुण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शनि (Saturn) के चारों ओर बर्फ और धूल कणों से बने अत्यंत स्पष्ट वलय पाए जाते हैं।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पृथ्वी को दो बराबर गोलार्धों (उत्तरी व दक्षिणी) में बांटने वाली 0° अक्षांश रेखा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कर्क रेखा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मकर रेखा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भूमध्य (विषुवत) रेखा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ग्रीनविच रेखा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पृथ्वी को दो बराबर गोलार्धों (उत्तरी व दक्षिणी) में बांटने वाली 0° अक्षांश रेखा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कर्क रेखा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मकर रेखा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भूमध्य (विषुवत) रेखा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ग्रीनविच रेखा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0° अक्षांश रेखा को भूमध्य रेखा या विषुवत रेखा (Equator) कहा जाता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वायुमंडल में सर्वाधिक मात्रा (लगभग 78%) में कौन सी गैस पाई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नाइट्रोजन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कार्बन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आर्गन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वायुमंडल में सर्वाधिक मात्रा (लगभग 78%) में कौन सी गैस पाई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नाइट्रोजन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कार्बन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आर्गन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वायुमंडल में 78% नाइट्रोजन, 21% ऑक्सीजन और 0.03% कार्बन डाइऑक्साइड पाई जाती है।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बादल बनना, वर्षा, तूफान और कोहरा जैसी सभी मौसमी घटनाएं वायुमंडल की किस परत में होती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समतापमंडल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क्षोभमंडल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आयनमंडल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बादल बनना, वर्षा, तूफान और कोहरा जैसी सभी मौसमी घटनाएं वायुमंडल की किस परत में होती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समतापमंडल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क्षोभमंडल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आयनमंडल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क्षोभमंडल (Troposphere) सबसे निचली परत है जहां समस्त मौसमी परिवर्तन घटित होते हैं।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सूर्य की हानिकारक पराबैंगनी (UV) किरणों को रोकने वाली ओजोन परत किस मंडल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बहिर्मंडल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सूर्य की हानिकारक पराबैंगनी (UV) किरणों को रोकने वाली ओजोन परत किस मंडल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बहिर्मंडल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समतापमंडल (Stratosphere) में ओजोन परत स्थित है जो जीवन रक्षक छतरी का कार्य करती है।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हवाई जहाज (जेट वायुयान) उड़ाने के लिए वायुमंडल की कौन सी परत सबसे आदर्श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आयनमंडल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हवाई जहाज (जेट वायुयान) उड़ाने के लिए वायुमंडल की कौन सी परत सबसे आदर्श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आयनमंडल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समतापमंडल में बादल और मौसमी हलचलें नहीं होतीं, इसलिए यह वायुयान संचालन हेतु सर्वोत्तम है।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[Haryana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रेडियो तरंगों को परावर्तित करके पृथ्वी पर संचार सुविधा किस परत द्वारा संभव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आयनमंडल (तापमंडल)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मध्यमंडल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[Haryana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रेडियो तरंगों को परावर्तित करके पृथ्वी पर संचार सुविधा किस परत द्वारा संभव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आयनमंडल (तापमंडल)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मध्यमंडल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आयनमंडल में उपस्थित विद्युत आवेशित कण रेडियो तरंगों को धरातल पर वापस भेजते हैं।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वायुमंडलीय दाब (Atmospheric Pressure) मापने के लिए किस वैज्ञानिक यंत्र का प्रयोग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थर्मामीटर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बैरोमीटर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सीस्मोग्राफ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हाइड्रोमीटर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वायुमंडलीय दाब (Atmospheric Pressure) मापने के लिए किस वैज्ञानिक यंत्र का प्रयोग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थर्मामीटर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बैरोमीटर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सीस्मोग्राफ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हाइड्रोमीटर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बैरोमीटर से वायुमंडलीय दबाव मापा जाता है।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बैरोमीटर के पारे का पाठ्यांक अचानक तेजी से गिरना किसका स्पष्ट संकेत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साफ मौसम 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आंधी-तूफान आने 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अत्यधिक ठंड 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सूखा पड़ने का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बैरोमीटर के पारे का पाठ्यांक अचानक तेजी से गिरना किसका स्पष्ट संकेत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साफ मौसम 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आंधी-तूफान आने 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अत्यधिक ठंड 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सूखा पड़ने 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बैरोमीटर में पारे का अचानक गिरना निम्न दाब और आंधी-तूफान का संकेत होता है।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[Maharashtra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विश्व का सबसे गहरा स्थान 'मेरियाना गर्त' (Mariana Trench) किस महासागर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प्रशांत महासागर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अटलांटिक महासागर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हिंद महासागर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आर्कटिक महासागर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[Maharashtra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विश्व का सबसे गहरा स्थान 'मेरियाना गर्त' (Mariana Trench) किस महासागर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प्रशांत महासागर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अटलांटिक महासागर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हिंद महासागर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आर्कटिक महासागर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मेरियाना गर्त (लगभग 11,022 मीटर गहरा) प्रशांत महासागर में फिलीपींस के निकट स्थित है।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[Rajasthan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सूर्य और चंद्रमा के गुरुत्वाकर्षण बल के कारण समुद्र के जल स्तर के नियमित उठने-गिरने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सुनामी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ज्वार-भाटा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जलधारा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चक्रवात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[Rajasthan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सूर्य और चंद्रमा के गुरुत्वाकर्षण बल के कारण समुद्र के जल स्तर के नियमित उठने-गिरने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सुनामी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ज्वार-भाटा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जलधारा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चक्रवात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समुद्र जल का ऊपर चढ़ना 'ज्वार' और नीचे गिरना 'भाटा' कहलाता है।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[UP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उत्तर भारत के मैदानी इलाकों में गर्मियों में चलने वाली अत्यंत गर्म और शुष्क हवा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चिनूक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मिस्ट्रल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लू (Loo)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सिमूम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[UP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उत्तर भारत के मैदानी इलाकों में गर्मियों में चलने वाली अत्यंत गर्म और शुष्क हवा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चिनूक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मिस्ट्रल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लू (Loo)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सिमूम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मई-जून में उत्तर भारत में चलने वाली धूलभरी गर्म हवा को स्थानीय रूप से 'लू' कहते हैं।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[MP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ओजोन परत को सर्वाधिक नुकसान पहुंचाने वाली हानिकारक गैस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कार्बन डाइऑक्साइड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क्लोरोफ्लोरोकार्बन (CFC)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नाइट्रोजन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मीथेन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[MP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ओजोन परत को सर्वाधिक नुकसान पहुंचाने वाली हानिकारक गैस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कार्बन डाइऑक्साइड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क्लोरोफ्लोरोकार्बन (CFC)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नाइट्रोजन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मीथेन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रेफ्रिजरेटर व एसी से निकलने वाली CFC गैस ओजोन अणुओं को तोड़ देती है।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प्रत्येक वर्ष 'विश्व जल दिवस' (World Water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22 मार्च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22 अप्रैल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5 जून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16 सितंबर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प्रत्येक वर्ष 'विश्व जल दिवस' (World Water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22 मार्च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22 अप्रैल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5 जून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16 सितंबर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22 मार्च को विश्व जल दिवस मनाया जाता है (22 अप्रैल = पृथ्वी दिवस, 5 जून = पर्यावरण दिवस)।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[Gujarat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पृथ्वी के कुल धरातल के कितने प्रतिशत भाग पर जल का विस्तार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60%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71%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85%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[Gujarat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पृथ्वी के कुल धरातल के कितने प्रतिशत भाग पर जल का विस्तार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60%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71%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85%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पृथ्वी का लगभग 71% भाग जलमंडल और 29% भाग स्थलमंडल है, इसीलिए इसे नीला ग्रह कहते हैं।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[All India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अंतरिक्ष से आने वाले उल्कापिंड वायुमंडल की किस परत में प्रवेश करते ही घर्षण से जल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मध्यमंडल (Mesosphere)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बहिर्मंडल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[All India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अंतरिक्ष से आने वाले उल्कापिंड वायुमंडल की किस परत में प्रवेश करते ही घर्षण से जल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मध्यमंडल (Mesosphere)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बहिर्मंडल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मध्यमंडल (-100°C) में हवा के घर्षण से उल्कापिंड जलकर नष्ट हो जाते हैं।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भारत की सबसे लंबी नदी कौन सी है जिसकी कुल लंबाई लगभग 2525 किलोमीटर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यमुना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गोदावरी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गंगा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ब्रह्मपुत्र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भारत की सबसे लंबी नदी कौन सी है जिसकी कुल लंबाई लगभग 2525 किलोमीटर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यमुना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गोदावरी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गंगा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ब्रह्मपुत्र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गंगा भारत की राष्ट्रीय और सबसे लंबी नदी (2525 किमी) है जो गंगोत्री से निकलती है।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गंगा और ब्रह्मपुत्र नदियों द्वारा निर्मित विश्व का सबसे बड़ा नदी डेल्टा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मिसिसिपी डेल्टा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सुंदरवन डेल्टा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नील नदी डेल्टा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सिंधु डेल्टा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गंगा और ब्रह्मपुत्र नदियों द्वारा निर्मित विश्व का सबसे बड़ा नदी डेल्टा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मिसिसिपी डेल्टा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सुंदरवन डेल्टा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नील नदी डेल्टा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सिंधु डेल्टा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सुंदरवन डेल्टा विश्व का सबसे बड़ा डेल्टा है जहां प्रसिद्ध सुंदरी वृक्ष पाए जाते हैं।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कपास की खेती के लिए सर्वाधिक उपयुक्त मिट्टी कौन सी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जलोढ़ मिट्टी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काली (रेगुर) मिट्टी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लाल मिट्टी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लेटराइट मिट्टी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कपास की खेती के लिए सर्वाधिक उपयुक्त मिट्टी कौन सी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जलोढ़ मिट्टी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काली (रेगुर) मिट्टी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लाल मिट्टी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लेटराइट मिट्टी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काली मिट्टी में नमी सोखने की सर्वाधिक क्षमता होती है, इसलिए इसे कपास मिट्टी कहते हैं।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भारत की सबसे प्राचीनतम अवशिष्ट पर्वत श्रृंखला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हिमालय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अरावली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सतपुड़ा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पश्चिमी घाट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भारत की सबसे प्राचीनतम अवशिष्ट पर्वत श्रृंखला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हिमालय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अरावली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सतपुड़ा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पश्चिमी घाट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राजस्थान की अरावली पर्वतमाला भारत एवं विश्व की सबसे प्राचीन पर्वत श्रेणियों में से एक है।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06: सागर सर की 1-मिनट मेमोरी चाबी (क्विक फॉर्मूला)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इतिहास: गजनवी (1025), तराइन (1191/92), पानीपत (1526), 1857 (मेरठ), ब्रह्म समाज (1828), आर्य समाज (1875)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नागरिक शास्त्र: 2 वर्ष 11 माह 18 दिन, प्रारूप समिति (अंबेडकर), 6 मौलिक अधिकार, अनु. 32 (संविधान की आत्मा)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आर.टी.ई. (RTE) = अनु. 21A (86वां संशोधन 2002) | पंचायती राज = 73वां संशोधन 1992 (नागौर, 1959)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भूगोल: शुक्र (भोर का तारा/सबसे गर्म) | पृथ्वी घूर्णन = दिन-रात | परिक्रमण = ऋतुएं | 82½° पूर्व = IST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वायुमंडल: क्षोभमंडल = सभी मौसम घटनाएं | समतापमंडल = हवाई जहाज उड़ान + ओजोन परत | बैरोमीटर = वायुदाब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भारत का भूगोल: गंगा = 2525 किमी | सुंदरवन डेल्टा | काली (रेगुर) मिट्टी = कपास | काला सोना = पेट्रोलियम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मॉक टेस्ट 06 में आपने 50 में से कितने अंक प्राप्त किए, अपनी डायरी में नोट करें।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जो प्रश्न गलत हुए, उनके सही उत्तर अपनी फेयर कॉपी में 2 बार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अगले मॉक टेस्ट के लिए इतिहास, भूगोल और नागरिक शास्त्र के शॉर्ट नोट्स दोहराएं।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मॉक टेस्ट 06 सम्पन्न! बधाई!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सागर कोचिंग सेंटर — आपकी सफलता, हमारा संकल्प!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टेस्ट की PDF डाउनलोड करें: sagarcoaching.tech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YouTube: NMMS King Sagar Sir  ★  App: Sagar Coaching Centre (Play Store)  ★  Website: https://sagarcoaching.tech  ★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