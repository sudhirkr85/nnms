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04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04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04: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तहत कम से कम 33% आरक्षण अनिवार्य है (बिहार जैसे राज्यों ने इसे 50% किया है)।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सुकुमार सेन भारत के पहले मुख्य चुनाव आयुक्त थे।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Election Verified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Election Verified Machine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Electronic Voting Machine (इलेक्ट्रॉनिक वोटिंग मशीन) मत दर्ज करने का इलेक्ट्रॉनिक साधन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1995 में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1995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SC/ST Prevention of Atrocities Act 1989 में दलितों व आदिवासियों के संरक्षण हेतु बना।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324 के तहत भारत निर्वाचन आयोग का गठन किया जाता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 सेकंड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10 सेकंड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VVPAT में 7 सेकंड तक पर्ची दिखती है जिससे मतदाता को पुष्टि होती है कि वोट सही गया।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प्रखंड स्तर पर पंचायत समिति और जिला स्तर पर जिला परिषद होती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भारतीय धर्मनिरपेक्षता में राज्य धर्मनिरपेक्ष है और सर्वधर्म समभाव का पालन करता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74वां संविधान संशोधन (1992)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74वां संविधान संशोधन (1992)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74वां संशोधन नगर निकायों और 12वीं अनुसूची (18 विषय) से संबंधित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ईस्वी में मुहम्मद बिन कासिम ने सिंध पर सफल आक्रमण किया था।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पराजित कर सिंध जीता गया।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21 बार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21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गजनवी ने 1000 से 1027 ई. के बीच भारत पर कुल 17 आक्रमण किए।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1192 ई.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अपने 16वें आक्रमण में गजनवी ने सोमनाथ मंदिर को लूटा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शाहनामा की रचना गजनवी के राजकवि फिरदौसी ने की थी।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1191 में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चंदबरदाई पृथ्वीराज चौहान के मित्र व राजकवि थे।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1206 ई.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1206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1194 ई. में चंदावर के युद्ध में गोरी ने जयचंद को हराया था।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गोरी के सेनापति बख्तियार खिलजी ने नालंदा व विक्रमशिला विश्वविद्यालयों को नष्ट किया।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सिंध विजय के बाद मुहम्मद बिन कासिम ने जजिया कर लगाया।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कुमारपाल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कुमारपाल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अर्णोराज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अर्णोराज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अजयराज चौहान ने अजमेर (अजयमेरु) नगर की स्थापना की थी।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भील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1206 ई. में गोरी ने खोखरों के विद्रोह को दबाया और लौटते समय उसकी हत्या हुई।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दिल्ली सल्तनत में 'गुलाम वंश' (ममलूक वंश) की स्थापना 1206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दिल्ली सल्तनत में 'गुलाम वंश' (ममलूक वंश) की स्थापना 1206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कुतुबुद्दीन ऐबक मुहम्मद गोरी का गुलाम था और 1206 में गद्दी पर बैठा।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अपनी अत्यधिक दानशीलता के कारण 'लाखबख्श' (लाखों का दानी) किस सुल्तान को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अपनी अत्यधिक दानशीलता के कारण 'लाखबख्श' (लाखों का दानी) किस सुल्तान को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गरीबों व विद्वानों को लाखों का दान देता था इसलिए लाखबख्श कहलाया।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दिल्ली में स्थित प्रसिद्ध 'कुतुब मीनार' के निर्माण की शुरुआत किसने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दिल्ली में स्थित प्रसिद्ध 'कुतुब मीनार' के निर्माण की शुरुआत किसने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ने कुतुब मीनार की नींव रखी, जबकि इसे पूरा इल्तुतमिश ने करवाया।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की प्रथम और एकमात्र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की प्रथम और एकमात्र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सुपुत्री रजिया सुल्तान 1236 ईस्वी में दिल्ली की सुल्तान बनी थीं।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चालीसा दल (तुर्कान-ए-चहलगानी) का गठन किस सुल्तान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चालीसा दल (तुर्कान-ए-चहलगानी) का गठन किस सुल्तान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ने 40 वफादार अमीर सरदारों का चालीसा गुट बनाया था।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विद्रोहियों और शत्रुओं के विरुद्ध कठोर 'लौह एवं रक्त की नीति' किसने अपनाई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विद्रोहियों और शत्रुओं के विरुद्ध कठोर 'लौह एवं रक्त की नीति' किसने अपनाई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कठोर लौह एवं रक्त की नीति लागू की।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दिल्ली सल्तनत में कठोर 'बाजार नियंत्रण प्रणाली' (मूल्य नियंत्रण) किस सुल्तान ने लागू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दिल्ली सल्तनत में कठोर 'बाजार नियंत्रण प्रणाली' (मूल्य नियंत्रण) किस सुल्तान ने लागू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स्थिर रखने हेतु कठोर बाजार नीति बनाई।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सैनिकों का हुलिया दर्ज करने और घोड़ों को दागने की प्रथा किसने शुरू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सूरी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सैनिकों का हुलिया दर्ज करने और घोड़ों को दागने की प्रथा किसने शुरू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सूरी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सेना में भ्रष्टाचार रोकने हेतु यह प्रथा शुरू की।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अपनी राजधानी दिल्ली से 'दौलताबाद' (देवगिरि) स्थानांतरित करने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बलबन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अपनी राजधानी दिल्ली से 'दौलताबाद' (देवगिरि) स्थानांतरित करने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बलबन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दिल्ली से दौलताबाद बदली।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मोरक्को (अफ्रीका) का प्रसिद्ध विदेशी यात्री 'इब्न बतूता'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मोरक्को (अफ्रीका) का प्रसिद्ध विदेशी यात्री 'इब्न बतूता'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इब्न बतूता 1333 ई. में तुगलक के काल में आया, जिसकी पुस्तक 'रेहला'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इब्न बतूता द्वारा लिखित प्रसिद्ध यात्रा वृत्तांत पुस्तक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किताब-उल-रेहला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किताब-ए-हिंद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शाहनामा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तारीख-ए-फिरोजशाही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इब्न बतूता द्वारा लिखित प्रसिद्ध यात्रा वृत्तांत पुस्तक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किताब-उल-रेहला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किताब-ए-हिंद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शाहनामा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तारीख-ए-फिरोजशाही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रेहला (Rihla) इब्न बतूता का यात्रा वृत्तांत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यमुना नदी के तट पर ऐतिहासिक 'आगरा शहर'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यमुना नदी के तट पर ऐतिहासिक 'आगरा शहर'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1504 में आगरा नगर बसाया और 1506 में राजधानी बनाया।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दिल्ली के कुतुब परिसर में प्रसिद्ध 'अलाई दरवाजा'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दिल्ली के कुतुब परिसर में प्रसिद्ध 'अलाई दरवाजा'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अलाई दरवाजा बनवाया था।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दरबार में 'सिजदा' और 'पाबोस' प्रथा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दरबार में 'सिजदा' और 'पाबोस' प्रथा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बलबन ने ईरानी राजदरबार के शिष्टाचार सिजदा व पाबोस को लागू किया।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दिल्ली सल्तनत का अंतिम शासक कौन था, जो पानीपत के प्रथम युद्ध में मारा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दौलत खां लोदी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दिल्ली सल्तनत का अंतिम शासक कौन था, जो पानीपत के प्रथम युद्ध में मारा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दौलत खां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21 अप्रैल 1526 को इब्राहिम लोदी पानीपत के युद्ध में बाबर के हाथों मारा गया।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भारत में मुग़ल साम्राज्य की नींव रखी।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उर्दू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उर्दू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अपनी आत्मकथा स्वयं अपनी मातृभाषा चगताई तुर्की में लिखी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सड़क-ए-आजम (GT Road) का निर्माण करवाया था।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178 ग्रेन का चांदी का रुपया और तांबे का दाम चलाया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का सुंदर मकबरा बिहार के सासाराम में झील के मध्य स्थित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बैरम खां के नेतृत्व में अकबर की सेना ने हेमू (हेमचंद्र) को पराजित किया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महाराणा प्रताप और अकबर के सेनापति राजा मानसिंह के बीच हल्दीघाटी का भीषण युद्ध हुआ।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सभी धर्मों के सद्गुणों को मिलाकर दीन-ए-इलाही की शुरुआत की।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फैजी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के नवरत्न अबुल फजल ने अकबरनामा लिखा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1602 में गुजरात विजय के उपलक्ष्य में बुलंद दरवाजा बनवाया।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ताजमहल, लाल किला और जामा मस्जिद जैसी भव्य इमारतें बनीं।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ने अपनी बेगम मुमताज महल की याद में ताजमहल का निर्माण कराया।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तानसेन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तानसेन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टोडरमल ने भूमि पैमाइश और दहशाला बंदोबस्त लागू किया।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04: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04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04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