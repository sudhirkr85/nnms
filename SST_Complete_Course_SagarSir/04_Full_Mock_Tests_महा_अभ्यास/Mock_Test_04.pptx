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04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04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04: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पंचायती राज संस्थाओं में महिलाओं के लिए कम से कम कितने प्रतिशत आरक्षण की संवैधानिक व्यवस्था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प्रतिशत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33 प्रतिशत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50 प्रतिशत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कोई आरक्षण नहीं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पंचायती राज संस्थाओं में महिलाओं के लिए कम से कम कितने प्रतिशत आरक्षण की संवैधानिक व्यवस्था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प्रतिशत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33 प्रतिशत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50 प्रतिशत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कोई आरक्षण नहीं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तहत कम से कम 33% आरक्षण अनिवार्य है (बिहार जैसे राज्यों ने इसे 50% किया है)।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स्वतंत्र भारत के प्रथम मुख्य चुनाव आयुक्त (Chief Election Commissioner)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सुककुमार सेन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टी.एन. शेषन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सुनील अरोड़ा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राजीव कुमार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स्वतंत्र भारत के प्रथम मुख्य चुनाव आयुक्त (Chief Election Commissioner)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सुककुमार सेन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टी.एन. शेषन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सुनील अरोड़ा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राजीव कुमार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सुकुमार सेन भारत के पहले मुख्य चुनाव आयुक्त थे।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चुनाव में मतदान हेतु प्रयुक्त होने वाली 'EVM'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Electronic Voting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Electric Vote 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Early Voting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Election Verified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चुनाव में मतदान हेतु प्रयुक्त होने वाली 'EVM'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Electronic Voting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Electric Vote 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Early Voting 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Election Verified Machine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Electronic Voting Machine (इलेक्ट्रॉनिक वोटिंग मशीन) मत दर्ज करने का इलेक्ट्रॉनिक साधन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'अनुसूचित जाति एवं अनुसूचित जनजाति (अत्याचार निवारण) अधिनियम' किस वर्ष पारित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1976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1986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1989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1995 में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'अनुसूचित जाति एवं अनुसूचित जनजाति (अत्याचार निवारण) अधिनियम' किस वर्ष पारित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1976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1986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1989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1995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SC/ST Prevention of Atrocities Act 1989 में दलितों व आदिवासियों के संरक्षण हेतु बना।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निर्वाचन आयोग (Election Commission) का उल्लेख संविधान के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324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निर्वाचन आयोग (Election Commission) का उल्लेख संविधान के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320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324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324 के तहत भारत निर्वाचन आयोग का गठन किया जाता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VVPAT मशीन में मतदाता को अपने वोट की पर्ची स्क्रीन पर कितने सेकंड तक दिखाई देती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 सेकंड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सेकंड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 सेकंड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 सेकंड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VVPAT मशीन में मतदाता को अपने वोट की पर्ची स्क्रीन पर कितने सेकंड तक दिखाई देती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3 सेकंड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सेकंड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 सेकंड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10 सेकंड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VVPAT में 7 सेकंड तक पर्ची दिखती है जिससे मतदाता को पुष्टि होती है कि वोट सही गया।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पंचायती राज व्यवस्था में मध्यवर्ती (प्रखंड/ब्लॉक) स्तर की संस्था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ग्राम 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पंचायत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जिला परिषद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नगर पंचायत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पंचायती राज व्यवस्था में मध्यवर्ती (प्रखंड/ब्लॉक) स्तर की संस्था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ग्राम 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पंचायत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जिला परिषद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नगर पंचायत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प्रखंड स्तर पर पंचायत समिति और जिला स्तर पर जिला परिषद होती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धर्मनिरपेक्षता (Secularism) का सबसे प्रमुख मूल लक्षण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राज्य का कोई आधिकारिक धर्म नहीं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सभी धर्मों को समान संरक्षण व आदर प्राप्त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किसी के साथ धर्म के आधार पर भेदभाव नहीं होगा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उपर्युक्त सभी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भारतीय धर्मनिरपेक्षता (Secularism) का सबसे प्रमुख मूल लक्षण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राज्य का कोई आधिकारिक धर्म नहीं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सभी धर्मों को समान संरक्षण व आदर प्राप्त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किसी के साथ धर्म के आधार पर भेदभाव नहीं होगा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उपर्युक्त सभी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भारतीय धर्मनिरपेक्षता में राज्य धर्मनिरपेक्ष है और सर्वधर्म समभाव का पालन करता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शहरी स्थानीय स्वशासन (नगर पालिका व नगर निगम) से संबंधित संविधान संशोधन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71वां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72वां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74वां संविधान संशोधन (1992)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शहरी स्थानीय स्वशासन (नगर पालिका व नगर निगम) से संबंधित संविधान संशोधन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71वां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72वां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73वां संशोधन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74वां संविधान संशोधन (1992)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74वां संशोधन नगर निकायों और 12वीं अनुसूची (18 विषय) से संबंधित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पर सफल आक्रमण करने वाला प्रथम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भारत पर सफल आक्रमण करने वाला प्रथम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ईस्वी में मुहम्मद बिन कासिम ने सिंध पर सफल आक्रमण किया था।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मुहम्मद बिन कासिम ने किस वर्ष भारत के सिंध प्रांत पर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650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712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1191 ई.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मुहम्मद बिन कासिम ने किस वर्ष भारत के सिंध प्रांत पर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650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712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1001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ई. में राजा दाहिर को पराजित कर सिंध जीता गया।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महमूद गजनवी ने भारत पर कुल कितनी बार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12 बार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17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21 बार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महमूद गजनवी ने भारत पर कुल कितनी बार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12 बार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17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21 बार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गजनवी ने 1000 से 1027 ई. के बीच भारत पर कुल 17 आक्रमण किए।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महमूद गजनवी ने गुजरात के प्रसिद्ध 'सोमनाथ मंदिर'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1018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1025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1192 ई.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महमूद गजनवी ने गुजरात के प्रसिद्ध 'सोमनाथ मंदिर'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1018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1025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1192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1025 ई. में अपने 16वें आक्रमण में गजनवी ने सोमनाथ मंदिर को लूटा था।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फारसी महाकाव्य 'शाहनामा' (Shahnameh)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मिन्हाज-उस-सिराज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हसन निजामी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फारसी महाकाव्य 'शाहनामा' (Shahnameh)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मिन्हाज-उस-सिराज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हसन निजामी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शाहनामा की रचना गजनवी के राजकवि फिरदौसी ने की थी।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शेरशाह और हुमायूं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शेरशाह और हुमायूं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1191 में तराइन के पहले युद्ध में पृथ्वीराज चौहान ने मुहम्मद गोरी को पराजित किया था।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'पृथ्वीराज रासो'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'पृथ्वीराज रासो'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चंदबरदाई पृथ्वीराज चौहान के मित्र व राजकवि थे।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कन्नौज के राजा जयचंद और मुहम्मद गोरी के बीच चंदावर का युद्ध किस वर्ष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1191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1192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1194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1206 ई.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कन्नौज के राजा जयचंद और मुहम्मद गोरी के बीच चंदावर का युद्ध किस वर्ष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1191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1192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1194 ईस्वी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1206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1194 ई. में चंदावर के युद्ध में गोरी ने जयचंद को हराया था।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बिहार के प्रसिद्ध प्राचीन 'नालंदा विश्वविद्यालय' को किसने जलाकर नष्ट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बख्तियार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बिहार के प्रसिद्ध प्राचीन 'नालंदा विश्वविद्यालय' को किसने जलाकर नष्ट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बख्तियार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गोरी के सेनापति बख्तियार खिलजी ने नालंदा व विक्रमशिला विश्वविद्यालयों को नष्ट किया।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सबसे पहले 'जजिया कर' (Jizya Tax) लगाने वाला मुस्लिम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मुहम्मद बिन कासिम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महमूद गजनवी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कुतुबुद्दीन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सबसे पहले 'जजिया कर' (Jizya Tax) लगाने वाला मुस्लिम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मुहम्मद बिन कासिम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महमूद गजनवी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कुतुबुद्दीन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ई. में सिंध विजय के बाद मुहम्मद बिन कासिम ने जजिया कर लगाया।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सोमनाथ मंदिर पर महमूद गजनवी के आक्रमण के समय गुजरात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जयसिंह सिद्धराज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कुमारपाल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सोमनाथ मंदिर पर महमूद गजनवी के आक्रमण के समय गुजरात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जयसिंह सिद्धराज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कुमारपाल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सोलंकी वंश के राजा भीमदेव प्रथम उस समय गुजरात के शासक थे।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अजमेर नगर की स्थापना और वहां चौहान वंश की नींव किसने रखी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अजयराज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पृथ्वीराज चौहान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विग्रहराज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अर्णोराज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अजमेर नगर की स्थापना और वहां चौहान वंश की नींव किसने रखी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अजयराज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पृथ्वीराज चौहान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विग्रहराज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अर्णोराज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अजयराज चौहान ने अजमेर (अजयमेरु) नगर की स्थापना की थी।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मुहम्मद गोरी का भारत में अंतिम अभियान (1206 ई.) किस जाति के विरुद्ध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खोखर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राजपूत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भील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मुहम्मद गोरी का भारत में अंतिम अभियान (1206 ई.) किस जाति के विरुद्ध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खोखर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राजपूत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भील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1206 ई. में गोरी ने खोखरों के विद्रोह को दबाया और लौटते समय उसकी हत्या हुई।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दिल्ली सल्तनत में 'गुलाम वंश' (ममलूक वंश) की स्थापना 1206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दिल्ली सल्तनत में 'गुलाम वंश' (ममलूक वंश) की स्थापना 1206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कुतुबुद्दीन ऐबक मुहम्मद गोरी का गुलाम था और 1206 में गद्दी पर बैठा।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अपनी अत्यधिक दानशीलता के कारण 'लाखबख्श' (लाखों का दानी) किस सुल्तान को कहा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अपनी अत्यधिक दानशीलता के कारण 'लाखबख्श' (लाखों का दानी) किस सुल्तान को कहा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ऐबक गरीबों व विद्वानों को लाखों का दान देता था इसलिए लाखबख्श कहलाया।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दिल्ली में स्थित प्रसिद्ध 'कुतुब मीनार' के निर्माण की शुरुआत किसने करवाई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अलाउद्दीन खिलजी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शाहजहां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दिल्ली में स्थित प्रसिद्ध 'कुतुब मीनार' के निर्माण की शुरुआत किसने करवाई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अलाउद्दीन खिलजी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शाहजहां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ऐबक ने कुतुब मीनार की नींव रखी, जबकि इसे पूरा इल्तुतमिश ने करवाया।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भारत की प्रथम और एकमात्र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भारत की प्रथम और एकमात्र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की सुपुत्री रजिया सुल्तान 1236 ईस्वी में दिल्ली की सुल्तान बनी थीं।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चालीसा दल (तुर्कान-ए-चहलगानी) का गठन किस सुल्तान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चालीसा दल (तुर्कान-ए-चहलगानी) का गठन किस सुल्तान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ने 40 वफादार अमीर सरदारों का चालीसा गुट बनाया था।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विद्रोहियों और शत्रुओं के विरुद्ध कठोर 'लौह एवं रक्त की नीति' किसने अपनाई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रजिया सुल्तान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विद्रोहियों और शत्रुओं के विरुद्ध कठोर 'लौह एवं रक्त की नीति' किसने अपनाई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रजिया सुल्तान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गियासुद्दीन बलबन ने कठोर लौह एवं रक्त की नीति लागू की।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दिल्ली सल्तनत में कठोर 'बाजार नियंत्रण प्रणाली' (मूल्य नियंत्रण) किस सुल्तान ने लागू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दिल्ली सल्तनत में कठोर 'बाजार नियंत्रण प्रणाली' (मूल्य नियंत्रण) किस सुल्तान ने लागू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वस्तुओं के दाम स्थिर रखने हेतु कठोर बाजार नीति बनाई।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सैनिकों का हुलिया दर्ज करने और घोड़ों को दागने की प्रथा किसने शुरू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सूरी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अकबर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सैनिकों का हुलिया दर्ज करने और घोड़ों को दागने की प्रथा किसने शुरू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सूरी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अकबर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सेना में भ्रष्टाचार रोकने हेतु यह प्रथा शुरू की।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अपनी राजधानी दिल्ली से 'दौलताबाद' (देवगिरि) स्थानांतरित करने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बलबन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अपनी राजधानी दिल्ली से 'दौलताबाद' (देवगिरि) स्थानांतरित करने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बलबन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मुहम्मद बिन तुगलक ने 1327 ई. में राजधानी दिल्ली से दौलताबाद बदली।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मोरक्को (अफ्रीका) का प्रसिद्ध विदेशी यात्री 'इब्न बतूता' किसके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अकबर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मोरक्को (अफ्रीका) का प्रसिद्ध विदेशी यात्री 'इब्न बतूता' किसके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अकबर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इब्न बतूता 1333 ई. में तुगलक के काल में आया, जिसकी पुस्तक 'रेहला'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इब्न बतूता द्वारा लिखित प्रसिद्ध यात्रा वृत्तांत पुस्तक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किताब-उल-रेहला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किताब-ए-हिंद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शाहनामा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तारीख-ए-फिरोजशाही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इब्न बतूता द्वारा लिखित प्रसिद्ध यात्रा वृत्तांत पुस्तक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किताब-उल-रेहला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किताब-ए-हिंद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शाहनामा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तारीख-ए-फिरोजशाही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रेहला (Rihla) इब्न बतूता का यात्रा वृत्तांत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यमुना नदी के तट पर ऐतिहासिक 'आगरा शहर' की स्थापना (1504 ई.)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यमुना नदी के तट पर ऐतिहासिक 'आगरा शहर' की स्थापना (1504 ई.)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सिकंदर लोदी ने 1504 में आगरा नगर बसाया और 1506 में राजधानी बनाया।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दिल्ली के कुतुब परिसर में प्रसिद्ध 'अलाई दरवाजा'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अलाउद्दीन खिलजी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शाहजहां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दिल्ली के कुतुब परिसर में प्रसिद्ध 'अलाई दरवाजा'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अलाउद्दीन खिलजी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शाहजहां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अलाई दरवाजा बनवाया था।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दरबार में 'सिजदा' और 'पाबोस' प्रथा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दरबार में 'सिजदा' और 'पाबोस' प्रथा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बलबन ने ईरानी राजदरबार के शिष्टाचार सिजदा व पाबोस को लागू किया।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दिल्ली सल्तनत का अंतिम शासक कौन था, जो पानीपत के प्रथम युद्ध में मारा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दौलत खां लोदी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दिल्ली सल्तनत का अंतिम शासक कौन था, जो पानीपत के प्रथम युद्ध में मारा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दौलत खां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21 अप्रैल 1526 को इब्राहिम लोदी पानीपत के युद्ध में बाबर के हाथों मारा गया।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पानीपत का प्रथम युद्ध (21 अप्रैल 1526)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पानीपत का प्रथम युद्ध (21 अप्रैल 1526)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भारत में मुग़ल साम्राज्य की नींव रखी।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मुग़ल सम्राट बाबर की प्रसिद्ध आत्मकथा 'तुजुक-ए-बाबरी' किस भाषा में लिखी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फारसी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तुर्की भाषा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उर्दू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मुग़ल सम्राट बाबर की प्रसिद्ध आत्मकथा 'तुजुक-ए-बाबरी' किस भाषा में लिखी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फारसी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तुर्की भाषा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अरबी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उर्दू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अपनी आत्मकथा स्वयं अपनी मातृभाषा चगताई तुर्की में लिखी थी।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बंगाल से पेशावर तक प्रसिद्ध 'ग्रांड ट्रंक रोड' (GT Road)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बंगाल से पेशावर तक प्रसिद्ध 'ग्रांड ट्रंक रोड' (GT Road) का निर्माण किसने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सूरी ने सड़क-ए-आजम (GT Road) का निर्माण करवाया था।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आधुनिक भारतीय मुद्रा के 'रुपया' (चांदी का सिक्का)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आधुनिक भारतीय मुद्रा के 'रुपया' (चांदी का सिक्का) की शुरुआत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ने 178 ग्रेन का चांदी का रुपया और तांबे का दाम चलाया था।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शेरशाह सूरी का प्रसिद्ध ऐतिहासिक अष्टकोणीय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लाहौर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शेरशाह सूरी का प्रसिद्ध ऐतिहासिक अष्टकोणीय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लाहौर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का सुंदर मकबरा बिहार के सासाराम में झील के मध्य स्थित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पानीपत का द्वितीय युद्ध (5 नवंबर 1556)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हेमू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दारा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पानीपत का द्वितीय युद्ध (5 नवंबर 1556)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हेमू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दारा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बैरम खां के नेतृत्व में अकबर की सेना ने हेमू (हेमचंद्र) को पराजित किया था।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हल्दीघाटी का ऐतिहासिक युद्ध (18 जून 1576)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मेदिनी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शिवाजी और औरंगजेब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हल्दीघाटी का ऐतिहासिक युद्ध (18 जून 1576)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मेदिनी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शिवाजी और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महाराणा प्रताप और अकबर के सेनापति राजा मानसिंह के बीच हल्दीघाटी का भीषण युद्ध हुआ।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'दीन-ए-इलाही' नामक नवीन धार्मिक पंथ की शुरुआत 1582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शाहजहां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'दीन-ए-इलाही' नामक नवीन धार्मिक पंथ की शुरुआत 1582 ई.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शाहजहां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सभी धर्मों के सद्गुणों को मिलाकर दीन-ए-इलाही की शुरुआत की।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'आईन-ए-अकबरी' एवं 'अकबरनामा' ऐतिहासिक ग्रंथों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फैजी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'आईन-ए-अकबरी' एवं 'अकबरनामा' ऐतिहासिक ग्रंथों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फैजी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के नवरत्न अबुल फजल ने अकबरनामा लिखा था।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फतेहपुर सीकरी में स्थित विश्व का सबसे ऊंचा प्रवेश द्वार 'बुलंद दरवाजा' किसने बनवाया?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शेरशाह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फतेहपुर सीकरी में स्थित विश्व का सबसे ऊंचा प्रवेश द्वार 'बुलंद दरवाजा' किसने बनवाया?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शेरशाह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1602 में गुजरात विजय के उपलक्ष्य में बुलंद दरवाजा बनवाया।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किस मुग़ल सम्राट के शासनकाल को 'स्थापत्य कला का स्वर्ण युग' (Golden Age of Architecture)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किस मुग़ल सम्राट के शासनकाल को 'स्थापत्य कला का स्वर्ण युग' (Golden Age of Architecture)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के काल में ताजमहल, लाल किला और जामा मस्जिद जैसी भव्य इमारतें बनीं।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आगरा में यमुना नदी के तट पर स्थित विश्व प्रसिद्ध 'ताजमहल' का निर्माण किसने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आगरा में यमुना नदी के तट पर स्थित विश्व प्रसिद्ध 'ताजमहल' का निर्माण किसने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ने अपनी बेगम मुमताज महल की याद में ताजमहल का निर्माण कराया।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अकबर के दरबार के प्रसिद्ध वित्त मंत्री कौन थे, जिन्होंने 'दहशाला' भू-राजस्व प्रणाली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मानसिंह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टोडरमल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बीरबल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तानसेन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अकबर के दरबार के प्रसिद्ध वित्त मंत्री कौन थे, जिन्होंने 'दहशाला' भू-राजस्व प्रणाली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मानसिंह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टोडरमल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बीरबल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तानसेन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टोडरमल ने भूमि पैमाइश और दहशाला बंदोबस्त लागू किया।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04: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04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04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