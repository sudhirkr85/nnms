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Full Mock Test 04 • सम्पूर्ण सामाजिक विज्ञान (50 प्रश्न)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ऑल इंडिया NMMS संपूर्ण सामाजिक विज्ञान: फुल मॉक टेस्ट 04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इतिहास, नागरिक शास्त्र एवं भूगोल का 50-प्रश्नों का संपूर्ण अभ्यास (All India Pattern)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इतिहास के 20 अति-महत्वपूर्ण प्रश्न  ★  नागरिक शास्त्र एवं संविधान के 15 प्रश्न  ★  भूगोल एवं पर्यावरण के 15 प्रश्न  ★  2-स्लाइड इंटरैक्टिव पैटर्न (Answer Hidden Mode)  ★  ऑल इंडिया NMMS 35 में 35 अंक की 100% तैयारी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04: परीक्षा में 35/35 अंक लाने के 4 अचूक नियम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 rIns="457200"/>
          <a:lstStyle/>
          <a:p>
            <a:pPr algn="ctr">
              <a:defRPr sz="1900" b="1">
                <a:solidFill>
                  <a:srgbClr val="1E3A8A"/>
                </a:solidFill>
                <a:latin typeface="Segoe UI"/>
              </a:defRPr>
            </a:pPr>
            <a:r>
              <a:t>📖 मुख्य तथ्य एवं सिद्धांत (Key Concepts &amp; Exam Notes):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1: प्रश्न को पूरा और ध्यान से पढ़ें — कई बार प्रश्न में 'नहीं है' या 'सत्य नहीं है' छिपा होता है।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2: ऑप्शन्स का एलिमिनेशन (Elimination Method) — जो विकल्प निश्चित गलत हैं, उन्हें पहले मन में काटें।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3: समय प्रबंधन (Time Management) — SST के 35 प्रश्नों को हल करने में 25-30 मिनट से अधिक समय न लगाएं।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4: OMR शीट सावधानी से भरें — NMMS परीक्षा में कोई निगेटिव मार्किंग (Negative Marking) नहीं है, इसलिए सभी 35 प्रश्न हल करें!</a:t>
            </a:r>
          </a:p>
          <a:p>
            <a:pPr>
              <a:spcBef>
                <a:spcPts val="1000"/>
              </a:spcBef>
              <a:spcAft>
                <a:spcPts val="200"/>
              </a:spcAft>
              <a:defRPr sz="1550">
                <a:solidFill>
                  <a:srgbClr val="1E293B"/>
                </a:solidFill>
                <a:latin typeface="Segoe UI"/>
              </a:defRPr>
            </a:pPr>
            <a:r>
              <a:t>•  नियम 5: सागर सर का मंत्र — नियमित अभ्यास, पिछले वर्षों के प्रश्न (PYQs) और आत्मविश्वास ही सफलता की चाबी है।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पंचायती राज संस्थाओं में महिलाओं के लिए कम से कम कितने प्रतिशत आरक्षण की संवैधानिक व्यवस्था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25 प्रतिशत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33 प्रतिशत (1/3)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50 प्रतिशत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कोई आरक्षण नहीं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1. पंचायती राज संस्थाओं में महिलाओं के लिए कम से कम कितने प्रतिशत आरक्षण की संवैधानिक व्यवस्था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25 प्रतिशत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33 प्रतिशत (1/3)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50 प्रतिशत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कोई आरक्षण नहीं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संविधान के तहत कम से कम 33% आरक्षण अनिवार्य है (बिहार जैसे राज्यों ने इसे 50% किया है)।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स्वतंत्र भारत के प्रथम मुख्य चुनाव आयुक्त (Chief Election Commissioner)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सुककुमार सेन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टी.एन. शेषन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सुनील अरोड़ा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राजीव कुमार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2. स्वतंत्र भारत के प्रथम मुख्य चुनाव आयुक्त (Chief Election Commissioner)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सुककुमार सेन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टी.एन. शेषन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सुनील अरोड़ा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राजीव कुमार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सुकुमार सेन भारत के पहले मुख्य चुनाव आयुक्त थे।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चुनाव में मतदान हेतु प्रयुक्त होने वाली 'EVM' का पूरा नाम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Electronic Voting Machine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Electric Vote Member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Early Voting 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Election Verified Machine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3. चुनाव में मतदान हेतु प्रयुक्त होने वाली 'EVM' का पूरा नाम क्या होता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Electronic Voting Machine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Electric Vote Member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Early Voting Method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Election Verified Machine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Electronic Voting Machine (इलेक्ट्रॉनिक वोटिंग मशीन) मत दर्ज करने का इलेक्ट्रॉनिक साधन है।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'अनुसूचित जाति एवं अनुसूचित जनजाति (अत्याचार निवारण) अधिनियम' किस वर्ष पारित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1976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1986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1989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1995 में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4. 'अनुसूचित जाति एवं अनुसूचित जनजाति (अत्याचार निवारण) अधिनियम' किस वर्ष पारित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1976 में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1986 में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1989 में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1995 में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SC/ST Prevention of Atrocities Act 1989 में दलितों व आदिवासियों के संरक्षण हेतु बना।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भारत निर्वाचन आयोग (Election Commission) का उल्लेख संविधान के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अनुच्छेद 320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अनुच्छेद 324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अनुच्छेद 352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अनुच्छेद 370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5. भारत निर्वाचन आयोग (Election Commission) का उल्लेख संविधान के किस अनुच्छेद में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अनुच्छेद 320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अनुच्छेद 324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अनुच्छेद 352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अनुच्छेद 370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अनुच्छेद 324 के तहत भारत निर्वाचन आयोग का गठन किया जाता है।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VVPAT मशीन में मतदाता को अपने वोट की पर्ची स्क्रीन पर कितने सेकंड तक दिखाई देती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3 सेकंड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5 सेकंड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7 सेकंड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10 सेकंड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#6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6. VVPAT मशीन में मतदाता को अपने वोट की पर्ची स्क्रीन पर कितने सेकंड तक दिखाई देती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3 सेकंड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5 सेकंड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7 सेकंड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10 सेकंड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VVPAT में 7 सेकंड तक पर्ची दिखती है जिससे मतदाता को पुष्टि होती है कि वोट सही गया।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पंचायती राज व्यवस्था में मध्यवर्ती (प्रखंड/ब्लॉक) स्तर की संस्था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ग्राम सभा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पंचायत समिति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जिला परिषद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नगर पंचायत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#7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7. पंचायती राज व्यवस्था में मध्यवर्ती (प्रखंड/ब्लॉक) स्तर की संस्था को क्या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ग्राम सभा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पंचायत समिति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जिला परिषद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नगर पंचायत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प्रखंड स्तर पर पंचायत समिति और जिला स्तर पर जिला परिषद होती है।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भारतीय धर्मनिरपेक्षता (Secularism) का सबसे प्रमुख मूल लक्षण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राज्य का कोई आधिकारिक धर्म नहीं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सभी धर्मों को समान संरक्षण व आदर प्राप्त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किसी के साथ धर्म के आधार पर भेदभाव नहीं होगा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उपर्युक्त सभी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#8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8. भारतीय धर्मनिरपेक्षता (Secularism) का सबसे प्रमुख मूल लक्षण क्या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राज्य का कोई आधिकारिक धर्म नहीं है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सभी धर्मों को समान संरक्षण व आदर प्राप्त है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किसी के साथ धर्म के आधार पर भेदभाव नहीं होगा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(D)  उपर्युक्त सभी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(D)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भारतीय धर्मनिरपेक्षता में राज्य धर्मनिरपेक्ष है और सर्वधर्म समभाव का पालन करता है।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शहरी स्थानीय स्वशासन (नगर पालिका व नगर निगम) से संबंधित संविधान संशोधन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71वां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72वां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73वां संशोधन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74वां संविधान संशोधन (1992)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#9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9. शहरी स्थानीय स्वशासन (नगर पालिका व नगर निगम) से संबंधित संविधान संशोधन कौन सा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71वां संशोधन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72वां संशोधन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73वां संशोधन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(D)  74वां संविधान संशोधन (1992)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(D)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74वां संशोधन नगर निकायों और 12वीं अनुसूची (18 विषय) से संबंधित है।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भारत पर सफल आक्रमण करने वाला प्रथम मुस्लिम आक्रमणकारी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महमूद गजनवी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मुहम्मद बिन कासिम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मुहम्मद गोरी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बाबर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#10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10. भारत पर सफल आक्रमण करने वाला प्रथम मुस्लिम आक्रमणकारी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महमूद गजनवी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मुहम्मद बिन कासिम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मुहम्मद गोरी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बाबर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712 ईस्वी में मुहम्मद बिन कासिम ने सिंध पर सफल आक्रमण किया था।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मुहम्मद बिन कासिम ने किस वर्ष भारत के सिंध प्रांत पर आक्रमण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650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712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1001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1191 ई.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#11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11. मुहम्मद बिन कासिम ने किस वर्ष भारत के सिंध प्रांत पर आक्रमण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650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712 ईस्वी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1001 ई.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1191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712 ई. में राजा दाहिर को पराजित कर सिंध जीता गया।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महमूद गजनवी ने भारत पर कुल कितनी बार आक्रमण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10 बार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12 बार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17 बार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21 बार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#12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12. महमूद गजनवी ने भारत पर कुल कितनी बार आक्रमण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10 बार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12 बार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17 बार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21 बार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गजनवी ने 1000 से 1027 ई. के बीच भारत पर कुल 17 आक्रमण किए।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महमूद गजनवी ने गुजरात के प्रसिद्ध 'सोमनाथ मंदिर' पर किस वर्ष आक्रमण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1001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1018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1025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1192 ई.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#13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13. महमूद गजनवी ने गुजरात के प्रसिद्ध 'सोमनाथ मंदिर' पर किस वर्ष आक्रमण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1001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1018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1025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1192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1025 ई. में अपने 16वें आक्रमण में गजनवी ने सोमनाथ मंदिर को लूटा था।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29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फारसी महाकाव्य 'शाहनामा' (Shahnameh)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अलबेरूनी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फिरदौसी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मिन्हाज-उस-सिराज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हसन निजामी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#14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14. फारसी महाकाव्य 'शाहनामा' (Shahnameh)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अलबेरूनी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फिरदौसी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मिन्हाज-उस-सिराज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हसन निजामी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शाहनामा की रचना गजनवी के राजकवि फिरदौसी ने की थी।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तराइन का प्रथम युद्ध (1191 ई.) किनके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पृथ्वीराज चौहान और मुहम्मद गोरी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बाबर और इब्राहिम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अकबर और हेमू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शेरशाह और हुमायूं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#15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15. तराइन का प्रथम युद्ध (1191 ई.) किनके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पृथ्वीराज चौहान और मुहम्मद गोरी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बाबर और इब्राहिम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अकबर और हेमू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शेरशाह और हुमायूं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1191 में तराइन के पहले युद्ध में पृथ्वीराज चौहान ने मुहम्मद गोरी को पराजित किया था।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'पृथ्वीराज रासो' महाकाव्य के रचयिता निम्नलिखित में से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चंदबरदाई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बाणभट्ट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कल्हण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अमीर खुसरो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#16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16. 'पृथ्वीराज रासो' महाकाव्य के रचयिता निम्नलिखित में से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चंदबरदाई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बाणभट्ट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कल्हण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अमीर खुसरो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चंदबरदाई पृथ्वीराज चौहान के मित्र व राजकवि थे।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कन्नौज के राजा जयचंद और मुहम्मद गोरी के बीच चंदावर का युद्ध किस वर्ष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1191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1192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1194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1206 ई.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#17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17. कन्नौज के राजा जयचंद और मुहम्मद गोरी के बीच चंदावर का युद्ध किस वर्ष हुआ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1191 ई.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1192 ई.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1194 ईस्वी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1206 ई.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1194 ई. में चंदावर के युद्ध में गोरी ने जयचंद को हराया था।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बिहार के प्रसिद्ध प्राचीन 'नालंदा विश्वविद्यालय' को किसने जलाकर नष्ट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मुहम्मद गोरी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बख्तियार खिलजी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महमूद गजनवी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अलाउद्दीन खिलजी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#18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18. बिहार के प्रसिद्ध प्राचीन 'नालंदा विश्वविद्यालय' को किसने जलाकर नष्ट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मुहम्मद गोरी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बख्तियार खिलजी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महमूद गजनवी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अलाउद्दीन खिलजी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गोरी के सेनापति बख्तियार खिलजी ने नालंदा व विक्रमशिला विश्वविद्यालयों को नष्ट किया।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39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भारत में सबसे पहले 'जजिया कर' (Jizya Tax) लगाने वाला मुस्लिम शासक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मुहम्मद बिन कासिम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महमूद गजनवी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कुतुबुद्दीन ऐबक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औरंगजेब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#19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19. भारत में सबसे पहले 'जजिया कर' (Jizya Tax) लगाने वाला मुस्लिम शासक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मुहम्मद बिन कासिम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महमूद गजनवी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कुतुबुद्दीन ऐबक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औरंगजेब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712 ई. में सिंध विजय के बाद मुहम्मद बिन कासिम ने जजिया कर लगाया।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सोमनाथ मंदिर पर महमूद गजनवी के आक्रमण के समय गुजरात का शासक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भीमदेव प्रथम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मूलराज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जयसिंह सिद्धराज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कुमारपाल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#20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20. सोमनाथ मंदिर पर महमूद गजनवी के आक्रमण के समय गुजरात का शासक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भीमदेव प्रथम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मूलराज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जयसिंह सिद्धराज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कुमारपाल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सोलंकी वंश के राजा भीमदेव प्रथम उस समय गुजरात के शासक थे।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अजमेर नगर की स्थापना और वहां चौहान वंश की नींव किसने रखी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अजयराज चौहान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पृथ्वीराज चौहान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विग्रहराज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अर्णोराज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#21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21. अजमेर नगर की स्थापना और वहां चौहान वंश की नींव किसने रखी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अजयराज चौहान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पृथ्वीराज चौहान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विग्रहराज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अर्णोराज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अजयराज चौहान ने अजमेर (अजयमेरु) नगर की स्थापना की थी।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मुहम्मद गोरी का भारत में अंतिम अभियान (1206 ई.) किस जाति के विरुद्ध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जाट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खोखर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राजपूत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भील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#22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22. मुहम्मद गोरी का भारत में अंतिम अभियान (1206 ई.) किस जाति के विरुद्ध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जाट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खोखर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राजपूत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भील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1206 ई. में गोरी ने खोखरों के विद्रोह को दबाया और लौटते समय उसकी हत्या हुई।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दिल्ली सल्तनत में 'गुलाम वंश' (ममलूक वंश) की स्थापना 1206 ई.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इल्तुतमिश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कुतुबुद्दीन ऐबक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अलाउद्दीन खिलजी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#23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23. दिल्ली सल्तनत में 'गुलाम वंश' (ममलूक वंश) की स्थापना 1206 ई.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इल्तुतमिश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कुतुबुद्दीन ऐबक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अलाउद्दीन खिलजी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कुतुबुद्दीन ऐबक मुहम्मद गोरी का गुलाम था और 1206 में गद्दी पर बैठा।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49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अपनी अत्यधिक दानशीलता के कारण 'लाखबख्श' (लाखों का दानी) किस सुल्तान को कहा जाता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फिरोज तुगलक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#24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24. अपनी अत्यधिक दानशीलता के कारण 'लाखबख्श' (लाखों का दानी) किस सुल्तान को कहा जाता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फिरोज तुगलक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ऐबक गरीबों व विद्वानों को लाखों का दान देता था इसलिए लाखबख्श कहलाया।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दिल्ली में स्थित प्रसिद्ध 'कुतुब मीनार' के निर्माण की शुरुआत किसने करवाई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इल्तुतमिश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कुतुबुद्दीन ऐबक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अलाउद्दीन खिलजी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शाहजहां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#25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25. दिल्ली में स्थित प्रसिद्ध 'कुतुब मीनार' के निर्माण की शुरुआत किसने करवाई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इल्तुतमिश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कुतुबुद्दीन ऐबक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अलाउद्दीन खिलजी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शाहजहां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ऐबक ने कुतुब मीनार की नींव रखी, जबकि इसे पूरा इल्तुतमिश ने करवाया।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भारत की प्रथम और एकमात्र महिला मुस्लिम शासिका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चांद बीबी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रजिया सुल्तान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नूरजहाँ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मुमताज महल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#26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26. भारत की प्रथम और एकमात्र महिला मुस्लिम शासिका कौन थीं?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चांद बीबी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रजिया सुल्तान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नूरजहाँ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मुमताज महल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इल्तुतमिश की सुपुत्री रजिया सुल्तान 1236 ईस्वी में दिल्ली की सुल्तान बनी थीं।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चालीसा दल (तुर्कान-ए-चहलगानी) का गठन किस सुल्तान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अलाउद्दीन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#27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27. चालीसा दल (तुर्कान-ए-चहलगानी) का गठन किस सुल्तान ने किया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बलबन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अलाउद्दीन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इल्तुतमिश ने 40 वफादार अमीर सरदारों का चालीसा गुट बनाया था।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विद्रोहियों और शत्रुओं के विरुद्ध कठोर 'लौह एवं रक्त की नीति' किसने अपनाई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रजिया सुल्तान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#28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28. विद्रोहियों और शत्रुओं के विरुद्ध कठोर 'लौह एवं रक्त की नीति' किसने अपनाई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रजिया सुल्तान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सिकंदर लोदी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गियासुद्दीन बलबन ने कठोर लौह एवं रक्त की नीति लागू की।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59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दिल्ली सल्तनत में कठोर 'बाजार नियंत्रण प्रणाली' (मूल्य नियंत्रण) किस सुल्तान ने लागू की?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अलाउद्दीन खिलजी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मुहम्मद बिन तुगलक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फिरोज तुगलक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#29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29. दिल्ली सल्तनत में कठोर 'बाजार नियंत्रण प्रणाली' (मूल्य नियंत्रण) किस सुल्तान ने लागू की?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अलाउद्दीन खिलजी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मुहम्मद बिन तुगलक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फिरोज तुगलक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अलाउद्दीन खिलजी ने वस्तुओं के दाम स्थिर रखने हेतु कठोर बाजार नीति बनाई।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सैनिकों का हुलिया दर्ज करने और घोड़ों को दागने की प्रथा किसने शुरू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इल्तुतमिश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अलाउद्दीन खिलजी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शेरशाह सूरी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अकबर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#30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30. सैनिकों का हुलिया दर्ज करने और घोड़ों को दागने की प्रथा किसने शुरू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इल्तुतमिश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अलाउद्दीन खिलजी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शेरशाह सूरी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अकबर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अलाउद्दीन खिलजी ने सेना में भ्रष्टाचार रोकने हेतु यह प्रथा शुरू की।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अपनी राजधानी दिल्ली से 'दौलताबाद' (देवगिरि) स्थानांतरित करने वाला सुल्तान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अलाउद्दीन खिलजी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मुहम्मद बिन तुगलक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बलबन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#31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31. अपनी राजधानी दिल्ली से 'दौलताबाद' (देवगिरि) स्थानांतरित करने वाला सुल्तान कौन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अलाउद्दीन खिलजी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मुहम्मद बिन तुगलक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बलबन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मुहम्मद बिन तुगलक ने 1327 ई. में राजधानी दिल्ली से दौलताबाद बदली।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मोरक्को (अफ्रीका) का प्रसिद्ध विदेशी यात्री 'इब्न बतूता' किसके शासनकाल में भारत आया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अलाउद्दीन खिलजी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मुहम्मद बिन तुगलक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फिरोज तुगलक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अकबर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#32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32. मोरक्को (अफ्रीका) का प्रसिद्ध विदेशी यात्री 'इब्न बतूता' किसके शासनकाल में भारत आया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अलाउद्दीन खिलजी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मुहम्मद बिन तुगलक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फिरोज तुगलक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अकबर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इब्न बतूता 1333 ई. में तुगलक के काल में आया, जिसकी पुस्तक 'रेहला' है।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इब्न बतूता द्वारा लिखित प्रसिद्ध यात्रा वृत्तांत पुस्तक का क्या नाम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किताब-उल-रेहला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किताब-ए-हिंद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शाहनामा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तारीख-ए-फिरोजशाही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#33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33. इब्न बतूता द्वारा लिखित प्रसिद्ध यात्रा वृत्तांत पुस्तक का क्या नाम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किताब-उल-रेहला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किताब-ए-हिंद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शाहनामा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तारीख-ए-फिरोजशाही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रेहला (Rihla) इब्न बतूता का यात्रा वृत्तांत है।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[Bihar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69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यमुना नदी के तट पर ऐतिहासिक 'आगरा शहर' की स्थापना (1504 ई.) किस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बहलोल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सिकंदर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बाबर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#34  [Bihar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34. यमुना नदी के तट पर ऐतिहासिक 'आगरा शहर' की स्थापना (1504 ई.) किस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बहलोल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सिकंदर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बाबर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सिकंदर लोदी ने 1504 में आगरा नगर बसाया और 1506 में राजधानी बनाया।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दिल्ली के कुतुब परिसर में प्रसिद्ध 'अलाई दरवाजा' का निर्माण किसने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अलाउद्दीन खिलजी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शाहजहां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#35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35. दिल्ली के कुतुब परिसर में प्रसिद्ध 'अलाई दरवाजा' का निर्माण किसने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कुतुबुद्दीन ऐबक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अलाउद्दीन खिलजी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शाहजहां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अलाउद्दीन खिलजी ने अलाई दरवाजा बनवाया था।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दरबार में 'सिजदा' और 'पाबोस' प्रथा की शुरुआत किस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ऐबक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अलाउद्दीन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#36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36. दरबार में 'सिजदा' और 'पाबोस' प्रथा की शुरुआत किस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बलबन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इल्तुतमिश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ऐबक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अलाउद्दीन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बलबन ने ईरानी राजदरबार के शिष्टाचार सिजदा व पाबोस को लागू किया।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[All India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दिल्ली सल्तनत का अंतिम शासक कौन था, जो पानीपत के प्रथम युद्ध में मारा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बहलोल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सिकंदर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दौलत खां लोदी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#37  [All India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37. दिल्ली सल्तनत का अंतिम शासक कौन था, जो पानीपत के प्रथम युद्ध में मारा गया?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बहलोल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सिकंदर लोदी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इब्राहिम लोदी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दौलत खां लोदी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21 अप्रैल 1526 को इब्राहिम लोदी पानीपत के युद्ध में बाबर के हाथों मारा गया।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[Bihar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पानीपत का प्रथम युद्ध (21 अप्रैल 1526) किनके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बाबर और इब्राहिम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अकबर और हेमू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शेरशाह और हुमायूं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गोरी और पृथ्वीराज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#38  [Bihar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38. पानीपत का प्रथम युद्ध (21 अप्रैल 1526) किनके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बाबर और इब्राहिम लोदी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अकबर और हेमू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शेरशाह और हुमायूं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गोरी और पृथ्वीराज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बाबर ने इब्राहिम लोदी को हराकर भारत में मुग़ल साम्राज्य की नींव रखी।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[UP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79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मुग़ल सम्राट बाबर की प्रसिद्ध आत्मकथा 'तुजुक-ए-बाबरी' किस भाषा में लिखी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फारसी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तुर्की भाषा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अरबी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उर्दू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#39  [UP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39. मुग़ल सम्राट बाबर की प्रसिद्ध आत्मकथा 'तुजुक-ए-बाबरी' किस भाषा में लिखी गई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फारसी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तुर्की भाषा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अरबी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उर्दू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बाबर ने अपनी आत्मकथा स्वयं अपनी मातृभाषा चगताई तुर्की में लिखी थी।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[Rajasthan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बंगाल से पेशावर तक प्रसिद्ध 'ग्रांड ट्रंक रोड' (GT Road) का निर्माण किसने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शेरशाह सूरी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जहांगीर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#40  [Rajasthan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40. बंगाल से पेशावर तक प्रसिद्ध 'ग्रांड ट्रंक रोड' (GT Road) का निर्माण किसने करवाया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शेरशाह सूरी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जहांगीर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शेरशाह सूरी ने सड़क-ए-आजम (GT Road) का निर्माण करवाया था।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[MP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आधुनिक भारतीय मुद्रा के 'रुपया' (चांदी का सिक्का) की शुरुआत किस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शेरशाह सूरी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अकबर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अलाउद्दीन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#41  [MP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41. आधुनिक भारतीय मुद्रा के 'रुपया' (चांदी का सिक्का) की शुरुआत किस शासक 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बाबर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शेरशाह सूरी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अकबर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अलाउद्दीन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शेरशाह ने 178 ग्रेन का चांदी का रुपया और तांबे का दाम चलाया था।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[Bihar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शेरशाह सूरी का प्रसिद्ध ऐतिहासिक अष्टकोणीय मकबरा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दिल्ली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आगरा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सासाराम (बिहार)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लाहौर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#42  [Bihar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42. शेरशाह सूरी का प्रसिद्ध ऐतिहासिक अष्टकोणीय मकबरा कहाँ स्थित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दिल्ली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आगरा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सासाराम (बिहार)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लाहौर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शेरशाह का सुंदर मकबरा बिहार के सासाराम में झील के मध्य स्थित है।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[Haryana NMMS 2021]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पानीपत का द्वितीय युद्ध (5 नवंबर 1556)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 और हेमू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बाबर और राणा सांगा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हुमायूं और शेरशाह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औरंगजेब और दारा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#43  [Haryana NMMS 2021]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43. पानीपत का द्वितीय युद्ध (5 नवंबर 1556)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अकबर और हेमू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बाबर और राणा सांगा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हुमायूं और शेरशाह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औरंगजेब और दारा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बैरम खां के नेतृत्व में अकबर की सेना ने हेमू (हेमचंद्र) को पराजित किया था।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[UP NMMS 2023]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89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हल्दीघाटी का ऐतिहासिक युद्ध (18 जून 1576)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 और महाराणा प्रताप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बाबर और मेदिनी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शेरशाह और हुमायूं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शिवाजी और औरंगजेब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#44  [UP NMMS 2023]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44. हल्दीघाटी का ऐतिहासिक युद्ध (18 जून 1576) किसके बीच लड़ा गया था?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अकबर और महाराणा प्रताप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बाबर और मेदिनी राय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शेरशाह और हुमायूं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शिवाजी और औरंगजेब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महाराणा प्रताप और अकबर के सेनापति राजा मानसिंह के बीच हल्दीघाटी का भीषण युद्ध हुआ।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[Rajasthan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'दीन-ए-इलाही' नामक नवीन धार्मिक पंथ की शुरुआत 1582 ई.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बाबर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हुमायूं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अकबर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शाहजहां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#45  [Rajasthan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45. 'दीन-ए-इलाही' नामक नवीन धार्मिक पंथ की शुरुआत 1582 ई. में किसने की थी?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बाबर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हुमायूं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अकबर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शाहजहां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अकबर ने सभी धर्मों के सद्गुणों को मिलाकर दीन-ए-इलाही की शुरुआत की।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[All India NMMS 2024]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'आईन-ए-अकबरी' एवं 'अकबरनामा' ऐतिहासिक ग्रंथों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बीरबल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अबुल फजल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तानसेन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फैजी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#46  [All India NMMS 2024]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46. 'आईन-ए-अकबरी' एवं 'अकबरनामा' ऐतिहासिक ग्रंथों के रचयिता कौन थे?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बीरबल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अबुल फजल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तानसेन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फैजी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अकबर के नवरत्न अबुल फजल ने अकबरनामा लिखा था।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[Bihar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95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फतेहपुर सीकरी में स्थित विश्व का सबसे ऊंचा प्रवेश द्वार 'बुलंद दरवाजा' किसने बनवाया?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शेरशाह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#47  [Bihar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96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47. फतेहपुर सीकरी में स्थित विश्व का सबसे ऊंचा प्रवेश द्वार 'बुलंद दरवाजा' किसने बनवाया?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शेरशाह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(A)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अकबर ने 1602 में गुजरात विजय के उपलक्ष्य में बुलंद दरवाजा बनवाया।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[UP NMMS 2025]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97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किस मुग़ल सम्राट के शासनकाल को 'स्थापत्य कला का स्वर्ण युग' (Golden Age of Architecture)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औरंगजेब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#48  [UP NMMS 2025]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98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48. किस मुग़ल सम्राट के शासनकाल को 'स्थापत्य कला का स्वर्ण युग' (Golden Age of Architecture) कहा जाता है?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औरंगजेब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शाहजहां के काल में ताजमहल, लाल किला और जामा मस्जिद जैसी भव्य इमारतें बनीं।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[MP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99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आगरा में यमुना नदी के तट पर स्थित विश्व प्रसिद्ध 'ताजमहल' का निर्माण किसने कराया?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औरंगजेब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#49  [MP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100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49. आगरा में यमुना नदी के तट पर स्थित विश्व प्रसिद्ध 'ताजमहल' का निर्माण किसने कराया?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अकबर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(B)  जहांगीर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(C)  शाहजहां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औरंगजेब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(C)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शाहजहां ने अपनी बेगम मुमताज महल की याद में ताजमहल का निर्माण कराया।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[Haryana NMMS 2022]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101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अकबर के दरबार के प्रसिद्ध वित्त मंत्री कौन थे, जिन्होंने 'दहशाला' भू-राजस्व प्रणाली बनाई?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(A)  राजा मानसिंह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(B)  राजा टोडरमल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(C)  बीरबल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1E293B"/>
                </a:solidFill>
                <a:latin typeface="Segoe UI"/>
              </a:defRPr>
            </a:pPr>
            <a:r>
              <a:t>(D)  तानसेन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PYQ अभ्यास प्रश्न #50  [Haryana NMMS 2022]  —  [उत्तर व व्याख्या]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102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1371600"/>
          </a:xfrm>
          <a:prstGeom prst="roundRect">
            <a:avLst/>
          </a:prstGeom>
          <a:solidFill>
            <a:srgbClr val="EFF6FF"/>
          </a:solidFill>
          <a:ln w="25400"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/>
          <a:lstStyle/>
          <a:p>
            <a:pPr algn="ctr">
              <a:defRPr sz="1800" b="1">
                <a:solidFill>
                  <a:srgbClr val="1E3A8A"/>
                </a:solidFill>
                <a:latin typeface="Segoe UI"/>
              </a:defRPr>
            </a:pPr>
            <a:r>
              <a:t>प्र. 50. अकबर के दरबार के प्रसिद्ध वित्त मंत्री कौन थे, जिन्होंने 'दहशाला' भू-राजस्व प्रणाली बनाई?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(A)  राजा मानसिंह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91072" y="2651760"/>
            <a:ext cx="5440680" cy="1097280"/>
          </a:xfrm>
          <a:prstGeom prst="roundRect">
            <a:avLst/>
          </a:prstGeom>
          <a:solidFill>
            <a:srgbClr val="166534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600" b="1">
                <a:solidFill>
                  <a:srgbClr val="FFFFFF"/>
                </a:solidFill>
                <a:latin typeface="Segoe UI"/>
              </a:defRPr>
            </a:pPr>
            <a:r>
              <a:t>✅ (B)  राजा टोडरमल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(C)  बीरबल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91072" y="3886200"/>
            <a:ext cx="5440680" cy="1097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82880"/>
          <a:lstStyle/>
          <a:p>
            <a:pPr algn="ctr">
              <a:defRPr sz="1500">
                <a:solidFill>
                  <a:srgbClr val="94A3B8"/>
                </a:solidFill>
                <a:latin typeface="Segoe UI"/>
              </a:defRPr>
            </a:pPr>
            <a:r>
              <a:t>(D)  तानसेन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" y="5120640"/>
            <a:ext cx="11277295" cy="1097280"/>
          </a:xfrm>
          <a:prstGeom prst="roundRect">
            <a:avLst/>
          </a:prstGeom>
          <a:solidFill>
            <a:srgbClr val="F0FDF4"/>
          </a:solidFill>
          <a:ln w="25400">
            <a:solidFill>
              <a:srgbClr val="16653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28600"/>
          <a:lstStyle/>
          <a:p>
            <a:pPr algn="ctr">
              <a:defRPr sz="1600" b="1">
                <a:solidFill>
                  <a:srgbClr val="166534"/>
                </a:solidFill>
                <a:latin typeface="Segoe UI"/>
              </a:defRPr>
            </a:pPr>
            <a:r>
              <a:t>✅ सही उत्तर: (B)</a:t>
            </a:r>
          </a:p>
          <a:p>
            <a:pPr>
              <a:defRPr sz="1350">
                <a:solidFill>
                  <a:srgbClr val="14532D"/>
                </a:solidFill>
                <a:latin typeface="Segoe UI"/>
              </a:defRPr>
            </a:pPr>
            <a:r>
              <a:t>💡 व्याख्या: राजा टोडरमल ने भूमि पैमाइश और दहशाला बंदोबस्त लागू किया।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मॉक टेस्ट 04: सागर सर की 1-मिनट मेमोरी चाबी (क्विक फॉर्मूला)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103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097280"/>
            <a:ext cx="11277295" cy="5029200"/>
          </a:xfrm>
          <a:prstGeom prst="roundRect">
            <a:avLst/>
          </a:prstGeom>
          <a:solidFill>
            <a:srgbClr val="FFFFFF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000" b="1">
                <a:solidFill>
                  <a:srgbClr val="D97706"/>
                </a:solidFill>
                <a:latin typeface="Segoe UI"/>
              </a:defRPr>
            </a:pPr>
            <a:r>
              <a:t>🔑 1-मिनट क्विक मेमोरी सूत्र (Revision Formulae):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इतिहास: गजनवी (1025), तराइन (1191/92), पानीपत (1526), 1857 (मेरठ), ब्रह्म समाज (1828), आर्य समाज (1875)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नागरिक शास्त्र: 2 वर्ष 11 माह 18 दिन, प्रारूप समिति (अंबेडकर), 6 मौलिक अधिकार, अनु. 32 (संविधान की आत्मा)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आर.टी.ई. (RTE) = अनु. 21A (86वां संशोधन 2002) | पंचायती राज = 73वां संशोधन 1992 (नागौर, 1959)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भूगोल: शुक्र (भोर का तारा/सबसे गर्म) | पृथ्वी घूर्णन = दिन-रात | परिक्रमण = ऋतुएं | 82½° पूर्व = IST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वायुमंडल: क्षोभमंडल = सभी मौसम घटनाएं | समतापमंडल = हवाई जहाज उड़ान + ओजोन परत | बैरोमीटर = वायुदाब</a:t>
            </a:r>
          </a:p>
          <a:p>
            <a:pPr>
              <a:spcBef>
                <a:spcPts val="1000"/>
              </a:spcBef>
              <a:defRPr sz="1500" b="1">
                <a:solidFill>
                  <a:srgbClr val="1E3A8A"/>
                </a:solidFill>
                <a:latin typeface="Segoe UI"/>
              </a:defRPr>
            </a:pPr>
            <a:r>
              <a:t>👉  भारत का भूगोल: गंगा = 2525 किमी | सुंदरवन डेल्टा | काली (रेगुर) मिट्टी = कपास | काला सोना = पेट्रोलियम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65760" y="182880"/>
            <a:ext cx="11460175" cy="777240"/>
          </a:xfrm>
          <a:prstGeom prst="rect">
            <a:avLst/>
          </a:prstGeom>
          <a:solidFill>
            <a:srgbClr val="1E3A8A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228600"/>
            <a:ext cx="685800" cy="6858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25880" y="182880"/>
            <a:ext cx="10424160" cy="777240"/>
          </a:xfrm>
          <a:prstGeom prst="rect">
            <a:avLst/>
          </a:prstGeom>
          <a:noFill/>
        </p:spPr>
        <p:txBody>
          <a:bodyPr wrap="square" anchor="ctr" lIns="0" tIns="36576" bIns="36576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Segoe UI"/>
              </a:defRPr>
            </a:pPr>
            <a:r>
              <a:t>आज का अभ्यास कार्य (Homework Questions)</a:t>
            </a:r>
          </a:p>
          <a:p>
            <a:pPr>
              <a:defRPr sz="1100">
                <a:solidFill>
                  <a:srgbClr val="FDE68A"/>
                </a:solidFill>
                <a:latin typeface="Segoe UI"/>
              </a:defRPr>
            </a:pPr>
            <a:r>
              <a:t>सागर कोचिंग सेंटर भगवानपुर (सुपौल) | मार्गदर्शक: श्रवण कुमार 'सागर' (Sagar Sir) | YouTube: NMMS King Sagar Sir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6309360"/>
            <a:ext cx="11460175" cy="411480"/>
          </a:xfrm>
          <a:prstGeom prst="rect">
            <a:avLst/>
          </a:prstGeom>
          <a:solidFill>
            <a:srgbClr val="F8FAFC"/>
          </a:solidFill>
          <a:ln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1E3A8A"/>
                </a:solidFill>
                <a:latin typeface="Segoe UI"/>
              </a:defRPr>
            </a:pPr>
            <a:r>
              <a:t>Official Website: sagarcoaching.tech  |  Slide 104 of 105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188720"/>
            <a:ext cx="10728655" cy="4846320"/>
          </a:xfrm>
          <a:prstGeom prst="roundRect">
            <a:avLst/>
          </a:prstGeom>
          <a:solidFill>
            <a:srgbClr val="1E3A8A"/>
          </a:solidFill>
          <a:ln w="317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0" tIns="365760"/>
          <a:lstStyle/>
          <a:p>
            <a:pPr algn="ctr">
              <a:defRPr sz="2200" b="1">
                <a:solidFill>
                  <a:srgbClr val="FDE68A"/>
                </a:solidFill>
                <a:latin typeface="Segoe UI"/>
              </a:defRPr>
            </a:pPr>
            <a:r>
              <a:t>📝 आज का अभ्यास कार्य (Homework):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1: मॉक टेस्ट 04 में आपने 50 में से कितने अंक प्राप्त किए, अपनी डायरी में नोट करें।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2: जो प्रश्न गलत हुए, उनके सही उत्तर अपनी फेयर कॉपी में 2 बार लिखें।</a:t>
            </a:r>
          </a:p>
          <a:p>
            <a:pPr>
              <a:spcBef>
                <a:spcPts val="1400"/>
              </a:spcBef>
              <a:defRPr sz="1600" b="1">
                <a:solidFill>
                  <a:srgbClr val="FFFFFF"/>
                </a:solidFill>
                <a:latin typeface="Segoe UI"/>
              </a:defRPr>
            </a:pPr>
            <a:r>
              <a:t>प्रश्न 3: अगले मॉक टेस्ट के लिए इतिहास, भूगोल और नागरिक शास्त्र के शॉर्ट नोट्स दोहराएं।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65760"/>
            <a:ext cx="11277295" cy="6126480"/>
          </a:xfrm>
          <a:prstGeom prst="rect">
            <a:avLst/>
          </a:prstGeom>
          <a:solidFill>
            <a:srgbClr val="1E3A8A"/>
          </a:solidFill>
          <a:ln w="3810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-circle-transpar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4960" y="640080"/>
            <a:ext cx="1371600" cy="13716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914400" y="2103120"/>
            <a:ext cx="10362895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DE68A"/>
                </a:solidFill>
                <a:latin typeface="Segoe UI"/>
              </a:defRPr>
            </a:pPr>
            <a:r>
              <a:t>SAGAR COACHING CENTRE BHAGWANPUR</a:t>
            </a:r>
          </a:p>
          <a:p>
            <a:pPr algn="ctr">
              <a:defRPr sz="1600" b="1">
                <a:solidFill>
                  <a:srgbClr val="93C5FD"/>
                </a:solidFill>
                <a:latin typeface="Segoe UI"/>
              </a:defRPr>
            </a:pPr>
            <a:r>
              <a:t>NMMS All India (राष्ट्रीय आय-सह-मेधा छात्रवृत्ति)  •  मॉक टेस्ट 04 सम्पन्न! बधाई!</a:t>
            </a:r>
          </a:p>
          <a:p>
            <a:pPr algn="ctr">
              <a:defRPr sz="3200" b="1">
                <a:solidFill>
                  <a:srgbClr val="FFFFFF"/>
                </a:solidFill>
                <a:latin typeface="Segoe UI"/>
              </a:defRPr>
            </a:pPr>
            <a:r>
              <a:t>सागर कोचिंग सेंटर — आपकी सफलता, हमारा संकल्प!</a:t>
            </a:r>
          </a:p>
          <a:p>
            <a:pPr algn="ctr">
              <a:defRPr sz="1600">
                <a:solidFill>
                  <a:srgbClr val="F1F5F9"/>
                </a:solidFill>
                <a:latin typeface="Segoe UI"/>
              </a:defRPr>
            </a:pPr>
            <a:r>
              <a:t>इस टेस्ट की PDF डाउनलोड करें: sagarcoaching.tech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4206240"/>
            <a:ext cx="9448495" cy="1188720"/>
          </a:xfrm>
          <a:prstGeom prst="roundRect">
            <a:avLst/>
          </a:prstGeom>
          <a:solidFill>
            <a:srgbClr val="284BA0"/>
          </a:solidFill>
          <a:ln w="19050">
            <a:solidFill>
              <a:srgbClr val="D9770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DE68A"/>
                </a:solidFill>
                <a:latin typeface="Segoe UI"/>
              </a:defRPr>
            </a:pPr>
            <a:r>
              <a:t>🎯 आज की क्लास में क्या सीखेंगे (Key Topics):</a:t>
            </a:r>
          </a:p>
          <a:p>
            <a:pPr algn="ctr">
              <a:defRPr sz="1300">
                <a:solidFill>
                  <a:srgbClr val="FFFFFF"/>
                </a:solidFill>
                <a:latin typeface="Segoe UI"/>
              </a:defRPr>
            </a:pPr>
            <a:r>
              <a:t>YouTube: NMMS King Sagar Sir  ★  App: Sagar Coaching Centre (Play Store)  ★  Website: https://sagarcoaching.tech  ★  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5532120"/>
            <a:ext cx="944849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 b="1">
                <a:solidFill>
                  <a:srgbClr val="E2E8F0"/>
                </a:solidFill>
                <a:latin typeface="Segoe UI"/>
              </a:defRPr>
            </a:pPr>
            <a:r>
              <a:t>मार्गदर्शक: श्रवण कुमार 'सागर' (Sagar Sir)  |  sagarcoaching.tech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