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Full Mock Test 10 • ग्रैंड फिनाले महा-मॉक टेस्ट (50 प्रश्न)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ऑल इंडिया NMMS संपूर्ण सामाजिक विज्ञान: फुल मॉक टेस्ट 10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इतिहास, नागरिक शास्त्र एवं भूगोल का 50-प्रश्नों का संपूर्ण अभ्यास (All India Pattern)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इतिहास के 20 अति-महत्वपूर्ण प्रश्न  ★  नागरिक शास्त्र एवं संविधान के 15 प्रश्न  ★  भूगोल एवं पर्यावरण के 15 प्रश्न  ★  2-स्लाइड इंटरैक्टिव पैटर्न (Answer Hidden Mode)  ★  ऑल इंडिया NMMS 35 में 35 अंक की 100% तैयारी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Helpline: +91 91101 13671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010: परीक्षा में 35/35 अंक लाने के 4 अचूक नियम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1: प्रश्न को पूरा और ध्यान से पढ़ें — कई बार प्रश्न में 'नहीं है' या 'सत्य नहीं है' छिपा होता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2: ऑप्शन्स का एलिमिनेशन (Elimination Method) — जो विकल्प निश्चित गलत हैं, उन्हें पहले मन में काटें।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3: समय प्रबंधन (Time Management) — SST के 35 प्रश्नों को हल करने में 25-30 मिनट से अधिक समय न लगाएं।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4: OMR शीट सावधानी से भरें — NMMS परीक्षा में कोई निगेटिव मार्किंग (Negative Marking) नहीं है, इसलिए सभी 35 प्रश्न हल करें!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5: सागर सर का मंत्र — नियमित अभ्यास, पिछले वर्षों के प्रश्न (PYQs) और आत्मविश्वास ही सफलता की चाबी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[Punjab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जलियांवाला बाग का नृशंस हत्याकांड पंजाब के अमृतसर में किस तिथि को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13 अप्रैल 1919 (बैसाखी)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 मई 1857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 अगस्त 1920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5 फरवरी 1922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[Punjab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जलियांवाला बाग का नृशंस हत्याकांड पंजाब के अमृतसर में किस तिथि को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13 अप्रैल 1919 (बैसाखी)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 मई 1857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 अगस्त 1920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5 फरवरी 1922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रॉलेट एक्ट के विरोध में एकत्र निहत्थी भीड़ पर जनरल डायर ने अंधाधुंध गोलियां चलवाईं।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जलियांवाला बाग हत्याकांड के विरोध में किसने अंग्रेजों को 'नाइटहुड' (सर) की उपाधि लौटाई?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महात्मा गांधी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रवींद्रनाथ टैगोर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सुभाष चंद्र बोस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जवाहरलाल नेहरू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जलियांवाला बाग हत्याकांड के विरोध में किसने अंग्रेजों को 'नाइटहुड' (सर) की उपाधि लौटाई?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महात्मा गांधी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रवींद्रनाथ टैगोर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सुभाष चंद्र बोस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जवाहरलाल नेहरू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गुरुदेव रवींद्रनाथ टैगोर ने ब्रिटिश सरकार को अपनी नाइटहुड की उपाधि वापस कर दी।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5 फरवरी 1922 को 'चौरी-चौरा कांड' उत्तर प्रदेश के किस जिले में घटित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वाराणसी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गोरखपुर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झांसी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मेरठ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5 फरवरी 1922 को 'चौरी-चौरा कांड' उत्तर प्रदेश के किस जिले में घटित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वाराणसी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गोरखपुर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झांसी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मेरठ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गोरखपुर के चौरी-चौरा थाने में भीड़ द्वारा आग लगाने पर गांधीजी ने असहयोग आंदोलन स्थगित किया।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[All India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1928 में भारत आए 'साइमन कमीशन' का देश भर में विरोध क्यों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इसमें कोई भारतीय सदस्य नहीं था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यह बहुत देर से आया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इसने कर बढ़ा दिए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यह केवल सेना के लिए था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[All India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1928 में भारत आए 'साइमन कमीशन' का देश भर में विरोध क्यों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इसमें कोई भारतीय सदस्य नहीं था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यह बहुत देर से आया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इसने कर बढ़ा दिए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यह केवल सेना के लिए था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साइमन कमीशन के सभी 7 सदस्य अंग्रेज (श्वेत) थे, इसलिए 'साइमन गो बैक' के नारे लगे।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[Punjab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साइमन कमीशन के विरोध प्रदर्शन में लाठीचार्ज से किस महान नेता का बलिदान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भगत सिंह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लाला लाजपत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बाल गंगाधर तिलक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बिपिन चंद्र पाल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[Punjab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साइमन कमीशन के विरोध प्रदर्शन में लाठीचार्ज से किस महान नेता का बलिदान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भगत सिंह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लाला लाजपत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बाल गंगाधर तिलक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बिपिन चंद्र पाल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लाला लाजपत राय ने कहा था: 'मेरे सिर पर पड़ी लाठी की हर चोट ब्रिटिश साम्राज्य के ताबूत की कील बनेगी।'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1929 के ऐतिहासिक लाहौर कांग्रेस अधिवेशन में 'पूर्ण स्वराज' का प्रस्ताव किसने पारित कराया?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महात्मा गांधी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पं. जवाहरलाल नेहरू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सुभाष चंद्र बोस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1929 के ऐतिहासिक लाहौर कांग्रेस अधिवेशन में 'पूर्ण स्वराज' का प्रस्ताव किसने पारित कराया?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महात्मा गांधी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पं. जवाहरलाल नेहरू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सुभाष चंद्र बोस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नेहरू की अध्यक्षता में रावी नदी तट पर 26 जनवरी 1930 को प्रथम स्वतंत्रता दिवस मनाने का निर्णय हुआ।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[Gujarat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गांधीजी ने 'नमक कानून' तोड़ने के लिए ऐतिहासिक दांडी मार्च कब शुरू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12 मार्च 1930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6 अप्रैल 1930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 अगस्त 1920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8 अगस्त 1942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[Gujarat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गांधीजी ने 'नमक कानून' तोड़ने के लिए ऐतिहासिक दांडी मार्च कब शुरू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12 मार्च 1930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6 अप्रैल 1930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 अगस्त 1920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8 अगस्त 1942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12 मार्च 1930 को साबरमती से 78 अनुयायियों संग चलकर 6 अप्रैल को दांडी में नमक बनाया।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[MP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'करो या मरो' (Do or Die) का अमर नारा गांधीजी ने किस जन-आंदोलन के दौरान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असहयोग आंदोलन (1920)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सविनय अवज्ञा आंदोलन (1930)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भारत छोड़ो आंदोलन (8 अगस्त 1942)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चंपारण सत्याग्रह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[MP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'करो या मरो' (Do or Die) का अमर नारा गांधीजी ने किस जन-आंदोलन के दौरान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असहयोग आंदोलन (1920)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सविनय अवज्ञा आंदोलन (1930)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भारत छोड़ो आंदोलन (8 अगस्त 1942)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चंपारण सत्याग्रह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 अगस्त 1942 को बंबई के ग्वालिया टैंक मैदान से भारत छोड़ो आंदोलन शुरू करते हुए नारा दिया।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'तुम मुझे खून दो, मैं तुम्हें आजादी दूंगा' और 'जय हिंद' का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भगत सिंह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नेताजी सुभाष चंद्र बोस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चंद्रशेखर आजाद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रामप्रसाद बिस्मिल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'तुम मुझे खून दो, मैं तुम्हें आजादी दूंगा' और 'जय हिंद' का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भगत सिंह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नेताजी सुभाष चंद्र बोस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चंद्रशेखर आजाद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रामप्रसाद बिस्मिल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आजाद हिंद फौज (INA) के सर्वोच्च सेनापति सुभाष चंद्र बोस ने देशवासियों का आह्वान किया।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[West Bengal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सुभाष चंद्र बोस ने 1939 में कांग्रेस अध्यक्ष पद छोड़ने के बाद किस नए दल का गठन किया?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आजाद हिंद फौज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फॉरवर्ड ब्लॉक (Forward Bloc)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स्वराज पार्टी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गदर पार्टी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[West Bengal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सुभाष चंद्र बोस ने 1939 में कांग्रेस अध्यक्ष पद छोड़ने के बाद किस नए दल का गठन किया?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आजाद हिंद फौज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फॉरवर्ड ब्लॉक (Forward Bloc)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स्वराज पार्टी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गदर पार्टी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मई 1939 में नेताजी ने क्रांतिकारी राष्ट्रवाद हेतु 'फॉरवर्ड ब्लॉक' की स्थापना की।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[Gujarat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भारत के 'लौह पुरुष' (Iron Man of India) और देशी रियासतों के एकीकरणकर्ता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जवाहरलाल नेहरू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सरदार वल्लभभाई पटेल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डॉ. राजेंद्र प्रसाद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लाल बहादुर शास्त्री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[Gujarat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भारत के 'लौह पुरुष' (Iron Man of India) और देशी रियासतों के एकीकरणकर्ता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जवाहरलाल नेहरू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सरदार वल्लभभाई पटेल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डॉ. राजेंद्र प्रसाद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लाल बहादुर शास्त्री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सरदार पटेल ने 562 से अधिक देशी रियासतों का भारत संघ में विलय कराकर अखंड भारत बनाया।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[Rajasthan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भारत में पंचायती राज व्यवस्था का शुभारंभ 2 अक्टूबर 1959 को किस राज्य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उत्तर प्रदेश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राजस्थान (नागौर जिला)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बिहार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गुजरात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[Rajasthan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भारत में पंचायती राज व्यवस्था का शुभारंभ 2 अक्टूबर 1959 को किस राज्य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उत्तर प्रदेश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राजस्थान (नागौर जिला)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बिहार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गुजरात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पं. जवाहरलाल नेहरू ने 2 अक्टूबर 1959 को राजस्थान के नागौर में पंचायती राज शुरू किया।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पंचायती राज व्यवस्था को संवैधानिक दर्जा किस संविधान संशोधन द्वारा प्रदान किया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73वां संविधान संशोधन (1992)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86वां संशोधन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पंचायती राज व्यवस्था को संवैधानिक दर्जा किस संविधान संशोधन द्वारा प्रदान किया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73वां संविधान संशोधन (1992)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86वां संशोधन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73वें संशोधन द्वारा संविधान में 11वीं अनुसूची जोड़कर 29 विषय पंचायतों को दिए गए।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त्रिस्तरीय पंचायती राज प्रणाली की सिफारिश किस ऐतिहासिक समिति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बलवंत राय मेहता समिति (1957)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अशोक मेहता समिति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सरकारिया आयोग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कोठारी आयोग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त्रिस्तरीय पंचायती राज प्रणाली की सिफारिश किस ऐतिहासिक समिति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बलवंत राय मेहता समिति (1957)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अशोक मेहता समिति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सरकारिया आयोग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कोठारी आयोग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बलवंत राय मेहता समिति ने ग्राम, ब्लॉक और जिला स्तर पर त्रिस्तरीय ढांचे की सिफारिश की।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ग्राम पंचायत का चुनाव लड़ने हेतु उम्मीदवार की न्यूनतम आयु सीमा कितनी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21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30 वर्ष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ग्राम पंचायत का चुनाव लड़ने हेतु उम्मीदवार की न्यूनतम आयु सीमा कितनी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18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21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25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30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वोट देने की आयु 18 वर्ष है, परंतु पंचायत या नगर निकाय चुनाव लड़ने की आयु 21 वर्ष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[MP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संसद के उच्च सदन 'राज्यसभा' के सदस्यों का कार्यकाल कितने वर्ष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6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4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आजीवन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[MP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संसद के उच्च सदन 'राज्यसभा' के सदस्यों का कार्यकाल कितने वर्ष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5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6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4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आजीवन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राज्यसभा एक स्थायी सदन है जो कभी भंग नहीं होता; सदस्यों का कार्यकाल 6 वर्ष होता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राज्यसभा के पदेन सभापति (Ex-officio Chairman) कौन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प्रधानमंत्री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भारत के उपराष्ट्रपति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लोकसभा अध्यक्ष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मुख्य न्यायाधीश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राज्यसभा के पदेन सभापति (Ex-officio Chairman) कौन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प्रधानमंत्री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भारत के उपराष्ट्रपति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लोकसभा अध्यक्ष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मुख्य न्यायाधीश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संविधान के अनुच्छेद 64 के अनुसार उपराष्ट्रपति राज्यसभा के पदेन सभापति होते हैं।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लोकसभा का सदस्य बनने के लिए न्यूनतम आयु सीमा क्या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21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30 वर्ष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लोकसभा का सदस्य बनने के लिए न्यूनतम आयु सीमा क्या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18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21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25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30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लोकसभा और राज्य विधानसभा चुनाव लड़ने हेतु न्यूनतम आयु 25 वर्ष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संसद के दोनों सदनों की संयुक्त बैठक (Joint Sitting) की अध्यक्षता कौन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उपराष्ट्रपति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लोकसभा अध्यक्ष (Speaker)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प्रधानमंत्री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संसद के दोनों सदनों की संयुक्त बैठक (Joint Sitting) की अध्यक्षता कौन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उपराष्ट्रपति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लोकसभा अध्यक्ष (Speaker)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प्रधानमंत्री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संयुक्त बैठक राष्ट्रपति द्वारा बुलाई जाती है, परंतु अध्यक्षता लोकसभा अध्यक्ष करते हैं।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[Delhi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भारत के सर्वोच्च न्यायालय (Supreme Court) के मुख्य न्यायाधीश की सेवानिवृत्ति आयु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62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65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68 वर्ष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[Delhi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भारत के सर्वोच्च न्यायालय (Supreme Court) के मुख्य न्यायाधीश की सेवानिवृत्ति आयु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62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65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68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सर्वोच्च न्यायालय के न्यायाधीश 65 वर्ष की आयु तक और उच्च न्यायालय के 62 वर्ष तक पद पर रहते हैं।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[Maharashtra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भारत के प्रथम मुख्य न्यायाधीश (CJI)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एच. जे. कनिया (Harilal Kania)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एम. पतंजलि शास्त्री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मेहरचंद महाजन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बी.के. मुखर्जी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[Maharashtra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भारत के प्रथम मुख्य न्यायाधीश (CJI)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एच. जे. कनिया (Harilal Kania)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एम. पतंजलि शास्त्री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मेहरचंद महाजन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बी.के. मुखर्जी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न्यायमूर्ति एच. जे. कनिया 26 जनवरी 1950 को स्वतंत्र भारत के पहले मुख्य न्यायाधीश बने।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भारतीय संविधान के किस अनुच्छेद में 'स्वतंत्र चुनाव आयोग' (Election Commission) का प्रावधान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324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280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356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370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भारतीय संविधान के किस अनुच्छेद में 'स्वतंत्र चुनाव आयोग' (Election Commission) का प्रावधान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अनुच्छेद 324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अनुच्छेद 280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356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370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324 के तहत भारत निर्वाचन आयोग राष्ट्रपति, संसद व विधानसभा चुनाव कराता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प्रत्येक वर्ष 'राष्ट्रीय मतदाता दिवस' (National Voters'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25 जनवरी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26 जनवरी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15 अगस्त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 अक्टूबर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प्रत्येक वर्ष 'राष्ट्रीय मतदाता दिवस' (National Voters'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25 जनवरी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26 जनवरी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15 अगस्त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 अक्टूबर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25 जनवरी 1950 को चुनाव आयोग की स्थापना हुई थी, इसलिए 25 जनवरी को मतदाता दिवस मनाते हैं।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[Rajasthan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भारत में 'सूचना का अधिकार अधिनियम' (RTI Act) किस वर्ष लागू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2002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2005 ई. (12 अक्टूबर)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2008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2010 ई.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[Rajasthan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भारत में 'सूचना का अधिकार अधिनियम' (RTI Act) किस वर्ष लागू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2002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2005 ई. (12 अक्टूबर)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2008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2010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सरकारी कामकाज में पारदर्शिता लाने हेतु 12 अक्टूबर 2005 को RTI Act लागू हुआ।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भारतीय संविधान में मूल कर्तव्यों (Fundamental Duties) की कुल संख्या वर्तमान में कितनी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भारतीय संविधान में मूल कर्तव्यों (Fundamental Duties) की कुल संख्या वर्तमान में कितनी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मूल रूप से 10 कर्तव्य जोड़े गए थे; 86वें संशोधन 2002 द्वारा 11वां शिक्षा कर्तव्य जोड़ा गया।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मौलिक कर्तव्य संविधान के किस भाग एवं अनुच्छेद में शामिल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भाग 3, अनु. 12-35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भाग 4A, अनुच्छेद 51A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भाग 4, अनु. 36-51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भाग 2, अनु. 5-11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मौलिक कर्तव्य संविधान के किस भाग एवं अनुच्छेद में शामिल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भाग 3, अनु. 12-35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भाग 4A, अनुच्छेद 51A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भाग 4, अनु. 36-51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भाग 2, अनु. 5-11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सरदार स्वर्ण सिंह समिति की सिफारिश पर 42वें संशोधन द्वारा भाग 4A (अनु. 51A) जोड़ा गया।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भारत और पाकिस्तान के बीच की अंतर्राष्ट्रीय सीमा रेखा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मैकमोहन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रेडक्लिफ रेखा (Radcliffe Line)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डूरंड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49वीं समानांतर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भारत और पाकिस्तान के बीच की अंतर्राष्ट्रीय सीमा रेखा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मैकमोहन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रेडक्लिफ रेखा (Radcliffe Line)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डूरंड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49वीं समानांतर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1947 में सर सिरिल रेडक्लिफ द्वारा भारत-पाकिस्तान सीमा निर्धारित की गई थी।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भारत और चीन के मध्य की अंतर्राष्ट्रीय सीमा रेखा का क्या नाम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रेडक्लिफ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मैकमोहन रेखा (McMahon Line)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डूरंड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नियंत्रण रेखा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भारत और चीन के मध्य की अंतर्राष्ट्रीय सीमा रेखा का क्या नाम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रेडक्लिफ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मैकमोहन रेखा (McMahon Line)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डूरंड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नियंत्रण रेखा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1914 के शिमला समझौते में सर हेनरी मैकमोहन द्वारा भारत-चीन सीमा तय हुई।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[Tamil Nadu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भारत और श्रीलंका को एक-दूसरे से अलग करने वाली जलसंधि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मलक्का जलसंधि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पाक जलडमरूमध्य (Palk Strait)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जिब्राल्टर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बेरिंग जलसंधि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[Tamil Nadu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भारत और श्रीलंका को एक-दूसरे से अलग करने वाली जलसंधि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मलक्का जलसंधि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पाक जलडमरूमध्य (Palk Strait)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जिब्राल्टर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बेरिंग जलसंधि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मन्नार की खाड़ी और पाक जलडमरूमध्य भारत को श्रीलंका से पृथक करते हैं।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सिक्किम राज्य में स्थित भारत और चीन के बीच प्रसिद्ध व्यापारिक पर्वतीय दर्रा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जोजिला दर्रा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नाथुला दर्रा (Nathu La)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शिपकी 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रोहतांग दर्रा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सिक्किम राज्य में स्थित भारत और चीन के बीच प्रसिद्ध व्यापारिक पर्वतीय दर्रा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जोजिला दर्रा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नाथुला दर्रा (Nathu La)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शिपकी 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रोहतांग दर्रा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सिक्किम में स्थित नाथुला दर्रा प्राचीन रेशम मार्ग (Silk Route) का हिस्सा था।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[Uttarakhand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भारत का सबसे ऊंचा बांध 'टिहरी बांध' उत्तराखंड में किस नदी पर बनाया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भागीरथी नदी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अलकनंदा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यमुना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[Uttarakhand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भारत का सबसे ऊंचा बांध 'टिहरी बांध' उत्तराखंड में किस नदी पर बनाया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भागीरथी नदी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अलकनंदा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यमुना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टिहरी बांध भागीरथी और भिलंगना नदी के संगम पर उत्तराखंड में स्थित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[Odisha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भारत का सबसे लंबा बांध 'हीराकुंड बांध' ओडिशा में किस नदी पर निर्मित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महानदी (Mahanadi)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दामोदर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ब्राह्मणी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[Odisha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भारत का सबसे लंबा बांध 'हीराकुंड बांध' ओडिशा में किस नदी पर निर्मित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महानदी (Mahanadi)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दामोदर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ब्राह्मणी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महानदी पर बना हीराकुंड बांध (लंबाई लगभग 25.8 किमी) भारत का सबसे लंबा बांध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[Punjab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पंजाब और हिमाचल प्रदेश में स्थित प्रसिद्ध 'भाखड़ा-नांगल बांध' किस नदी पर बना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व्यास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सतलुज नदी (Sutlej)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रावी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झेलम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[Punjab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पंजाब और हिमाचल प्रदेश में स्थित प्रसिद्ध 'भाखड़ा-नांगल बांध' किस नदी पर बना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व्यास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सतलुज नदी (Sutlej)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रावी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झेलम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सतलुज नदी पर बना भाखड़ा बांध भारत की सबसे बड़ी बहुउद्देशीय नदी घाटी परियोजना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[Gujarat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गुजरात में नर्मदा नदी पर बना विशाल बांध कौन सा है जिसका विरोध मेधा पाटकर ने किया?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सरदार सरोवर बांध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नागार्जुन 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टिहरी बांध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गांधी सागर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[Gujarat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गुजरात में नर्मदा नदी पर बना विशाल बांध कौन सा है जिसका विरोध मेधा पाटकर ने किया?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सरदार सरोवर बांध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नागार्जुन 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टिहरी बांध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गांधी 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सरदार सरोवर बांध नर्मदा नदी पर बना गुजरात और MP का सबसे बड़ा बांध है।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[Andhra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आंध्र प्रदेश और तेलंगाना की सीमा पर कृष्णा नदी पर कौन सा प्रसिद्ध बांध बना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हीराकुंड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नागार्जुन सागर बांध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भाखड़ा नांगल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फरक्का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[Andhra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आंध्र प्रदेश और तेलंगाना की सीमा पर कृष्णा नदी पर कौन सा प्रसिद्ध बांध बना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हीराकुंड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नागार्जुन सागर बांध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भाखड़ा नांगल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फरक्का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कृष्णा नदी पर नागार्जुन सागर बहुउद्देशीय परियोजना स्थित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सूर्य का प्रकाश पृथ्वी तक पहुंचने में लगभग कितना समय लगता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 मिनट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8 मिनट 20 सेकंड (लगभग 500s)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 मिनट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12 मिनट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सूर्य का प्रकाश पृथ्वी तक पहुंचने में लगभग कितना समय लगता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5 मिनट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8 मिनट 20 सेकंड (लगभग 500s)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10 मिनट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12 मिनट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सूर्य से पृथ्वी की दूरी लगभग 15 करोड़ किमी है, प्रकाश 3 लाख किमी/सेकंड से चलता है।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खगोलीय पिंडों (तारों, ग्रहों) के बीच की अत्यधिक दूरी मापने की मानक इकाई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किलोमीटर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प्रकाश वर्ष (Light Year)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नॉटिकल मील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मीटर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खगोलीय पिंडों (तारों, ग्रहों) के बीच की अत्यधिक दूरी मापने की मानक इकाई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किलोमीटर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प्रकाश वर्ष (Light Year)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नॉटिकल मील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एक वर्ष में प्रकाश द्वारा तय की गई दूरी को प्रकाश वर्ष (9.46 × 10¹² किमी) कहते हैं।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भारत में सर्वाधिक क्षेत्रफल पर किस प्रकार के प्राकृतिक वन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उष्णकटिबंधीय पर्णपाती (मानसूनी) वन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सदाबहार वन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कंटीले वन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पर्वतीय वन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भारत में सर्वाधिक क्षेत्रफल पर किस प्रकार के प्राकृतिक वन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उष्णकटिबंधीय पर्णपाती (मानसूनी) वन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सदाबहार वन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कंटीले वन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पर्वतीय वन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भारत में मानसूनी (पर्णपाती) वन सर्वाधिक हैं जो शुष्क मौसम में पत्ते गिरा देते हैं (साल, सागौन)।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[West Bengal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सुंदरवन के डेल्टाई क्षेत्रों में जलमग्न रहने वाले खारे पानी के वनों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मैंग्रोव वन (Mangrove)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शंकुधारी वन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सवाना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टुंड्रा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[West Bengal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सुंदरवन के डेल्टाई क्षेत्रों में जलमग्न रहने वाले खारे पानी के वनों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मैंग्रोव वन (Mangrove)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शंकुधारी वन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सवाना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टुंड्रा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सुंदरी वृक्ष वाले मैंग्रोव वन ज्वारीय तटीय दलदलों में विकसित होते हैं।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[Karnataka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चंदन की लकड़ी के सुगंधित वृक्ष भारत के किस राज्य में बहुतायत में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कर्नाटक (पश्चिमी घाट)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हिमाचल प्रदेश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[Karnataka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चंदन की लकड़ी के सुगंधित वृक्ष भारत के किस राज्य में बहुतायत में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कर्नाटक (पश्चिमी घाट)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हिमाचल प्रदेश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कर्नाटक और नीलगिरि के जंगलों में चंदन के वृक्ष प्रचुर मात्रा में मिलते हैं।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विश्व की सबसे लंबी नदी कौन सी है जो अफ्रीका महाद्वीप में बहती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अमेजन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नील नदी (Nile)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मिसिसिपी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यांग्त्जी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विश्व की सबसे लंबी नदी कौन सी है जो अफ्रीका महाद्वीप में बहती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अमेजन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नील नदी (Nile)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मिसिसिपी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यांग्त्जी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नील नदी (लगभग 6650 किमी) विश्व की सबसे लंबी नदी है जो भूमध्य सागर में गिरती है।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जल प्रवाह (अपवाह आयतन) की दृष्टि से विश्व की सबसे बड़ी और चौड़ी नदी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नील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अमेजन नदी (दक्षिण अमेरिका)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कांगो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गंगा नदी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जल प्रवाह (अपवाह आयतन) की दृष्टि से विश्व की सबसे बड़ी और चौड़ी नदी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नील नदी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अमेजन नदी (दक्षिण अमेरिका)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कांगो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गंगा नदी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दक्षिण अमेरिका की अमेजन नदी विश्व की सबसे अधिक जल ढोने वाली विशाल नदी है।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विश्व का सबसे बड़ा गर्म रेगिस्तान (मरुस्थल)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थार मरुस्थल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सहारा मरुस्थल (अफ्रीका)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गोबी मरुस्थल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कालाहारी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विश्व का सबसे बड़ा गर्म रेगिस्तान (मरुस्थल)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थार मरुस्थल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सहारा मरुस्थल (अफ्रीका)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गोबी मरुस्थल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कालाहारी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उत्तरी अफ्रीका में स्थित सहारा विश्व का सबसे विस्तृत गर्म मरुस्थल है।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[Rajasthan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भारत का सबसे बड़ा मरुस्थल 'थार मरुस्थल' मुख्य रूप से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गुजरात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राजस्थान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पंजाब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हरियाणा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[Rajasthan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भारत का सबसे बड़ा मरुस्थल 'थार मरुस्थल' मुख्य रूप से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गुजरात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राजस्थान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पंजाब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हरियाणा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अरावली के पश्चिम में थार का मरुस्थल राजस्थान के अधिकांश भाग में फैला है।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[Assam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असम का प्रसिद्ध लोक नृत्य और फसल कटाई का प्रमुख त्योहार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कथक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बिहू (Bihu)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भांगड़ा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गरबा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[Assam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असम का प्रसिद्ध लोक नृत्य और फसल कटाई का प्रमुख त्योहार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कथक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बिहू (Bihu)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भांगड़ा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गरबा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बिहू असम का राष्ट्रीय एवं सांस्कृतिक नृत्य तथा नववर्ष त्योहार है।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[Punjab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पंजाब का प्रसिद्ध लोक नृत्य कौन सा है जो बैसाखी के अवसर पर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गरबा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भांगड़ा एवं गिद्धा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लावणी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कथकली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[Punjab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पंजाब का प्रसिद्ध लोक नृत्य कौन सा है जो बैसाखी के अवसर पर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गरबा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भांगड़ा एवं गिद्धा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लावणी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कथकली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भांगड़ा पुरुषों द्वारा और गिद्धा महिलाओं द्वारा पंजाब में उत्साह से किया जाता है।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[Gujarat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गुजरात का पारंपरिक लोक नृत्य कौन सा है जो नवरात्रि उत्सव में खेला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घूमर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गरबा और डांडिया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कथक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मोहिनीअट्टम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[Gujarat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गुजरात का पारंपरिक लोक नृत्य कौन सा है जो नवरात्रि उत्सव में खेला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घूमर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गरबा और डांडिया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कथक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मोहिनीअट्टम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गुजरात में नवरात्रि के पावन पर्व पर गरबा नृत्य धूमधाम से आयोजित होता है।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[Kerala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केरल का शास्त्रीय नृत्य कौन सा है जिसमें मुखौटे और विशेष वेशभूषा का प्रयोग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भरतनाट्यम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कथकली (Kathakali)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कुचिपुड़ी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ओडिसी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[Kerala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केरल का शास्त्रीय नृत्य कौन सा है जिसमें मुखौटे और विशेष वेशभूषा का प्रयोग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भरतनाट्यम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कथकली (Kathakali)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कुचिपुड़ी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ओडिसी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कथकली और मोहिनीअट्टम केरल के दो विश्वविख्यात शास्त्रीय नृत्य हैं।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[Tamil Nadu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तमिलनाडु का सबसे प्राचीन और प्रसिद्ध शास्त्रीय नृत्य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कथकली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भरतनाट्यम (Bharatanatyam)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कथक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सत्रिया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[Tamil Nadu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तमिलनाडु का सबसे प्राचीन और प्रसिद्ध शास्त्रीय नृत्य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कथकली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भरतनाट्यम (Bharatanatyam)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कथक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सत्रिया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भरतनाट्यम दक्षिण भारत के तमिलनाडु का प्रमुख शास्त्रीय नृत्य है।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उत्तर प्रदेश का प्रमुख शास्त्रीय नृत्य कौन सा है जो लखनऊ घराने से विकसित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कथक (Kathak)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कथकली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मणिपुरी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कुचिपुड़ी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उत्तर प्रदेश का प्रमुख शास्त्रीय नृत्य कौन सा है जो लखनऊ घराने से विकसित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कथक (Kathak)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कथकली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मणिपुरी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कुचिपुड़ी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कथक उत्तर भारत (विशेषकर UP) का प्रमुख शास्त्रीय नृत्य है (पंडित बिरजू महाराज)।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010: सागर सर की 1-मिनट मेमोरी चाबी (क्विक फॉर्मूला)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इतिहास: गजनवी (1025), तराइन (1191/92), पानीपत (1526), 1857 (मेरठ), ब्रह्म समाज (1828), आर्य समाज (1875)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नागरिक शास्त्र: 2 वर्ष 11 माह 18 दिन, प्रारूप समिति (अंबेडकर), 6 मौलिक अधिकार, अनु. 32 (संविधान की आत्मा)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आर.टी.ई. (RTE) = अनु. 21A (86वां संशोधन 2002) | पंचायती राज = 73वां संशोधन 1992 (नागौर, 1959)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भूगोल: शुक्र (भोर का तारा/सबसे गर्म) | पृथ्वी घूर्णन = दिन-रात | परिक्रमण = ऋतुएं | 82½° पूर्व = IST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वायुमंडल: क्षोभमंडल = सभी मौसम घटनाएं | समतापमंडल = हवाई जहाज उड़ान + ओजोन परत | बैरोमीटर = वायुदाब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भारत का भूगोल: गंगा = 2525 किमी | सुंदरवन डेल्टा | काली (रेगुर) मिट्टी = कपास | काला सोना = पेट्रोलियम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मॉक टेस्ट 010 में आपने 50 में से कितने अंक प्राप्त किए, अपनी डायरी में नोट करें।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जो प्रश्न गलत हुए, उनके सही उत्तर अपनी फेयर कॉपी में 2 बार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अगले मॉक टेस्ट के लिए इतिहास, भूगोल और नागरिक शास्त्र के शॉर्ट नोट्स दोहराएं।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मॉक टेस्ट 010 सम्पन्न! बधाई!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सागर कोचिंग सेंटर — आपकी सफलता, हमारा संकल्प!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टेस्ट की PDF डाउनलोड करें: sagarcoaching.tech | Helpline: +91 91101 13671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YouTube: NMMS King Sagar Sir  ★  App: Sagar Coaching Centre (Play Store)  ★  Website: https://sagarcoaching.tech  ★  Helpline: +91 91101 13671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Helpline: +91 91101 13671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