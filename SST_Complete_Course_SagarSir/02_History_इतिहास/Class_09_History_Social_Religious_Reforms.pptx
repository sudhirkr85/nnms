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09 • इतिहास (50 Min Full Lecture)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19वीं सदी के सामाजिक एवं धार्मिक सुधार आंदोलन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Socio-Religious Reform Movements: Raja Ram Mohan Roy, Dayanand, Vivekananda &amp; Phule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राजा राममोहन राय: ब्रह्म समाज (1828) व सती प्रथा अंत (1829)  ★  ईश्वरचंद्र विद्यासागर: हिंदू विधवा पुनर्विवाह अधिनियम (1856)  ★  स्वामी दयानंद सरस्वती: आर्य समाज (1875) व सत्यार्थ प्रकाश  ★  स्वामी विवेकानंद: शिकागो भाषण (1893) व रामकृष्ण मिशन  ★  ज्योतिबा फुले: सत्यशोधक समाज (1873) व 'गुलामगिरी'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09: राजा राममोहन राय, ब्रह्म समाज एवं ईश्वरचंद्र विद्यासागर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राजा राममोहन राय: इन्हें 'भारतीय पुनर्जागरण का पिता' (Father of Indian Renaissance) और 'आधुनिक भारत का जनक' कहा जाता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ब्रह्म समाज (Brahmo Samaj): 20 अगस्त 1828 को कोलकाता में स्थापना की; एकेश्वरवाद का प्रचार किया और मूर्ति पूजा, सती प्रथा व जातिगत छुआछूत का विरोध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सती प्रथा पर प्रतिबंध (1829): राजा राममोहन राय के भागीरथ प्रयासों से तत्कालीन गवर्नर-जनरल लॉर्ड विलियम बेंटिक ने 1829 में नियम 17 द्वारा सती प्रथा को गैर-कानूनी घोषित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प्रमुख पत्रिकाएं: 'संवाद कौमुदी' (बंगाली) और 'मिरात-उल-अखबार' (फारसी भाषा का प्रथम भारतीय पत्र)।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ईश्वरचंद्र विद्यासागर: बाल विवाह विरोध और स्त्री शिक्षा के प्रबल समर्थक; इनके प्रयासों से 1856 में लॉर्ड कैनिंग के काल में 'हिंदू विधवा पुनर्विवाह अधिनियम' (Widow Remarriage Act 1856) पारित हुआ।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09: स्वामी दयानंद सरस्वती एवं आर्य समाज (1875 ई.)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स्वामी दयानंद सरस्वती: बचपन का नाम मूलशंकर था; जन्म 1824 में गुजरात के टंकारा में हुआ; इनके आध्यात्मिक गुरु स्वामी विरजानंद (मथुरा) थे।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आर्य समाज (Arya Samaj): 10 अप्रैल 1875 को बंबई (मुंबई) में आर्य समाज की स्थापना की (बाद में 1877 में लाहौर इसका मुख्य केंद्र बना)।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अमर नारा: 'वेदों की ओर लौटो' (Back to the Vedas) का प्रसिद्ध आह्वान किया।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सत्यार्थ प्रकाश (Satyarth Prakash): 1875 में हिंदी भाषा में रचित दयानंद सरस्वती का सबसे प्रमुख दार्शनिक ग्रंथ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शुद्धि आंदोलन (Shuddhi Movement): अन्य धर्मों में चले गए हिंदुओं को पुनः वैदिक धर्म में वापस लाने हेतु शुद्धि आंदोलन चलाया।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स्वराज शब्द का सर्वप्रथम प्रयोग: 'भारत भारतीयों के लिए है' और 'स्वराज' शब्द का सबसे पहला स्पष्ट उद्घोष स्वामी दयानंद सरस्वती ने किया था।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09: स्वामी विवेकानंद, ज्योतिबा फुले एवं अन्य प्रमुख समाज सुधारक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स्वामी विवेकानंद: बचपन का नाम नरेंद्रनाथ दत्त था; इनके गुरु दक्षिणेश्वर (कोलकाता) के संत रामकृष्ण परमहंस थे।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शिकागो धर्म संसद (1893 ई.): 11 सितंबर 1893 को अमेरिका के शिकागो में विश्व धर्म संसद में भारत और सनातन संस्कृति का डंका बजाया।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रामकृष्ण मिशन (1897 ई.): कोलकाता के निकट बेलूर में मानव सेवा को ईश्वर सेवा मानकर रामकृष्ण मिशन की स्थापना की। नारा: 'उठो, जागो और तब तक मत रुको जब तक लक्ष्य प्राप्त न हो जाए।'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महात्मा ज्योतिबा फुले: महाराष्ट्र के महान समाज सुधारक; 1873 में 'सत्यशोधक समाज' (Truth Seekers Society) की स्थापना की।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गुलामगिरी (1873 ई.): ज्योतिबा फुले द्वारा रचित अत्यंत प्रभावशाली पुस्तक, जो वंचितों और शोषितों के अधिकारों पर आधारित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सर सैयद अहमद खां: मुस्लिम समाज सुधारक; 1875 में अलीगढ़ में 'मोहम्मडन एंग्लो-ओरिएंटल कॉलेज' की स्थापना की जो आगे चलकर 'अलीगढ़ मुस्लिम विश्वविद्यालय' (AMU) बना।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'वेदों की ओर लौटो' (Back to the Vedas)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'वेदों की ओर लौटो' (Back to the Vedas) का प्रसिद्ध नारा किसने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स्वामी दयानंद सरस्वती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बाल गंगाधर तिलक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स्वामी दयानंद सरस्वती ने 1875 में आर्य समाज की स्थापना की और वेदों की ओर लौटने का आह्वान किया।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कोलकाता में 1828 ई. में 'ब्रह्म समाज' की स्थापना किस महान समाज सुधारक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स्वामी विवेकानंद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कोलकाता में 1828 ई. में 'ब्रह्म समाज' की स्थापना किस महान समाज सुधारक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स्वामी विवेकानंद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ईश्वरचंद्र विद्यासागर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राममोहन राय को 'भारतीय पुनर्जागरण का पिता' कहा जाता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 में 1829 में 'सती प्रथा' पर प्रतिबंध किस समाज सुधारक के प्रयासों से लगा?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केशवचंद्र 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ज्योतिबा फुले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भारत में 1829 में 'सती प्रथा' पर प्रतिबंध किस समाज सुधारक के प्रयासों से लगा?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केशवचंद्र 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ज्योतिबा फुले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लॉर्ड विलियम बेंटिक ने 1829 में राजा राममोहन राय के सहयोग से सती प्रथा बंद की।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स्वामी दयानंद सरस्वती द्वारा हिंदी में रचित प्रसिद्ध दार्शनिक ग्रंथ का क्या नाम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सत्यार्थ प्रकाश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गीता रहस्य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आनंदमठ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गुलामगिरी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स्वामी दयानंद सरस्वती द्वारा हिंदी में रचित प्रसिद्ध दार्शनिक ग्रंथ का क्या नाम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सत्यार्थ प्रकाश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गीता रहस्य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आनंदमठ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गुलामगिरी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सत्यार्थ प्रकाश स्वामी दयानंद सरस्वती की कालजयी पुस्तक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स्वामी विवेकानंद ने अमेरिका के शिकागो में विश्व धर्म संसद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1885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1893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1905 ई.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स्वामी विवेकानंद ने अमेरिका के शिकागो में विश्व धर्म संसद में किस वर्ष भाषण दिया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1885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1893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1897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1905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सितंबर 1893 के शिकागो धर्म सम्मेलन में स्वामी विवेकानंद का ऐतिहासिक भाषण हुआ था।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[Maharashtra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महाराष्ट्र में 1873 ई. में 'सत्यशोधक समाज'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दयानंद सरस्वती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[Maharashtra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महाराष्ट्र में 1873 ई. में 'सत्यशोधक समाज'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ज्योतिबा फुले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डॉ. बी.आर. अंबेडकर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स्वामी विवेकानंद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दयानंद सरस्वती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महात्मा ज्योतिबा फुले ने वंचितों के अधिकारों हेतु सत्यशोधक समाज बनाया।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प्रसिद्ध सामाजिक पुस्तक 'गुलामगिरी' (Gulamgiri) के लेखक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डॉ. अंबेडकर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महात्मा ज्योतिबा फुले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पेरियार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राजा राममोहन राय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प्रसिद्ध सामाजिक पुस्तक 'गुलामगिरी' (Gulamgiri) के लेखक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डॉ. अंबेडकर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महात्मा ज्योतिबा फुले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पेरियार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राजा राममोहन राय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1873 में ज्योतिबा फुले ने गुलामगिरी पुस्तक लिखी थी।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1856 में 'हिंदू विधवा पुनर्विवाह अधिनियम' किस समाज सुधारक के कठिन प्रयासों से पास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ईश्वरचंद्र विद्यासागर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रवींद्रनाथ टैगोर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1856 में 'हिंदू विधवा पुनर्विवाह अधिनियम' किस समाज सुधारक के कठिन प्रयासों से पास हुआ?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राजा राममोहन राय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ईश्वरचंद्र विद्यासागर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दयानंद सरस्वती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रवींद्रनाथ टैगोर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ईश्वरचंद्र विद्यासागर के प्रयासों से लॉर्ड कैनिंग ने 1856 में विधवा विवाह कानून बनाया।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स्वामी विवेकानंद के बचपन का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मूलशंकर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नरेंद्रनाथ दत्त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गदाधर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महेश दास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स्वामी विवेकानंद के बचपन का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मूलशंकर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नरेंद्रनाथ दत्त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गदाधर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महेश दास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स्वामी विवेकानंद का बचपन का नाम नरेंद्रनाथ दत्त था। (मूलशंकर दयानंद सरस्वती का नाम था)।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स्वामी दयानंद सरस्वती ने 'आर्य समाज' की स्थापना (1875 ई.) कहाँ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कोलकाता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बंबई (मुंबई)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लाहौर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दिल्ली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स्वामी दयानंद सरस्वती ने 'आर्य समाज' की स्थापना (1875 ई.) कहाँ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कोलकाता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बंबई (मुंबई)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लाहौर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दिल्ली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1875 में बंबई में आर्य समाज की स्थापना हुई थी।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स्वामी विवेकानंद ने 1897 ईस्वी में किस मिशन की स्थापना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ब्रह्म समाज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प्रार्थना समाज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रामकृष्ण मिशन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थियोसोफिकल सोसाइटी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स्वामी विवेकानंद ने 1897 ईस्वी में किस मिशन की स्थापना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ब्रह्म समाज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प्रार्थना समाज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रामकृष्ण मिशन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थियोसोफिकल सोसाइटी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अपने गुरु की स्मृति में बेलूर (कोलकाता) में रामकृष्ण मिशन की स्थापना की।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बंगाली साप्ताहिक पत्रिका 'संवाद कौमुदी' का संपादन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शिशिर कुमार घोष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अरविंद घोष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बंगाली साप्ताहिक पत्रिका 'संवाद कौमुदी' का संपादन किसने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ईश्वरचंद्र विद्यासागर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राममोहन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शिशिर कुमार घोष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अरविंद घोष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राममोहन राय ने संवाद कौमुदी निकाली थी।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सर्वप्रथम 'स्वराज' शब्द का प्रयोग और 'भारत भारतीयों के लिए है' किसने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महात्मा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लाला लाजपत राय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सर्वप्रथम 'स्वराज' शब्द का प्रयोग और 'भारत भारतीयों के लिए है' किसने कहा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स्वामी दयानंद सरस्वती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बाल गंगाधर तिलक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महात्मा गांधी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लाला लाजपत राय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स्वामी दयानंद सरस्वती ने सबसे पहले स्वराज शब्द का प्रयोग किया था।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अलीगढ़ में 'मोहम्मडन एंग्लो-ओरिएंटल कॉलेज' (1875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मौलाना अबुल कलाम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सर सैयद अहमद खां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मोहम्मद अली जिन्ना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डॉ. जाकिर हुसैन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अलीगढ़ में 'मोहम्मडन एंग्लो-ओरिएंटल कॉलेज' (1875 ई.) की स्थापना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मौलाना अबुल कलाम आजाद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सर सैयद अहमद खां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मोहम्मद अली जिन्ना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डॉ. जाकिर हुसैन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सर सैयद अहमद खां ने आधुनिक शिक्षा हेतु अलीगढ़ कॉलेज (अब AMU) की स्थापना की।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रामकृष्ण परमहंस का मूल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नरेंद्रनाथ दत्त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गदाधर चट्टोपाध्याय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मूलशंकर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रामानुज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रामकृष्ण परमहंस का मूल नाम क्या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नरेंद्रनाथ दत्त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गदाधर चट्टोपाध्याय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मूलशंकर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रामानुज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रामकृष्ण परमहंस का वास्तविक नाम गदाधर चट्टोपाध्याय था।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कक्षा 09: 1-मिनट क्विक मेमोरी सूत्र (समाज सुधार आंदोलन)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राजा राममोहन राय: आधुनिक भारत के जनक | ब्रह्म समाज (1828) | सती प्रथा निषेध 1829 (बेंटिक नियम 17) | संवाद कौमुदी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स्वामी दयानंद सरस्वती: मूलशंकर | आर्य समाज (1875 बंबई) | 'वेदों की ओर लौटो' | 'सत्यार्थ प्रकाश' पुस्तक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स्वामी विवेकानंद: नरेंद्रनाथ दत्त | शिकागो भाषण (1893) | रामकृष्ण मिशन (1897 बेलूर) | 'उठो जागो'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ईश्वरचंद्र विद्यासागर: हिंदू विधवा पुनर्विवाह अधिनियम 1856 (लॉर्ड कैनिंग)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ज्योतिबा फुले: सत्यशोधक समाज (1873) | पुस्तक 'गुलामगिरी' | सर सैयद अहमद: अलीगढ़ कॉलेज (1875)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37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राजा राममोहन राय को भारतीय पुनर्जागरण का पिता क्यों कहा जाता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आर्य समाज की स्थापना कब, कहाँ और किसने की? उनका प्रमुख ग्रंथ कौन सा है?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स्वामी विवेकानंद के शिकागो धर्म सम्मेलन (1893) के महत्व पर दो वाक्य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4: ईश्वरचंद्र विद्यासागर ने समाज सुधार के किस क्षेत्र में ऐतिहासिक कार्य किया?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5: महात्मा ज्योतिबा फुले द्वारा लिखित पुस्तक का नाम और उनकी संस्था का नाम लिखें।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Class 09 Complete! कल मिलेंगे Class 10 में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कल का विषय: भारतीय राष्ट्रीय आंदोलन (1885-1947)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क्लास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कांग्रेस स्थापना (1885) व प्रथम अध्यक्ष  ★  बंगाल विभाजन (1905) व स्वदेशी आंदोलन  ★  गांधीजी के आंदोलन: चंपारण (1917), असहयोग (1920)  ★  दांडी मार्च (1930) व भारत छोड़ो आंदोलन (1942)  ★  15 मोस्ट रिपीटेड PYQs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