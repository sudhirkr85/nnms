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08 • इतिहास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1857 की महान क्रांति (प्रथम स्वतंत्रता संग्राम)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The Revolt of 1857: Causes, Outbreak, Leaders, Bihar's Role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क्रांति के कारण: डलहौजी की हड़प नीति व चर्बी वाले कारतूस  ★  मंगल पांडे का बलिदान: 34वीं इन्फैंट्री (बैरकपुर)  ★  10 मई 1857 मेरठ से शुरुआत व प्रतीक चिन्ह (कमल व रोटी)  ★  बिहार के बाबू वीर कुंवर सिंह, झांसी की रानी, तात्या टोपे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08: 1857 की क्रांति के प्रमुख कारण एवं मंगल पांडे का बलिदान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राजनीतिक कारण: लॉर्ड डलहौजी की 'हड़प नीति' (Doctrine of Lapse) के तहत सतारा (1848), झांसी, नागपुर, संबलपुर को छीना गया; 1856 में अवध को 'कुशासन' का झूठा आरोप लगाकर हड़प लिया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आर्थिक कारण: भारी लगान, भारतीय कुटीर उद्योगों का विनाश और भारतीय हस्तशिल्पियों की बेरोजगारी।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तात्कालिक कारण: अंग्रेजों द्वारा पुरानी 'ब्राउन बैस' बंदूक की जगह नई 'एनफील्ड राइफल' लाना, जिसके कारतूस में गाय और सूअर की चर्बी का प्रयोग होता था जिसे मुंह से काटना पड़ता था।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मंगल पांडे: बैरकपुर छावनी (पश्चिम बंगाल) की 34वीं नेटिव इन्फैंट्री के वीर सिपाही थे। 29 मार्च 1857 को चर्बी वाले कारतूस का विरोध कर अंग्रेज अफसर बॉघ व ह्यूसन पर गोली चलाई।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8 अप्रैल 1857: मंगल पांडे को फांसी दी गई; वे 1857 के प्रथम बलिदानी सैनिक बने।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08: क्रांति का विस्फोट, प्रमुख केंद्र एवं नायक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मेरठ से क्रांति का बिगुल: 10 मई 1857 को मेरठ छावनी की 20वीं नेटिव इन्फैंट्री के सैनिकों ने खुला विद्रोह कर 'दिल्ली चलो' का नारा दिया।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बहादुर शाह जफर: 11-12 मई 1857 को सैनिकों ने दिल्ली पर अधिकार कर अंतिम मुग़ल सम्राट 82 वर्षीय बहादुर शाह जफर को भारत का सम्राट घोषित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क्रांति का गुप्त प्रतीक चिन्ह: 'कमल का फूल' (Lotus) और 'चपाती' (रोटी) गांवों और छावनियों में क्रांति के संदेशवाहक बने।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बिहार (जगदीशपुर/आरा): 80 वर्षीय वीर बाबू कुंवर सिंह और उनके भाई अमर सिंह ने अदम्य साहस से अंग्रेजों (कैप्टन ली ग्रांड व विन्सेंट आयर) को हराया।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झांसी: वीरांगना रानी लक्ष्मीबाई (मनु / मणिकर्णिका) ने 'मेरी झांसी नहीं दूंगी' का उद्घोष कर अंग्रेज सेनापति ह्यूरोज के छक्के छुड़ाए।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कानपुर: नाना साहेब (धोंधू पंत) और उनके कुशल सेनापति तात्या टोपे (रामचंद्र पांडुरंग) ने नेतृत्व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लखनऊ (अवध): बेगम हजरत महल और उनके पुत्र बिरजिस कादिर ने संघर्ष का नेतृत्व किया।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08: क्रांति का दमन, परिणाम एवं 1858 का अधिनियम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बहादुर शाह जफर का निर्वासन: अंग्रेजों ने दिल्ली जीतकर बहादुर शाह को हुमायूं के मकबरे से गिरफ्तार किया और बर्मा की राजधानी रंगून भेज दिया, जहां 1862 में उनकी मृत्यु हुई।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रानी लक्ष्मीबाई का बलिदान: 17 जून 1858 को ग्वालियर के पास कोटा की सराय में लड़ते हुए वीरगति पाई। जनरल ह्यूरोज ने कहा था: 'भारतीय विद्रोहियों में सोई हुई यह महिला अकेली मर्द थी।'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ईस्ट इंडिया कंपनी के शासन का अंत: 1858 के भारत शासन अधिनियम (Government of India Act 1858) द्वारा 100 साल के कंपनी राज का अंत हुआ।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शासन महारानी के हाथों में: भारत का शासन सीधे ब्रिटिश महारानी (क्राउन) के अधीन हो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वायसराय पद: 'गवर्नर-जनरल' का पदनाम बदलकर 'वायसराय' (Viceroy) कर दिया गया; भारत के प्रथम वायसराय लॉर्ड कैनिंग बने।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1 नवंबर 1858: महारानी विक्टोरिया का ऐतिहासिक घोषणा-पत्र इलाहाबाद के मिंटो पार्क में लॉर्ड कैनिंग ने पढ़कर सुनाया।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1857 की महान क्रांति का प्रथम बिगुल 10 मई 1857 को किस छावनी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बैरकपुर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मेरठ छावनी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कानपुर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1857 की महान क्रांति का प्रथम बिगुल 10 मई 1857 को किस छावनी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बैरकपुर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मेरठ छावनी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कानपुर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10 मई 1857 को मेरठ छावनी के सैनिकों ने खुला विद्रोह कर 'दिल्ली चलो' का नारा दिया।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1857 की क्रांति के प्रथम बलिदानी सैनिक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तात्या टोपे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भगत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वीर कुंवर सिंह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1857 की क्रांति के प्रथम बलिदानी सैनिक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तात्या टोपे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भगत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वीर कुंवर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बैरकपुर छावनी के 34वीं इन्फैंट्री के सैनिक मंगल पांडे को 8 अप्रैल 1857 को फांसी दी गई।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1857 की क्रांति का सबसे प्रमुख तात्कालिक कारण (Immediate Cause)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चर्बी वाले नए कारतूस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भारी लगान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सती प्रथा का अंत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रेलवे का निर्माण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1857 की क्रांति का सबसे प्रमुख तात्कालिक कारण (Immediate Cause)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चर्बी वाले नए कारतूस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भारी लगान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सती प्रथा का अंत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रेलवे का निर्माण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एनफील्ड राइफल के कारतूसों में गाय और सूअर की चर्बी की बात तात्कालिक चिंगारी बनी।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1857 की क्रांति के समय अंतिम मुग़ल सम्राट कौन थे, जिन्हें क्रांति का नेता चुना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शाह आलम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बहादुर शाह जफर (द्वितीय)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आलमगीर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1857 की क्रांति के समय अंतिम मुग़ल सम्राट कौन थे, जिन्हें क्रांति का नेता चुना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शाह आलम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बहादुर शाह जफर (द्वितीय)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आलमगीर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विद्रोहियों ने 82 वर्षीय बहादुर शाह जफर को भारत का सम्राट घोषित किया था।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1857 की क्रांति में बिहार के जगदीशपुर (आरा) से नेतृत्व किस वीर योद्धा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नाना साहेब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बाबू वीर कुंवर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खान बहादुर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लियाकत अली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1857 की क्रांति में बिहार के जगदीशपुर (आरा) से नेतृत्व किस वीर योद्धा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नाना साहेब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बाबू वीर कुंवर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खान बहादुर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लियाकत अली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80 वर्ष के वृद्ध बाबू वीर कुंवर सिंह ने अदम्य वीरता से अंग्रेजों को हराया था।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[Rajasthan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झांसी में 1857 की क्रांति का नेतृत्व करने वाली वीरांगना लक्ष्मीबाई के बचपन का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मनु (मणिकर्णिका)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पद्मावती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जीजाबाई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अहिल्याबाई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[Rajasthan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झांसी में 1857 की क्रांति का नेतृत्व करने वाली वीरांगना लक्ष्मीबाई के बचपन का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मनु (मणिकर्णिका)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पद्मावती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जीजाबाई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अहिल्याबाई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रानी लक्ष्मीबाई के बचपन का नाम मणिकर्णिका (मनु) था।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1857 की क्रांति का प्रचार करने हेतु गुप्त प्रतीक चिन्ह क्या तय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तीर और कमान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कमल का फूल और रोटी (चपाती)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तलवार और ढाल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तिरंगा झंडा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1857 की क्रांति का प्रचार करने हेतु गुप्त प्रतीक चिन्ह क्या तय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तीर और कमान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कमल का फूल और रोटी (चपाती)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तलवार और ढाल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तिरंगा झंडा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कमल और रोटी गांव-गांव क्रांति का संदेश पहुंचाने का गुप्त माध्यम थे।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कानपुर में 1857 की क्रांति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नाना साहेब (धोंधू पंत)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बहादुर शाह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रानी लक्ष्मीबाई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कुंवर सिंह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कानपुर में 1857 की क्रांति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नाना साहेब (धोंधू पंत)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बहादुर शाह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रानी लक्ष्मीबाई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कुंवर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पेशवा बाजीराव द्वितीय के दत्तक पुत्र नाना साहेब ने कानपुर से नेतृत्व किया।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नाना साहेब के प्रसिद्ध और वीर सेनापति का क्या नाम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तात्या टोपे (रामचंद्र पांडुरंग)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बख्त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हकीम खां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नाना साहेब के प्रसिद्ध और वीर सेनापति का क्या नाम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तात्या टोपे (रामचंद्र पांडुरंग)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बख्त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हकीम खां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तात्या टोपे नाना साहेब के मुख्य सेनापति थे और छापामार युद्ध में निपुण थे।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लखनऊ (अवध) में 1857 की क्रांति का नेतृत्व किस साहसी महिला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रानी लक्ष्मीबाई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बेगम हजरत महल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एनी बेसेंट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लखनऊ (अवध) में 1857 की क्रांति का नेतृत्व किस साहसी महिला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रानी लक्ष्मीबाई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बेगम हजरत महल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एनी बेसेंट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बेगम हजरत महल ने अपने अल्पवयस्क पुत्र बिरजिस कादिर को नवाब घोषित कर लड़ाई लड़ी।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'हड़प नीति' या 'व्यपगत का सिद्धांत' (Doctrine of Lapse) किस अंग्रेज गवर्नर-जनरल ने लागू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लॉर्ड कैनिंग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लॉर्ड वेलेजली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'हड़प नीति' या 'व्यपगत का सिद्धांत' (Doctrine of Lapse) किस अंग्रेज गवर्नर-जनरल ने लागू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लॉर्ड कैनिंग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लॉर्ड वेलेजली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डलहौजी ने सतारा, झांसी, नागपुर आदि रियासतों को हड़पने की नीति बनाई।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अंग्रेजों ने 1856 में 'कुशासन का आरोप' लगाकर किस प्रमुख रियासत को हड़पा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अवध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झांसी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सतारा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पंजाब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अंग्रेजों ने 1856 में 'कुशासन का आरोप' लगाकर किस प्रमुख रियासत को हड़पा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अवध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झांसी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सतारा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पंजाब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अवध के नवाब वाजिद अली शाह पर कुशासन का आरोप लगाकर अवध का विलय किया गया।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1857 की क्रांति के समय भारत का गवर्नर-जनरल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लॉर्ड कैनिंग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लॉर्ड विलियम बेंटिक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लॉर्ड रिपन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1857 की क्रांति के समय भारत का गवर्नर-जनरल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लॉर्ड कैनिंग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लॉर्ड विलियम बेंटिक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लॉर्ड रिपन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कैनिंग क्रांति के समय गवर्नर-जनरल था और बाद में पहला वायसराय बना।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अंतिम मुग़ल सम्राट बहादुर शाह जफर को बंदी बनाकर अंग्रेजों ने कहाँ निर्वासित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अंडमान (कालापानी)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रंगून (बर्मा)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लंदन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कोलकाता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अंतिम मुग़ल सम्राट बहादुर शाह जफर को बंदी बनाकर अंग्रेजों ने कहाँ निर्वासित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अंडमान (कालापानी)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रंगून (बर्मा)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लंदन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कोलकाता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रंगून (म्यांमार) में निर्वासित किया गया जहां 1862 में उनकी मृत्यु हुई।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1857 की क्रांति के बाद किस अधिनियम द्वारा ईस्ट इंडिया कंपनी के शासन का अंत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1858 का भारत शासन अधिनियम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1861 का परिषद अधिनियम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1909 का मार्ले-मिंटो एक्ट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1919 का एक्ट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1857 की क्रांति के बाद किस अधिनियम द्वारा ईस्ट इंडिया कंपनी के शासन का अंत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1858 का भारत शासन अधिनियम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1861 का परिषद अधिनियम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1909 का मार्ले-मिंटो एक्ट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1919 का एक्ट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1858 के एक्ट से कंपनी राज समाप्त हुआ और शासन सीधे ब्रिटिश क्राउन को मिला।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08: 1-मिनट क्विक मेमोरी सूत्र (1857 की महान क्रांति)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शुरुआत: 29 मार्च (बैरकपुर - मंगल पांडे) → 8 अप्रैल (फांसी) → 10 मई 1857 (मेरठ से खुला बिगुल)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प्रतीक: कमल का फूल और रोटी (चपाती) | सम्राट: बहादुर शाह जफर (रंगून में मृत्यु 1862)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नायक व केंद्र: बिहार = बाबू वीर कुंवर सिंह (जगदीशपुर) | झांसी = रानी लक्ष्मीबाई (ह्यूरोज से मुकाबला)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कानपुर = नाना साहेब व तात्या टोपे (रामचंद्र पांडुरंग) | लखनऊ = बेगम हजरत महल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परिणाम: ईस्ट इंडिया कंपनी राज का अंत → 1858 भारत शासन अधिनियम → प्रथम वायसराय: लॉर्ड कैनिंग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1857 की क्रांति का तात्कालिक कारण क्या था और मंगल पांडे का संबंध किस छावनी से था?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1857 की क्रांति में बिहार के जगदीशपुर से बाबू वीर कुंवर सिंह की भूमिका पर संक्षेप में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झांसी की रानी लक्ष्मीबाई और तात्या टोपे के योगदान का वर्णन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4: क्रांति का गुप्त प्रतीक चिन्ह क्या था और इसकी शुरुआत किस तिथि को मेरठ से हुई?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5: 1858 के भारत शासन अधिनियम द्वारा क्या-क्या बड़े प्रशासनिक बदलाव हुए?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08 Complete! कल मिलेंगे Class 09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19वीं सदी के समाज सुधार आंदोलन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राजा राममोहन राय: ब्रह्म समाज (1828) व सती प्रथा अंत (1829)  ★  ईश्वरचंद्र विद्यासागर: विधवा पुनर्विवाह अधिनियम (1856)  ★  स्वामी दयानंद सरस्वती: आर्य समाज (1875) व 'सत्यार्थ प्रकाश'  ★  स्वामी विवेकानंद: शिकागो भाषण (1893) व रामकृष्ण मिशन  ★  ज्योतिबा फुले: सत्यशोधक समाज (1873) व 'गुलामगिरी'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