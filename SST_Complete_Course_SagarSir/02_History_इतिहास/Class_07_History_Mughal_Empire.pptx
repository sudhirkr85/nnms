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07 • इतिहास (50 Min Full Lecture)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मुग़ल साम्राज्य एवं शेरशाह सूरी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The Mughal Empire: Babur, Sher Shah Suri, Akbar, Shah Jahan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बाबर, पानीपत का प्रथम युद्ध (1526) व तुजुक-ए-बाबरी  ★  शेरशाह सूरी: GT Road, रुपया व सासाराम का मकबरा  ★  अकबर महान: हल्दीघाटी (1576), दीन-ए-इलाही, नवरत्न  ★  शाहजहां: स्थापत्य का स्वर्ण युग (ताजमहल, लाल किला)  ★  15 मोस्ट रिपीटेड All India NMMS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Helpline: +91 91101 13671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07: बाबर, पानीपत का प्रथम युद्ध (1526 ई.) एवं शेरशाह सूरी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बाबर (1526-1530): मुग़ल साम्राज्य का संस्थापक; 21 अप्रैल 1526 को 'पानीपत के प्रथम युद्ध' में इब्राहिम लोदी को हराकर मुग़ल वंश की स्थापना की। इसने पहली बार तोपों और 'तुलगुमा युद्ध नीति' का सफल प्रयोग किया।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खानवा का युद्ध (1527 ई.): बाबर ने मेवाड़ के वीर शासक राणा सांगा को पराजित कर 'गाजी' की उपाधि धारण की।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बाबरनामा (तुजुक-ए-बाबरी): बाबर ने अपनी आत्मकथा तुर्की भाषा में स्वयं लिखी थी।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शेरशाह सूरी (1540-1545): चौसा (1539) और कन्नौज (1540) के युद्ध में हुमायूं को पराजित कर सूर वंश स्थापित किया।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सड़क-ए-आजम (ग्रांड ट्रंक रोड / GT Road): शेरशाह ने बंगाल के सोनारगांव से लेकर पेशावर तक विशाल सड़क बनवाई।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रुपया (Rupiya): शेरशाह ने शुद्ध चांदी का 'रुपया' (178 ग्रेन) और तांबे का 'दाम' चलाया, जो आधुनिक मुद्रा का आधार बना।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शेरशाह का मकबरा: बिहार के सासाराम में एक सुंदर कृत्रिम झील के बीच अष्टकोणीय भव्य मकबरा स्थित है।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07: अकबर महान (1556-1605 ई.) — नीतियां, युद्ध एवं नवरत्न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पानीपत का द्वितीय युद्ध (5 नवंबर 1556): 13 वर्ष की अल्पायु में संरक्षक बैरम खां के नेतृत्व में अकबर ने हेमू को पराजित किया।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हल्दीघाटी का ऐतिहासिक युद्ध (18 जून 1576): मेवाड़ के वीर महाराणा प्रताप और अकबर की सेना (सेनापति मानसिंह) के बीच लड़ा गया।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उदार धार्मिक नीतियां: अकबर ने 1563 में 'तीर्थयात्रा कर' और 1564 में 'जजिया कर' समाप्त कर दिया।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इबादतखाना (1575 ई.): फतेहपुर सीकरी में सभी धर्मों के आचार्यों से धार्मिक चर्चा हेतु प्रार्थना गृह बनवाया।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दीन-ए-इलाही (1582 ई.): सभी धर्मों के सद्गुणों को मिलाकर नया धर्म शुरू किया; इसे स्वीकार करने वाला एकमात्र हिंदू बीरबल (महेश दास) था।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अकबर के प्रसिद्ध नवरत्न: बीरबल, अबुल फजल (अकबरनामा व आईन-ए-अकबरी के लेखक), तानसेन (संगीत सम्राट), राजा टोडरमल (दहशाला भू-राजस्व प्रणाली), राजा मानसिंह, फैजी, अब्दुर्रहीम खानखाना, मुल्ला दो प्याजा, हकीम हुमाम।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बुलंद दरवाजा: 1602 में गुजरात विजय की स्मृति में फतेहपुर सीकरी में विश्व का सबसे ऊंचा प्रवेश द्वार बनवाया।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07: जहांगीर, शाहजहां (स्थापत्य का स्वर्ण युग) एवं औरंगजेब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जहांगीर (1605-1627): इसने आगरा के किले में न्याय की प्रसिद्ध सोने की जंजीर लगवाई। जहांगीर का काल 'चित्रकला का स्वर्ण युग' कहलाता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शाहजहां (1628-1658): इसके शासनकाल को 'मुग़ल स्थापत्य कला का स्वर्ण युग' (Golden Age of Architecture) कहा जाता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ताजमहल: शाहजहां ने अपनी प्रिय बेगम मुमताज महल की याद में सफेद संगमरमर से यमुना किनारे ताजमहल बनवाया (वास्तुकार: उस्ताद अहमद लाहौरी)।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दिल्ली का लाल किला एवं जामा मस्जिद: शाहजहां ने दिल्ली में शाहजहानाबाद नगर, लाल किला और जामा मस्जिद का निर्माण कराया।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मयूर सिंहासन (तख्त-ए-ताऊस): शाहजहां का प्रसिद्ध राजसिंहासन जिसमें विश्वप्रसिद्ध 'कोहिनूर हीरा' जड़ा था (बाद में नादिर शाह लूट ले गया)।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औरंगजेब (1658-1707): 'आलमगीर' और 'जिंदा पीर' के नाम से प्रसिद्ध; इसने 1679 में जजिया कर पुनः लागू किया।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पानीपत का प्रथम युद्ध (21 अप्रैल 1526) किनके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बाबर और इब्राहिम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अकबर और हेमू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शेरशाह और हुमायूं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गोरी और पृथ्वीराज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पानीपत का प्रथम युद्ध (21 अप्रैल 1526) किनके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बाबर और इब्राहिम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अकबर और हेमू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शेरशाह और हुमायूं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गोरी और पृथ्वीराज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बाबर ने इब्राहिम लोदी को हराकर भारत में मुग़ल साम्राज्य की नींव रखी।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मुग़ल सम्राट बाबर की प्रसिद्ध आत्मकथा 'तुजुक-ए-बाबरी' किस भाषा में लिखी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फारसी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तुर्की भाषा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अरबी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उर्दू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मुग़ल सम्राट बाबर की प्रसिद्ध आत्मकथा 'तुजुक-ए-बाबरी' किस भाषा में लिखी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फारसी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तुर्की भाषा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अरबी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उर्दू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बाबर ने अपनी आत्मकथा स्वयं अपनी मातृभाषा चगताई तुर्की में लिखी थी।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बंगाल से पेशावर तक प्रसिद्ध 'ग्रांड ट्रंक रोड' (GT Road) का निर्माण किसने करवाया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शेरशाह सूरी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जहांगीर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बंगाल से पेशावर तक प्रसिद्ध 'ग्रांड ट्रंक रोड' (GT Road) का निर्माण किसने करवाया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शेरशाह सूरी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जहांगीर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शेरशाह सूरी ने सड़क-ए-आजम (GT Road) का निर्माण करवाया था।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आधुनिक भारतीय मुद्रा के 'रुपया' (चांदी का सिक्का) की शुरुआत किस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शेरशाह सूरी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अकबर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अलाउद्दीन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आधुनिक भारतीय मुद्रा के 'रुपया' (चांदी का सिक्का) की शुरुआत किस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बाबर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शेरशाह सूरी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अकबर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अलाउद्दीन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शेरशाह ने 178 ग्रेन का चांदी का रुपया और तांबे का दाम चलाया था।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शेरशाह सूरी का प्रसिद्ध ऐतिहासिक अष्टकोणीय मकबरा कहाँ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दिल्ली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आगरा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सासाराम (बिहार)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लाहौर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शेरशाह सूरी का प्रसिद्ध ऐतिहासिक अष्टकोणीय मकबरा कहाँ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दिल्ली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आगरा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सासाराम (बिहार)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लाहौर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शेरशाह का सुंदर मकबरा बिहार के सासाराम में झील के मध्य स्थित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पानीपत का द्वितीय युद्ध (5 नवंबर 1556)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 और हेमू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बाबर और राणा सांगा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हुमायूं और शेरशाह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औरंगजेब और दारा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पानीपत का द्वितीय युद्ध (5 नवंबर 1556)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अकबर और हेमू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बाबर और राणा सांगा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हुमायूं और शेरशाह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औरंगजेब और दारा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बैरम खां के नेतृत्व में अकबर की सेना ने हेमू (हेमचंद्र) को पराजित किया था।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हल्दीघाटी का ऐतिहासिक युद्ध (18 जून 1576)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 और महाराणा प्रताप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बाबर और मेदिनी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शेरशाह और हुमायूं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शिवाजी और औरंगजेब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हल्दीघाटी का ऐतिहासिक युद्ध (18 जून 1576)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अकबर और महाराणा प्रताप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बाबर और मेदिनी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शेरशाह और हुमायूं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शिवाजी और औरंगजेब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महाराणा प्रताप और अकबर के सेनापति राजा मानसिंह के बीच हल्दीघाटी का भीषण युद्ध हुआ।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'दीन-ए-इलाही' नामक नवीन धार्मिक पंथ की शुरुआत 1582 ई.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हुमायूं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अकबर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शाहजहां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'दीन-ए-इलाही' नामक नवीन धार्मिक पंथ की शुरुआत 1582 ई.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बाबर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हुमायूं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अकबर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शाहजहां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अकबर ने सभी धर्मों के सद्गुणों को मिलाकर दीन-ए-इलाही की शुरुआत की।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'आईन-ए-अकबरी' एवं 'अकबरनामा' ऐतिहासिक ग्रंथों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बीरबल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अबुल फजल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तानसेन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फैजी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'आईन-ए-अकबरी' एवं 'अकबरनामा' ऐतिहासिक ग्रंथों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बीरबल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अबुल फजल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तानसेन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फैजी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अकबर के नवरत्न अबुल फजल ने अकबरनामा लिखा था।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फतेहपुर सीकरी में स्थित विश्व का सबसे ऊंचा प्रवेश द्वार 'बुलंद दरवाजा' किसने बनवाया?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जहांगीर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शेरशाह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फतेहपुर सीकरी में स्थित विश्व का सबसे ऊंचा प्रवेश द्वार 'बुलंद दरवाजा' किसने बनवाया?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जहांगीर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शेरशाह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अकबर ने 1602 में गुजरात विजय के उपलक्ष्य में बुलंद दरवाजा बनवाया।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किस मुग़ल सम्राट के शासनकाल को 'स्थापत्य कला का स्वर्ण युग' (Golden Age of Architecture)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जहांगीर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औरंगजेब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किस मुग़ल सम्राट के शासनकाल को 'स्थापत्य कला का स्वर्ण युग' (Golden Age of Architecture)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जहांगीर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औरंगजेब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शाहजहां के काल में ताजमहल, लाल किला और जामा मस्जिद जैसी भव्य इमारतें बनीं।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आगरा में यमुना नदी के तट पर स्थित विश्व प्रसिद्ध 'ताजमहल' का निर्माण किसने कराया?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जहांगीर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औरंगजेब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आगरा में यमुना नदी के तट पर स्थित विश्व प्रसिद्ध 'ताजमहल' का निर्माण किसने कराया?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जहांगीर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औरंगजेब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शाहजहां ने अपनी बेगम मुमताज महल की याद में ताजमहल का निर्माण कराया।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अकबर के दरबार के प्रसिद्ध वित्त मंत्री कौन थे, जिन्होंने 'दहशाला' भू-राजस्व प्रणाली बनाई?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राजा मानसिंह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राजा टोडरमल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बीरबल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तानसेन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अकबर के दरबार के प्रसिद्ध वित्त मंत्री कौन थे, जिन्होंने 'दहशाला' भू-राजस्व प्रणाली बनाई?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राजा मानसिंह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राजा टोडरमल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बीरबल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तानसेन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राजा टोडरमल ने भूमि पैमाइश और दहशाला बंदोबस्त लागू किया।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आगरा के किले में न्याय की प्रसिद्ध 'सोने की जंजीर' किस मुग़ल सम्राट ने लगवाई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जहांगीर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हुमायूं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आगरा के किले में न्याय की प्रसिद्ध 'सोने की जंजीर' किस मुग़ल सम्राट ने लगवाई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जहांगीर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हुमायूं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जहांगीर न्यायप्रिय शासक था और उसने न्याय की जंजीर लगवाई थी।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किस मुग़ल सम्राट को 'जिंदा पीर' और 'आलमगीर' के नाम से भी जाना जाता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शाहजहां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औरंगजेब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जहांगीर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बहादुर शाह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किस मुग़ल सम्राट को 'जिंदा पीर' और 'आलमगीर' के नाम से भी जाना जाता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शाहजहां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औरंगजेब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जहांगीर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बहादुर शाह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औरंगजेब अपने सादे जीवन और कठोर धार्मिक नियमों के कारण जिंदा पीर कहलाया।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07: 1-मिनट क्विक मेमोरी सूत्र (मुग़ल काल व शेरशाह सूरी)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बाबर: 1526 पानीपत I (लोदी पराजित) | 1527 खानवा (राणा सांगा पराजित) | तुजुक-ए-बाबरी (तुर्की भाषा)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शेरशाह सूरी: GT Road (सड़क-ए-आजम) | चांदी का रुपया | सासाराम मकबरा (बिहार)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अकबर महान: 1556 पानीपत II (हेमू पराजित) | 1576 हल्दीघाटी (महाराणा प्रताप) | दीन-ए-इलाही (1582) | बुलंद दरवाजा | अबुल फजल (अकबरनामा)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शाहजहां: स्थापत्य का स्वर्ण युग | ताजमहल, दिल्ली लाल किला, जामा मस्जिद, मयूर सिंहासन (तख्त-ए-ताऊस)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जहांगीर: चित्रकला स्वर्ण युग, न्याय की जंजीर | औरंगजेब: जिंदा पीर, जजिया पुनः लागू (1679)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पानीपत का प्रथम और द्वितीय युद्ध कब और किनके बीच लड़ा गया था?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शेरशाह सूरी के दो प्रमुख ऐतिहासिक कार्यों (सड़क व मुद्रा) का उल्लेख करें।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अकबर के नवरत्नों में से किन्हीं चार के नाम और उनके कार्य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4: शाहजहां के काल को स्थापत्य कला का स्वर्ण युग क्यों कहा जाता है?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5: हल्दीघाटी का युद्ध किस वर्ष हुआ था और इसमें किनके मध्य मुकाबला हुआ था?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07 Complete! कल मिलेंगे Class 08 में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कल का विषय: 1857 की महान क्रांति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क्लास की PDF डाउनलोड करें: sagarcoaching.tech | Helpline: +91 91101 13671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क्रांति के कारण: डलहौजी की हड़प नीति व चर्बी वाले कारतूस  ★  मंगल पांडे का प्रथम बलिदान (8 अप्रैल 1857)  ★  मेरठ से बिगुल (10 मई 1857) व बहादुर शाह जफर  ★  बिहार के बाबू वीर कुंवर सिंह, झांसी की रानी व नाना साहेब  ★  15 मोस्ट रिपीटेड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Helpline: +91 91101 13671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