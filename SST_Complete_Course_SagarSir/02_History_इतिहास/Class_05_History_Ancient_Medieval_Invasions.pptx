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Class 05 • इतिहास (50 Min Full Lecture)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मध्यकालीन भारत: अरब आक्रमण, गजनवी व गोरी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Early Medieval Invasions: Arab Conquest, Mahmud Ghaznavi &amp; Muhammad Ghori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712 ई. मुहम्मद बिन कासिम का सिंध आक्रमण  ★  महमूद गजनवी: 17 आक्रमण, सोमनाथ (1025 ई.), अलबेरूनी व फिरदौसी  ★  मुहम्मद गोरी: तराइन का प्रथम (1191) व द्वितीय युद्ध (1192)  ★  पृथ्वीराज चौहान, चंदबरदाई व 'पृथ्वीराज रासो'  ★  15 मोस्ट रिपीटेड All India NMMS PYQs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05: भारत पर प्रथम अरब आक्रमण एवं मुहम्मद बिन कासिम (712 ई.)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भारत पर आक्रमण करने वाला प्रथम मुस्लिम आक्रांता मुहम्मद बिन कासिम (Muhammad bin Qasim) था।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712 ईस्वी में मुहम्मद बिन कासिम ने सिंध के हिंदू शासक राजा दाहिर को 'राओर के युद्ध' में पराजित कर सिंध पर अधिकार किया।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अरबों के आक्रमण से भारत में पहली बार 'जजिया कर' (Jizya Tax - गैर-मुस्लिमों पर सुरक्षा कर) लागू किया गया।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अरबों ने भारतीयों से दशमलव प्रणाली, गणित (अंकगणित) और खगोलशास्त्र सीखा और इसे यूरोप तक पहुंचाया जिसे 'हिंदसा' कहा गया।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पंचतंत्र का अरबी अनुवाद 'कलीला व दिमना' नाम से और चरक संहिता व सुश्रुत संहिता का अरबी में अनुवाद किया गया।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05: महमूद गजनवी के आक्रमण (1000 - 1027 ई.) एवं समकालीन विद्वान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महमूद गजनवी (Mahmud of Ghazni) अफगानिस्तान के गजनी वंश (यामिनी वंश) का शासक था।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गजनवी ने 1000 ई. से 1027 ई. के बीच भारत पर कुल 17 बार आक्रमण किए; इसका मुख्य उद्देश्य भारत की अपार धन-संपदा लूटना था।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सोमनाथ मंदिर पर आक्रमण (1025 ई.): गजनवी का सबसे प्रसिद्ध और भयानक 16वां आक्रमण गुजरात के काठियावाड़ स्थित सोमनाथ शिव मंदिर पर था। उस समय गुजरात का शासक भीमदेव प्रथम था।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गजनवी का अंतिम 17वां आक्रमण (1027 ई.) जाटों के विरुद्ध हुआ था।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अलबेरूनी (Al-Biruni): गजनवी के साथ भारत आया प्रसिद्ध विद्वान; इसने भारत के इतिहास, भूगोल व विज्ञान पर प्रसिद्ध पुस्तक 'किताब-ए-हिंद' (तहकीक-ए-हिंद) लिखी।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फिरदौसी (Firdausi): गजनवी का राजकवि, जिसने विश्व प्रसिद्ध फारसी महाकाव्य 'शाहनामा' (Book of Kings) की रचना की।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उतबी: गजनवी का दरबारी इतिहासकार, जिसने 'किताब-उल-यामिनी' लिखी।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05: मुहम्मद गोरी एवं तराइन के ऐतिहासिक युद्ध (1191 व 1192 ई.)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मुहम्मद गोरी (Muhammad Ghori) अफगानिस्तान के 'शंशबानी वंश' (गजनवी के बाद) का शासक था। इसका उद्देश्य भारत में मुस्लिम साम्राज्य स्थापित करना था।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तराइन का प्रथम युद्ध (1191 ई. - First Battle of Tarain): हरियाणा के करनाल के पास तराइन में लड़ा गया। इसमें अजमेर व दिल्ली के चौहान शासक पृथ्वीराज तृतीय (पृथ्वीराज चौहान) ने मुहम्मद गोरी को बुरी तरह पराजित किया।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तराइन का द्वितीय युद्ध (1192 ई. - Second Battle of Tarain): गोरी ने भारी तैयारी के साथ पुनः आक्रमण किया और पृथ्वीराज चौहान को पराजित कर भारत में तुर्क सत्ता की नींव रखी।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चंदबरदाई (Chand Bardai): पृथ्वीराज चौहान के अभिन्न मित्र और दरबारी राजकवि थे, जिन्होंने हिंदी के प्रथम महाकाव्य 'पृथ्वीराज रासो' की रचना की।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चंदावर का युद्ध (1194 ई.): गोरी ने कन्नौज के गहड़वाल राजा जयचंद को पराजित किया।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गोरी का सेनापति बख्तियार खिलजी: इसने 1198-1202 में नालंदा विश्वविद्यालय (बिहार) और विक्रमशिला विश्वविद्यालय को जलाकर नष्ट किया।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भारत पर सफल आक्रमण करने वाला प्रथम मुस्लिम आक्रमणकारी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महमूद गजनवी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मुहम्मद बिन कासिम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मुहम्मद गोरी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बाबर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भारत पर सफल आक्रमण करने वाला प्रथम मुस्लिम आक्रमणकारी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महमूद गजनवी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मुहम्मद बिन कासिम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मुहम्मद गोरी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बाबर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712 ईस्वी में मुहम्मद बिन कासिम ने सिंध पर सफल आक्रमण किया था।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मुहम्मद बिन कासिम ने किस वर्ष भारत के सिंध प्रांत पर आक्रमण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650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712 ईस्वी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1001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1191 ई.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मुहम्मद बिन कासिम ने किस वर्ष भारत के सिंध प्रांत पर आक्रमण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650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712 ईस्वी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1001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1191 ई.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712 ई. में राजा दाहिर को पराजित कर सिंध जीता गया।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महमूद गजनवी ने भारत पर कुल कितनी बार आक्रमण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10 बार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12 बार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17 बार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21 बार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महमूद गजनवी ने भारत पर कुल कितनी बार आक्रमण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10 बार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12 बार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17 बार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21 बार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गजनवी ने 1000 से 1027 ई. के बीच भारत पर कुल 17 आक्रमण किए।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महमूद गजनवी ने गुजरात के प्रसिद्ध 'सोमनाथ मंदिर' पर किस वर्ष आक्रमण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1001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1018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1025 ईस्वी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1192 ई.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महमूद गजनवी ने गुजरात के प्रसिद्ध 'सोमनाथ मंदिर' पर किस वर्ष आक्रमण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1001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1018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1025 ईस्वी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1192 ई.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1025 ई. में अपने 16वें आक्रमण में गजनवी ने सोमनाथ मंदिर को लूटा था।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'किताब-ए-हिंद' (तहकीक-ए-हिंद) नामक ऐतिहासिक पुस्तक की रचना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अलबेरूनी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फिरदौसी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इब्न बतूता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अमीर खुसरो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'किताब-ए-हिंद' (तहकीक-ए-हिंद) नामक ऐतिहासिक पुस्तक की रचना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अलबेरूनी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फिरदौसी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इब्न बतूता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अमीर खुसरो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अलबेरूनी महमूद गजनवी के साथ भारत आया प्रसिद्ध विद्वान था।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फारसी महाकाव्य 'शाहनामा' (Shahnameh) के रचयिता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अलबेरूनी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फिरदौसी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मिन्हाज-उस-सिराज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हसन निजामी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फारसी महाकाव्य 'शाहनामा' (Shahnameh) के रचयिता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अलबेरूनी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फिरदौसी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मिन्हाज-उस-सिराज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हसन निजामी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शाहनामा की रचना गजनवी के राजकवि फिरदौसी ने की थी।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[Haryana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तराइन का प्रथम युद्ध (1191 ई.) किनके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पृथ्वीराज चौहान और मुहम्मद गोरी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बाबर और इब्राहिम लोदी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अकबर और हेमू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शेरशाह और हुमायूं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[Haryana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तराइन का प्रथम युद्ध (1191 ई.) किनके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पृथ्वीराज चौहान और मुहम्मद गोरी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बाबर और इब्राहिम लोदी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अकबर और हेमू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शेरशाह और हुमायूं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1191 में तराइन के पहले युद्ध में पृथ्वीराज चौहान ने मुहम्मद गोरी को पराजित किया था।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तराइन के द्वितीय युद्ध (1192 ई.) में किसकी विजय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पृथ्वीराज चौहान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मुहम्मद गोरी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राजा जयचंद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कुतुबुद्दीन ऐबक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तराइन के द्वितीय युद्ध (1192 ई.) में किसकी विजय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पृथ्वीराज चौहान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मुहम्मद गोरी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राजा जयचंद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कुतुबुद्दीन ऐबक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1192 के दूसरे युद्ध में गोरी जीता और भारत में तुर्क सल्तनत की नींव पड़ी।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'पृथ्वीराज रासो' महाकाव्य के रचयिता निम्नलिखित में से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चंदबरदाई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बाणभट्ट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कल्हण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अमीर खुसरो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'पृथ्वीराज रासो' महाकाव्य के रचयिता निम्नलिखित में से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चंदबरदाई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बाणभट्ट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कल्हण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अमीर खुसरो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चंदबरदाई पृथ्वीराज चौहान के मित्र व राजकवि थे।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कन्नौज के राजा जयचंद और मुहम्मद गोरी के बीच चंदावर का युद्ध किस वर्ष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1191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1192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1194 ईस्वी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1206 ई.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कन्नौज के राजा जयचंद और मुहम्मद गोरी के बीच चंदावर का युद्ध किस वर्ष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1191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1192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1194 ईस्वी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1206 ई.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1194 ई. में चंदावर के युद्ध में गोरी ने जयचंद को हराया था।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[Bihar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बिहार के प्रसिद्ध प्राचीन 'नालंदा विश्वविद्यालय' को किसने जलाकर नष्ट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मुहम्मद गोरी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बख्तियार खिलजी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महमूद गजनवी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अलाउद्दीन खिलजी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[Bihar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बिहार के प्रसिद्ध प्राचीन 'नालंदा विश्वविद्यालय' को किसने जलाकर नष्ट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मुहम्मद गोरी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बख्तियार खिलजी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महमूद गजनवी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अलाउद्दीन खिलजी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गोरी के सेनापति बख्तियार खिलजी ने नालंदा व विक्रमशिला विश्वविद्यालयों को नष्ट किया।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[UP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भारत में सबसे पहले 'जजिया कर' (Jizya Tax) लगाने वाला मुस्लिम शासक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मुहम्मद बिन कासिम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महमूद गजनवी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कुतुबुद्दीन ऐबक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औरंगजेब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[UP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भारत में सबसे पहले 'जजिया कर' (Jizya Tax) लगाने वाला मुस्लिम शासक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मुहम्मद बिन कासिम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महमूद गजनवी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कुतुबुद्दीन ऐबक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औरंगजेब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712 ई. में सिंध विजय के बाद मुहम्मद बिन कासिम ने जजिया कर लगाया।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सोमनाथ मंदिर पर महमूद गजनवी के आक्रमण के समय गुजरात का शासक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भीमदेव प्रथम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मूलराज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जयसिंह सिद्धराज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कुमारपाल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सोमनाथ मंदिर पर महमूद गजनवी के आक्रमण के समय गुजरात का शासक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भीमदेव प्रथम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मूलराज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जयसिंह सिद्धराज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कुमारपाल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सोलंकी वंश के राजा भीमदेव प्रथम उस समय गुजरात के शासक थे।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[Haryana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अजमेर नगर की स्थापना और वहां चौहान वंश की नींव किसने रखी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अजयराज चौहान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पृथ्वीराज चौहान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विग्रहराज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अर्णोराज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[Haryana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अजमेर नगर की स्थापना और वहां चौहान वंश की नींव किसने रखी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अजयराज चौहान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पृथ्वीराज चौहान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विग्रहराज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अर्णोराज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अजयराज चौहान ने अजमेर (अजयमेरु) नगर की स्थापना की थी।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मुहम्मद गोरी का भारत में अंतिम अभियान (1206 ई.) किस जाति के विरुद्ध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जाट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खोखर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राजपूत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भील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मुहम्मद गोरी का भारत में अंतिम अभियान (1206 ई.) किस जाति के विरुद्ध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जाट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खोखर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राजपूत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भील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1206 ई. में गोरी ने खोखरों के विद्रोह को दबाया और लौटते समय उसकी हत्या हुई।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05: 1-मिनट क्विक मेमोरी सूत्र (अरब आक्रमण व तराइन)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712 ई. = मुहम्मद बिन कासिम द्वारा सिंध विजय (राजा दाहिर पराजित) | जजिया कर की शुरुआत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महमूद गजनवी = 17 आक्रमण | 1025 ई. सोमनाथ मंदिर लूट (भीमदेव I) | विद्वान: अलबेरूनी (किताब-ए-हिंद), फिरदौसी (शाहनामा)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1191 ई. = तराइन I (पृथ्वीराज चौहान ने गोरी को हराया)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1192 ई. = तराइन II (मुहम्मद गोरी जीता → भारत में तुर्क सत्ता स्थापित)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पृथ्वीराज रासो = चंदबरदाई | नालंदा विध्वंस = बख्तियार खिलजी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4846320"/>
          </a:xfrm>
          <a:prstGeom prst="roundRect">
            <a:avLst/>
          </a:prstGeom>
          <a:solidFill>
            <a:srgbClr val="1E3A8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200" b="1">
                <a:solidFill>
                  <a:srgbClr val="FDE68A"/>
                </a:solidFill>
                <a:latin typeface="Segoe UI"/>
              </a:defRPr>
            </a:pPr>
            <a:r>
              <a:t>📝 आज का अभ्यास कार्य (Homework):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1: भारत पर पहला सफल मुस्लिम आक्रमण कब और किसके द्वारा किया गया था?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2: महमूद गजनवी के सोमनाथ आक्रमण (1025 ई.) और अलबेरूनी की पुस्तक का नाम लिखें।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3: तराइन के प्रथम और द्वितीय युद्ध के वर्ष और परिणाम अपनी कॉपी में नोट करें।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4: 'पृथ्वीराज रासो' और 'शाहनामा' पुस्तकों के रचयिता कौन थे?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5: नालंदा विश्वविद्यालय को किसने नष्ट किया था?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Class 05 Complete! कल मिलेंगे Class 06 में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कल का विषय: दिल्ली सल्तनत (1206 से 1526 ई.)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इस क्लास की PDF डाउनलोड करें: sagarcoaching.tech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गुलाम वंश: ऐबक, इल्तुतमिश, रजिया सुल्तान व बलबन  ★  खिलजी वंश: अलाउद्दीन खिलजी की बाजार नियंत्रण नीति  ★  तुगलक वंश: मुहम्मद बिन तुगलक (दौलताबाद राजधानी) व इब्न बतूता  ★  लोदी वंश: सिकंदर लोदी (आगरा स्थापना 1504)  ★  15 मोस्ट रिपीटेड PYQs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