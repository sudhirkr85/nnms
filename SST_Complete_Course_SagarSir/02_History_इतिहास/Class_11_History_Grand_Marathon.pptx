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Class 11 • इतिहास महा-मैराथन (50 Min Full Lecture)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संपूर्ण इतिहास: 30 PYQ महा-मंथन मैराथन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Full History Rapid Marathon: 30 Most Repeated All-India NMMS PYQs (Ancient to Modern)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अरब आक्रमण, गजनवी, गोरी व दिल्ली सल्तनत  ★  मुग़ल साम्राज्य, शेरशाह सूरी व स्थापत्य  ★  1857 की महान क्रांति व प्रमुख नायक  ★  समाज सुधार आंदोलन व स्वतंत्रता संग्राम (1885-1947)  ★  इतिहास के पूरे 15 नंबर 100% पक्के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पर प्रथम मुस्लिम आक्रमणकारी मुहम्मद बिन कासिम ने सिंध पर किस वर्ष विजय प्राप्त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712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1001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1191 ई.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पर प्रथम मुस्लिम आक्रमणकारी मुहम्मद बिन कासिम ने सिंध पर किस वर्ष विजय प्राप्त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712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1001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राजा दाहिर को हराकर सिंध जीता।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महमूद गजनवी के प्रसिद्ध 'सोमनाथ मंदिर' आक्रमण (1025 ई.) के समय वहां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जयपाल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पृथ्वीराज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महमूद गजनवी के प्रसिद्ध 'सोमनाथ मंदिर' आक्रमण (1025 ई.) के समय वहां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जयपाल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सोलंकी वंश के राजा भीमदेव प्रथम उस समय गुजरात के शासक थे।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तराइन का द्वितीय युद्ध (1192 ई.) जीतने के बाद भारत में मुस्लिम साम्राज्य की नींव किसने रखी?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इल्तुतमिश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तराइन का द्वितीय युद्ध (1192 ई.) जीतने के बाद भारत में मुस्लिम साम्राज्य की नींव किसने रखी?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इल्तुतमिश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1192 में मुहम्मद गोरी ने पृथ्वीराज चौहान को हराकर सल्तनत की नींव रखी।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दिल्ली सल्तनत में 'कुतुब मीनार' का निर्माण कार्य किसने पूरा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दिल्ली सल्तनत में 'कुतुब मीनार' का निर्माण कार्य किसने पूरा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ऐबक ने शुरुआत की और इल्तुतमिश ने इसे पूरा कराया।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की प्रथम महिला मुस्लिम शासिका रजिया सुल्तान किसकी पुत्री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शम्सुद्दीन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नासिरुद्दीन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की प्रथम महिला मुस्लिम शासिका रजिया सुल्तान किसकी पुत्री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शम्सुद्दीन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नासिरुद्दीन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योग्य पुत्री रजिया 1236 ई. में गद्दी पर बैठी थीं।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दिल्ली सल्तनत में 'लौह एवं रक्त की नीति' अपनाने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दिल्ली सल्तनत में 'लौह एवं रक्त की नीति' अपनाने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गियासुद्दीन बलबन ने कठोर लौह एवं रक्त नीति अपनाई।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बाजार नियंत्रण प्रणाली और मूल्य नियंत्रण नीति किस सुल्तान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बाजार नियंत्रण प्रणाली और मूल्य नियंत्रण नीति किस सुल्तान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मुहम्मद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वस्तुओं के दाम निश्चित किए।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अपनी राजधानी दिल्ली से 'दौलताबाद' स्थानांतरित करने वाला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बिन तुगलक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अपनी राजधानी दिल्ली से 'दौलताबाद' स्थानांतरित करने वाला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मुहम्मद बिन तुगलक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मुहम्मद बिन तुगलक ने 1327 ई. में राजधानी बदली थी।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1504 ईस्वी में 'आगरा शहर' की स्थापना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सिकंदर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बहलोल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1504 ईस्वी में 'आगरा शहर' की स्थापना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सिकंदर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बहलोल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सिकंदर लोदी ने आगरा बसाया और राजधानी बनाया।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पानीपत का प्रथम युद्ध (1526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पानीपत का प्रथम युद्ध (1526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मुग़ल साम्राज्य की स्थापना की।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शेरशाह सूरी का प्रसिद्ध ऐतिहासिक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सासाराम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दिल्ली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लाहौर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शेरशाह सूरी का प्रसिद्ध ऐतिहासिक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सासाराम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दिल्ली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लाहौर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बिहार के सासाराम में झील के मध्य शेरशाह का मकबरा है।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ग्रांड ट्रंक रोड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शेरशाह सूरी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ग्रांड ट्रंक रोड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शेरशाह सूरी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ने सड़क-ए-आजम (GT Road) बनवाई थी।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हल्दीघाटी का प्रसिद्ध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हल्दीघाटी का प्रसिद्ध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1576 में महाराणा प्रताप और मानसिंह (अकबर) के बीच हुआ।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'दीन-ए-इलाही' नामक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'दीन-ए-इलाही' नामक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1582 ई. में दीन-ए-इलाही शुरू किया था।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मुग़ल काल में 'स्थापत्य कला का स्वर्ण युग' किसके शासनकाल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मुग़ल काल में 'स्थापत्य कला का स्वर्ण युग' किसके शासनकाल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के काल में ताजमहल और लाल किला जैसी भव्य इमारतें बनीं।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मेरठ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बैरकपुर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कानपुर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मेरठ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बैरकपुर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 मई 1857 को मेरठ से सैनिकों ने खुला विद्रोह किया।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1857 की क्रांति के प्रथम बलिदानी सैनिक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मंगल पांडे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तात्या टोपे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कुंवर सिंह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1857 की क्रांति के प्रथम बलिदानी सैनिक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मंगल पांडे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तात्या टोपे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बैरकपुर छावनी के मंगल पांडे को 8 अप्रैल 1857 को फांसी दी गई।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1857 की क्रांति में बिहार के जगदीशपुर से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बाबू वीर कुंवर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नाना साहेब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अमर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बख्त खां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1857 की क्रांति में बिहार के जगदीशपुर से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बाबू वीर कुंवर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नाना साहेब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अमर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बख्त खां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80 वर्षीय बाबू वीर कुंवर सिंह ने अदम्य वीरता दिखाई।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बहादुर शाह जफर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शाह आलम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आलमगीर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बहादुर शाह जफर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शाह आलम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आलमगीर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बहादुर शाह जफर को क्रांति का नेता चुना गया था।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1857 की क्रांति का गुप्त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कमल और रोटी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तीर-कमान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तलवार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तिरंगा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1857 की क्रांति का गुप्त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कमल और रोटी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तीर-कमान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तलवार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तिरंगा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कमल का फूल और रोटी क्रांति के प्रतीक थे।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तिलक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दयानंद सरस्वती ने 1875 में आर्य समाज बनाया।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1828 में 'ब्रह्म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विद्यासागर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1828 में 'ब्रह्म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को भारतीय पुनर्जागरण का पिता कहते हैं।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स्वामी विवेकानंद ने शिकागो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1893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1905 ई.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स्वामी विवेकानंद ने शिकागो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1893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1905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1893 में शिकागो धर्म संसद में ऐतिहासिक भाषण दिया।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महात्मा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पेरियार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महात्मा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पेरियार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ज्योतिबा फुले ने सत्यशोधक समाज और 'गुलामगिरी' लिखी।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भारतीय राष्ट्रीय कांग्रेस (INC) की स्थापना 1885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व्योमेश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गोखले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भारतीय राष्ट्रीय कांग्रेस (INC) की स्थापना 1885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व्योमेश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गोखले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ए.ओ. ह्यूम ने 28 दिसंबर 1885 को कांग्रेस की स्थापना की।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'स्वराज मेरा जन्मसिद्ध अधिकार है और मैं इसे लेकर रहूंगा' किसने कहा?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बाल गंगाधर तिलक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भगत सिंह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'स्वराज मेरा जन्मसिद्ध अधिकार है और मैं इसे लेकर रहूंगा' किसने कहा?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बाल गंगाधर तिलक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सुभाष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भगत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तिलक का यह अमर उद्घोष था।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गांधीजी ने भारत में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चंपारण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खेड़ा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गांधीजी ने भारत में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चंपारण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खेड़ा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चंपारण में तिनकठिया प्रथा के विरोध में सत्याग्रह हुआ।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1950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जनरल डायर ने गोलियां चलवाईं।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दांडी मार्च (1930 ई.) किस कानून को तोड़ने हेतु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नमक कानून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रॉलेट एक्ट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प्रेस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भू-राजस्व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दांडी मार्च (1930 ई.) किस कानून को तोड़ने हेतु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नमक कानून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रॉलेट एक्ट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प्रेस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भू-राजस्व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गांधीजी ने 6 अप्रैल 1930 को नमक बनाकर नमक कानून तोड़ा।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छोड़ो आंदोलन (1942)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असहयोग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सविनय अवज्ञा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भारत छोड़ो आंदोलन (1942)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असहयोग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सविनय अवज्ञा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में यह नारा दिया गया।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कक्षा 11: संपूर्ण इतिहास 1-मिनट महा-सूत्र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712 (कासिम) → 1025 (सोमनाथ गजनवी) → 1191/92 (तराइन गोरी) → 1206 (गुलाम वंश ऐबक)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1236 (रजिया) → अलाउद्दीन (बाजार नीति) → 1327 (तुगलक राजधानी) → 1504 (आगरा सिकंदर लोदी)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1526 (पानीपत I बाबर) → शेरशाह (GT Road, सासाराम) → 1576 (हल्दीघाटी) → शाहजहां (ताजमहल)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1857 (मेरठ, मंगल पांडे, कुंवर सिंह) → 1875 (आर्य समाज) → 1885 (कांग्रेस) → 1893 (शिकागो)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1917 (चंपारण) → 1919 (जलियांवाला) → 1930 (दांडी) → 1942 (भारत छोड़ो) → 1947 (स्वतंत्रता)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आज के 30 मैराथन प्रश्नों में से अपने गलत प्रश्नों के सही उत्तर फेयर कॉपी में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मध्यकालीन भारत की प्रमुख 5 युद्ध तिथियों (तराइन, पानीपत, हल्दीघाटी) की सूची बनाएं।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1857 की क्रांति के 4 प्रमुख नायकों और उनके केंद्रों के नाम याद करें।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इतिहास (History) 100% Complete!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बधाई! इतिहास के सभी 15 अंक पक्के हो गए!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अगला विषय: भूगोल (Geography Special)  ★  Class 12: सौरमंडल एवं पृथ्वी की गतियां  ★  Class 13: वायुमंडल एवं जलमंडल  ★  Class 14: भारत का भूगोल (नदियां, पर्वत व मिट्टियां)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