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C7DEB-09F0-2219-570F-6D50B34C9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AC1AC-B4CF-525C-0046-4397F8494E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F4DA8-C590-8DB2-34A7-BF29CE602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BC87E-23F2-2F11-4526-36854C4F4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91FF0-0DB3-4F4F-7606-6A874B66E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5611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9CA8F-421A-A2C0-4D70-DD893FCBF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E6505-E949-420C-CDAE-04C30D043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95DFA-55B6-E96D-56A1-9869BDF33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D7FFB-8D01-97A0-A675-92804ED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DB636-638B-BB22-A43B-06DA05782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5987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A8603-F14C-5AB0-823A-29E573B23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663CA-AC8B-73A9-8F14-50479D8AB8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BCCD8-7B7C-D27F-17E1-E6632DA08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4080C-20C2-6809-A0D9-8E43753F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DFBD1-7174-284D-8959-03E06ADAE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950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77AAF-10D9-1A08-AE09-A2A5246E6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41885-F1D8-C183-5B08-70019F2BAE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52228C-3124-CCDB-BDE8-DBF4075762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B128DD-B3E7-B602-FEAD-B1BE175B3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65FD40-B7EA-5856-E1FF-2AA2CA1C1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58328-7EB9-D3A3-81F0-01E786685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377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F5532-A398-1A57-5E1F-B74393375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42B85-C401-0600-EF5B-F76498D0E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67AD77-1283-1523-C31F-3EAE9FB393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8CEB21-3DD9-A2EF-B749-28262EB537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55B21-F5BC-C206-B9C4-FBEB0D29FC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621FF6-6272-4932-91F1-5E569749B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96E1AE-B3A9-54BA-DFE7-B288FD4A3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51FD1B-AAFB-7D6F-9AA6-AEE395AE3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8601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49661-AA9F-E8E6-393F-3EFD1D24B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5A62E8-6AAF-BEFF-1777-7724867F5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F3433E-E24F-02E6-B486-1C07C97CB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1DD0E3-7AA8-1AFD-CBBC-A5D8622C5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5718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65409A-5607-B337-9B12-33955BEA7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764425-901C-4888-B539-37FC81068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FE31C-6F69-BD46-A62B-7F1C7294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2366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50CF-F08F-ACFE-7DC5-CAF8183CB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166C9-21B4-4915-0E77-A9BDADD995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2F5163-FB27-EF30-EBC9-ECF4886C3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80497-430E-E54D-2E62-B4C5238C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8F9FF1-7D50-4C7F-1916-C09AF23F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DD0EC-E49D-3AED-C717-D3B7C1D88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905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6DFAE-244B-5828-B72D-2DA445BD2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EC8CB2-0DF5-BA9D-8BD4-6BB64891105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F59664-BE92-ABE1-8C6A-01F78F0686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AC46E-4F4C-783A-0DC7-6135DC289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7B1CC6-D64F-CE82-C337-5666CF2E9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2795C-3C4B-B737-C3F4-6233D8B8D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5590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21155-4CFD-DE32-D4C7-77A2B6C8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BAC60-6463-8766-D0EE-E7E99B520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5102A-EA16-9D2B-7BD0-6504D32A8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A1599-202F-2A29-FE55-F5BE4DAC4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182B5-85B1-D504-7104-02F9FBAEE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9796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B0808A-DD57-701D-9C5B-BA466B40DE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EECB7-181D-2E75-476B-A55D0A6950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4DD09-D29A-75D2-E703-19629B60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BA1A3-426A-788D-DBBD-0610B25B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51136-437C-951C-542E-919EF240D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494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FC42C-7FEB-A91D-4146-B39492CFE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1A381-9D16-82B8-7901-397428D2E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CF6F8-4B29-6784-891D-4DAB74B33A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D2B4A-864E-46AA-85D4-DAF700212CB2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CDEFB-C06A-3E2F-4720-1BB8CC9E19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172A3-D517-977D-AA81-3474619E7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A21062-10B4-4B5F-839C-6EFA3A8513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7662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AF5961E-A7AD-C834-93A2-D7556D63884E}"/>
              </a:ext>
            </a:extLst>
          </p:cNvPr>
          <p:cNvSpPr/>
          <p:nvPr/>
        </p:nvSpPr>
        <p:spPr>
          <a:xfrm>
            <a:off x="457200" y="304800"/>
            <a:ext cx="11277600" cy="6248400"/>
          </a:xfrm>
          <a:prstGeom prst="round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B475D9-18C3-A9A9-0DC0-657AF5D7664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500" y="584200"/>
            <a:ext cx="1651000" cy="165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4AB647-AE89-8293-01BD-195D9243ED97}"/>
              </a:ext>
            </a:extLst>
          </p:cNvPr>
          <p:cNvSpPr txBox="1"/>
          <p:nvPr/>
        </p:nvSpPr>
        <p:spPr>
          <a:xfrm>
            <a:off x="762000" y="24384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IN" sz="2400" b="1">
                <a:solidFill>
                  <a:srgbClr val="FDE68A"/>
                </a:solidFill>
                <a:latin typeface="Segoe UI" panose="020B0502040204020203" pitchFamily="34" charset="0"/>
              </a:rPr>
              <a:t>SAGAR COACHING CENTRE BHAGWANPUR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FC928-838F-07AB-4BB8-B7EFA7CD892C}"/>
              </a:ext>
            </a:extLst>
          </p:cNvPr>
          <p:cNvSpPr txBox="1"/>
          <p:nvPr/>
        </p:nvSpPr>
        <p:spPr>
          <a:xfrm>
            <a:off x="762000" y="2971800"/>
            <a:ext cx="10668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1500" b="1">
                <a:solidFill>
                  <a:srgbClr val="93C5FD"/>
                </a:solidFill>
                <a:latin typeface="Segoe UI" panose="020B0502040204020203" pitchFamily="34" charset="0"/>
              </a:rPr>
              <a:t>राष्ट्रीय आय-सह-मेधा छात्रवृत्ति परीक्षा (</a:t>
            </a:r>
            <a:r>
              <a:rPr lang="en-IN" sz="1500" b="1">
                <a:solidFill>
                  <a:srgbClr val="93C5FD"/>
                </a:solidFill>
                <a:latin typeface="Segoe UI" panose="020B0502040204020203" pitchFamily="34" charset="0"/>
              </a:rPr>
              <a:t>NMMS) • </a:t>
            </a:r>
            <a:r>
              <a:rPr lang="hi-IN" sz="1500" b="1">
                <a:solidFill>
                  <a:srgbClr val="93C5FD"/>
                </a:solidFill>
                <a:latin typeface="Segoe UI" panose="020B0502040204020203" pitchFamily="34" charset="0"/>
              </a:rPr>
              <a:t>कक्षा 08 • इतिहास</a:t>
            </a:r>
            <a:endParaRPr lang="en-IN" sz="1500" b="1">
              <a:solidFill>
                <a:srgbClr val="93C5FD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7D243A-444E-40A4-E97D-A8C6BBA2929C}"/>
              </a:ext>
            </a:extLst>
          </p:cNvPr>
          <p:cNvSpPr txBox="1"/>
          <p:nvPr/>
        </p:nvSpPr>
        <p:spPr>
          <a:xfrm>
            <a:off x="762000" y="3657600"/>
            <a:ext cx="10668000" cy="67710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3800" b="1">
                <a:solidFill>
                  <a:srgbClr val="FFFFFF"/>
                </a:solidFill>
                <a:latin typeface="Segoe UI" panose="020B0502040204020203" pitchFamily="34" charset="0"/>
              </a:rPr>
              <a:t>1857 की महान क्रांति</a:t>
            </a:r>
            <a:endParaRPr lang="en-IN" sz="38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E11C98-9B44-529C-7EEA-CD0A6FD214B6}"/>
              </a:ext>
            </a:extLst>
          </p:cNvPr>
          <p:cNvSpPr txBox="1"/>
          <p:nvPr/>
        </p:nvSpPr>
        <p:spPr>
          <a:xfrm>
            <a:off x="762000" y="4445000"/>
            <a:ext cx="10668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1600">
                <a:solidFill>
                  <a:srgbClr val="F1F5F9"/>
                </a:solidFill>
                <a:latin typeface="Segoe UI" panose="020B0502040204020203" pitchFamily="34" charset="0"/>
              </a:rPr>
              <a:t>प्रथम स्वतंत्रता संग्राम (</a:t>
            </a:r>
            <a:r>
              <a:rPr lang="en-IN" sz="1600">
                <a:solidFill>
                  <a:srgbClr val="F1F5F9"/>
                </a:solidFill>
                <a:latin typeface="Segoe UI" panose="020B0502040204020203" pitchFamily="34" charset="0"/>
              </a:rPr>
              <a:t>The Revolt of 1857)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5F8414-EA3D-4D19-25F7-0D2BA13D7B8D}"/>
              </a:ext>
            </a:extLst>
          </p:cNvPr>
          <p:cNvSpPr/>
          <p:nvPr/>
        </p:nvSpPr>
        <p:spPr>
          <a:xfrm>
            <a:off x="2921000" y="5232400"/>
            <a:ext cx="6350000" cy="71120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2B3CB-3686-2C98-F98B-51EADCB538BA}"/>
              </a:ext>
            </a:extLst>
          </p:cNvPr>
          <p:cNvSpPr txBox="1"/>
          <p:nvPr/>
        </p:nvSpPr>
        <p:spPr>
          <a:xfrm>
            <a:off x="2984500" y="53594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मार्गदर्शक: श्रवण कुमार 'सागर'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Sagar Sir)  |  sagarcoaching.tech</a:t>
            </a:r>
          </a:p>
        </p:txBody>
      </p:sp>
    </p:spTree>
    <p:extLst>
      <p:ext uri="{BB962C8B-B14F-4D97-AF65-F5344CB8AC3E}">
        <p14:creationId xmlns:p14="http://schemas.microsoft.com/office/powerpoint/2010/main" val="3683501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2806ED-F1E2-226A-3927-AF9503A8A40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EDD820-BE73-FD57-E4EC-FBD67915DA4D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1: बारूद का ढेर — 1857 से पहले का सुलगता भारत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Pre-1857 Background)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0086A3-D215-B00A-356D-584A6F329C4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6C3B6A-0FB0-B192-58A5-558DB2F73AB0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गुलामी की जंजीरें जब हद से ज्यादा कसने लगीं, अंग्रेजों की करतूतों पर मौत भी हंसने लगी!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C16EA9-3CFC-C17D-5A7E-38100392323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3F2B2F-DA8C-6D35-189B-5B51EAFF9D34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511600-DBCB-9A99-02D1-3CFC867CEE6E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Lord Dalhousie)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कुख्यात 'हड़प नीति'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द्वारा सतारा, झांसी, नागपुर का विलय
• 1856 में 'कुशासन'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Misgovernance)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झूठा आरोप लगाकर अवध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Awadh)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ब्रिटिश साम्राज्य में विलय
• भारतीय सिपाहियों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Indian Sepoys)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केवल 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₹7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मासिक वेतन, जबकि अंग्रेज सैनिकों को उच्च पद व भत्ते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4538AE6-0B02-DC3C-1FD4-6FD014C60870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ACECFC-C94C-F612-601E-7C23D9B54C38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हड़प नीति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के तहत अंग्रेजों द्वारा हड़पा गया पहला राज्य 'सतारा'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Satara - 1848)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20B0FE-FE40-FC14-BB51-1DDBE84CD2CB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842031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6849CE-0B55-0AC4-0C50-1BD4094B14B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919CD-684D-30E8-F817-1BC2B9EC7F9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2: आग में घी — चर्बी वाले कारतूस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Greased Cartridges)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का पर्दाफाश</a:t>
            </a:r>
            <a:endParaRPr lang="en-IN" sz="16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1834DE-8106-5434-523F-FD0F17CF639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73941-73EA-A1C9-FEBF-9CF89BAFA758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गाय और सुअर की चर्बी से जब बारूद को सनाया था, अंग्रेजों ने खुद अपनी मौत का फरमान बनाया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9E0827-9838-D1DF-1E19-F8178580BAE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39F2D19-ECED-09D7-0D93-C290BBB6B682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744A7-F9F9-51D0-D735-2E1365AACC0D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दिसंबर 1856: पुरानी 'ब्राउन बैस'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Brown Bess)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जगह नई 'एनफील्ड राइफल'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Enfield P-53)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लागू की गई
• कारतूस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Cartridge)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चिकनी ग्रीस को बंदूक में भरने से पहले दाँतों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Teeth)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से काटना अनिवार्य था
• चर्बी में गाय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Cow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हिंदू आस्था) व सुअर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Pig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मुस्लिम आस्था) की वसा से दोनों धर्मों में भीषण रोष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0FCBB94-EC61-1D92-0713-B869683DAF01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E946B-6474-3F47-D187-0BBD3FC0C527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महा-विद्रोह का तात्कालिक कारण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Immediate Cause) '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चर्बी वाले कारतूस'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Greased Cartridges)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ही थे!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4039B3-CBA4-DC1E-37CE-BB3932617BD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530782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A33439-72E5-79C1-6ABC-43CBF17FD50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8161B5-F068-BE85-B2FC-83FBD727393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3: पहला महा-विस्फोट — अमर बलिदानी मंगल पांडे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Mangal Pandey)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C733D1-045E-7864-2ABA-76BF7D112F76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2A3D6-614F-E962-7D26-0D135746F5A9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हुकूमत का गुरूर था, बारूद का वो दौर था, अंग्रेजों की छाती पर मंगल पांडे का ज़ोर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809D06A6-2955-E27A-505C-B7841CC2F85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A198A5E-CB84-8821-8154-D928959650D6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7F777C-5921-B3A3-72E9-0DCFFE2B8C95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29 मार्च 1857: बैरकपुर छावनी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Barrackpore Cantonment, Bengal)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खुला ऐतिहासिक विद्रोह
• 34वीं बंगाल नेटिव इन्फैंट्री (34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th Bengal Native Infantry)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सिपाही मंगल पांडे द्वारा कारतूस का बहिष्कार
• सार्जेंट मेजर ह्यूसन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Hughson)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पर गोली चलाई; 8 अप्रैल 1857 को मंगल पांडे को फांसी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Hanged)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दी गई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166E95A-4CF9-22EE-7B6F-4775A4B0D22A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2A4E3D-6C71-0901-4497-B7910766D73D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मंगल पांडे उत्तर प्रदेश के बलिया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Ballia, UP)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जिले के नगवा गांव के वीर सपूत थे!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1F3DC8-68E6-4043-8B40-8979C74578E1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18740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2D31C2-A866-7F5A-018B-22AD232A66F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24C8BB-0EAC-4AFD-6C1F-CEA6D8C8742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4: क्रांति का गुप्त संदेश — कमल का फूल और रोटी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Lotus and Bread)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2716A03-3629-5B7D-7A72-0CE6B833674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CDF208-0A7A-B0A4-634B-1B5F6D246433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चुपके से रोटी बंटी, कमल का फूल मुस्काया था, अंग्रेजों को भनक न लगी, क्या तूफ़ान आने वाला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882ABA-EB76-A5AC-9529-4D897041FEE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E9CFE73-D919-EF44-20CD-DABAB73B13B6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E9425-FDFA-8241-D67A-55729897C2ED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क्रांति का गुप्त प्रतीक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Secret Symbols): '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लाल कमल का फूल'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Lotus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सैनिकों हेतु) व 'चपाती/रोटी'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Bread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जनता हेतु)
• क्रांति की पूर्व-निर्धारित योजना की तिथि 31 मई 1857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Planned Date: 31 May 1857)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तय की गई थी
• गांव-गांव के चौकीदारों व गुप्त संदेशवाहकों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Secret Messengers)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द्वारा संगठन का देशव्यापी जाल फैलाया गया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C818DA6-045A-CF81-C9B6-B7C80C98998C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04BB79-1625-F859-200C-20E432BCE758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प्रथम स्वतंत्रता संग्राम का आधिकारिक प्रतीक चिह्न 'कमल और रोटी'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Lotus and Bread)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5B2962-63F4-99B7-5801-4DE995BD966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414324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B2CFF8-0C53-02C6-E149-061209DF800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D7E225-7FD2-FE86-21FC-8C86E9470BF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5: 10 मई 1857 — मेरठ का महा-विद्रोह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Meerut Mutiny)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और दिल्ली कूच</a:t>
            </a:r>
            <a:endParaRPr lang="en-IN" sz="16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773473-5A82-B756-B1D3-516BAAE6C603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9B1E6-DE92-2A69-D784-260A7A0553AD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मेरठ की चिंगारी ने ऐसा शोला भड़काया, रातों-रात दिल्ली जाकर अंग्रेजों का तख्त हिलाया!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delhi_red_fort_march">
            <a:hlinkClick r:id="" action="ppaction://media"/>
            <a:extLst>
              <a:ext uri="{FF2B5EF4-FFF2-40B4-BE49-F238E27FC236}">
                <a16:creationId xmlns:a16="http://schemas.microsoft.com/office/drawing/2014/main" id="{53F9EE72-83B5-79DB-F6BD-1DDD52983F8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0394879-E437-CEDB-50BF-798F55AA7CAD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9D9E6-57C4-0583-780F-AA16352E7FB1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9 मई 1857: 85 भारतीय घुड़सवार सैनिकों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Cavalry Soldiers)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10-10 वर्ष का कठोर कारावास दिया गया
• 10 मई 1857 (रविवार शाम): मेरठ छावनी में खुला विद्रोह, जेल तोड़ी गई, 'मारो फिरंगी को' का उद्घोष
• 11 मई 1857 की सुबह यमुना पुल पार कर दिल्ली के लाल किले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Red Fort, Delhi)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पर ऐतिहासिक अधिकार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9DF33-EBD7-FD60-3D2E-538369DCDCE7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3E798-AD67-87DC-AF29-A50313D6EACE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स्वतंत्रता संग्राम की औपचारिक शुरुआत 10 मई 1857 (10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th May 1857)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को मेरठ से हुई थी!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07B080-96FD-EFDC-7C28-EDE4379279E9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123127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A5BAC-6077-9974-6F84-9F74F9E28C3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1C127F-82D9-39FE-4CEC-D773770C1128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6: लाल किला और 82 वर्षीय शहंशाह — बहादुर शाह ज़फ़र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Bahadur Shah Zafar)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A3B097-F72D-1175-2FB3-2361DB295BBE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8DDDAC-F4ED-9882-6645-50D28E4CBC82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उम्र 82 की थी मगर, सीने में हिंदुस्तान था, लाल किले की दीवारों पर फिर से आजादी का ऐलान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bahadur_shah_red_fort">
            <a:hlinkClick r:id="" action="ppaction://media"/>
            <a:extLst>
              <a:ext uri="{FF2B5EF4-FFF2-40B4-BE49-F238E27FC236}">
                <a16:creationId xmlns:a16="http://schemas.microsoft.com/office/drawing/2014/main" id="{3470ED73-A102-317F-B173-6E47EAF4DCB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4AE7B9-3B2D-537E-525A-124BD6143E43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11B60C-2449-BD78-0489-571F61454B1E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82 वर्षीय अंतिम मुगल सम्राट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Last Mughal Emperor)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द्वितीय को क्रांति का सर्वोच्च नेता घोषित किया गया
• क्रांतिकारियों ने उन्हें 'शहंशाह-ए-हिंदुस्तान'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Emperor of India)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पदवी से नवाजा
• वास्तविक सैन्य कमान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Military Command)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बरेली से आए अनुभवी सैनिक 'जनरल बख्त खान'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General Bakht Khan)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सौंपी गई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2E6C03A-6CA1-E05D-C192-FB18A0F2F402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06831C-DA4F-6470-4E3C-D777FE2B9591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विद्रोह के बाद बहादुर शाह ज़फ़र को हुमायूं के मकबरे से पकड़कर 'रंगून'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Rangoon, Myanmar)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निर्वासित किया गया!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1D47B-7A59-256F-908D-6C0D773140BB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7050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1C4A6C-06DB-10ED-3274-345B2EF5859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0374F4-EE3F-A34C-C9AC-C4FEC14F5F47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7: खूब लड़ी मर्दानी — झांसी की शेरनी रानी लक्ष्मीबाई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Rani Lakshmibai)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91B9D32-0C4B-086C-AF03-DE8CE6597647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8A77A-2A50-C466-D9B8-A6BE4E023188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सिंहासन हिल उठे राजवंशों ने भृकुटी तानी थी... खूब लड़ी मर्दानी वह तो झांसी वाली रानी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rani_lakshmibai">
            <a:hlinkClick r:id="" action="ppaction://media"/>
            <a:extLst>
              <a:ext uri="{FF2B5EF4-FFF2-40B4-BE49-F238E27FC236}">
                <a16:creationId xmlns:a16="http://schemas.microsoft.com/office/drawing/2014/main" id="{C6FE0978-D2C6-818E-0DA9-F1277FCC2F2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7BCDF5-6FD1-541E-750F-48AE793BC46B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132ED-E83D-99B0-3FCE-8DCF98C8BAC8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द्वारा झांसी के अवैध विलय के विरोध में सिंहगर्जना: 'मैं अपनी झांसी कदापि नहीं दूंगी!'
• दत्तक पुत्र दामोदर राव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Adopted Son: Damodar Rao)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पीठ पर बांधकर रणचंडी बन अंग्रेजों के छक्के छुड़ाए
• 18 जून 1858 को कोटा-की-सराय, ग्वालियर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Gwalior)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लड़ते हुए वीरांगना ने अमर बलिदान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Martyrdom)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दिया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DCC065B-90EC-284C-19ED-E98068B350C4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1ACDE-BAD3-9FFE-286C-E6F01171B9E2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ब्रिटिश सेनापति सर ह्यूरोज़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Sir Hugh Rose)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ने रानी को 'क्रांतिकारियों में एकमात्र मर्द'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Only Male Leader)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कहा 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3F00E-C7F0-4F27-03FE-DEDA40C08E4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79100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47982-BCBC-B336-04C6-E395F0856E5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FA8FA9-6324-5082-C267-F0A91E09CAC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8: बिहार के 80 वर्षीय बब्बर शेर — बाबू कुंवर सिंह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Babu Kunwar Singh)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306AC56-4D85-54D5-4AF6-B78A0FF4584A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C9376B-7B1B-F63D-93E6-F1492B23CB40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अस्सी बरस की उम्र में जागा जोश पुराना था, सब कहते हैं कुंवर सिंह भी बड़ा वीर मर्दाना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kunwar_singh_ganga">
            <a:hlinkClick r:id="" action="ppaction://media"/>
            <a:extLst>
              <a:ext uri="{FF2B5EF4-FFF2-40B4-BE49-F238E27FC236}">
                <a16:creationId xmlns:a16="http://schemas.microsoft.com/office/drawing/2014/main" id="{5F0BB16E-3AC7-B2B5-E74D-1F44F95B484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7D49510-3CE1-6C19-FBCE-9B10A00184FB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05126-FE05-DD87-5DD5-D651E1AA5591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बिहार के जगदीशपुर/आरा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Jagdishpur, Bihar)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80 वर्षीय बाबू कुंवर सिंह का अदम्य शौर्य व छापामार युद्ध
• गंगा पार करते समय गोली लगने पर अपनी कटी कलाई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Hand)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मां गंगा को समर्पित कर दी
• कानपुर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Kanpur)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नाना साहेब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Nana Saheb)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और गुरिल्ला युद्ध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Guerrilla Warfare)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उस्ताद तात्या टोपे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Tatya Tope)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पराक्रम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F26667-DE11-4011-7C31-8BBD5E34381F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57D31B-A261-FEB1-C06A-41F6EF7D11C2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तात्या टोपे का वास्तविक नाम 'रामचंद्र पांडुरंग'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Ramchandra Pandurang)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DD8A5-BB30-EF20-B6DD-0D3F71FFA03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623958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A46A57-08DD-543A-B6E4-D166DFFBEBA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F3EFB-42B9-4F4D-C12A-5CEEA3F9E8E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9: परिणाम और सीख — ईस्ट इंडिया कंपनी का अंत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End of Company Rule - 1858)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30F2DB7-380F-EE26-A172-431D2EA37306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D79105-BC77-7BD2-C4B0-A81F165F5145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हार कर भी वो जीत गए, आज़ादी की नींव सजाई थी, 1857 की चिंगारी ने 1947 की अलख जगाई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E35DA99A-52C2-0424-3FCE-82FE728FE04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E4834E1-78E5-7CBE-5AAA-DB04DC848976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FD3AA0-2FE4-7B04-0767-6AEB49FDA68A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1858 का भारत शासन अधिनियम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Government of India Act 1858)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ब्रिटिश संसद में पारित हुआ
• 100 वर्ष पुरानी ईस्ट इंडिया कंपनी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East India Company)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शासन समाप्त; सीधा नियंत्रण ब्रिटिश क्राउन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British Crown)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अधीन
• गवर्नर जनरल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Governor-General)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पदनाम बदलकर 'वायसराय'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Viceroy)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किया गया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CB2EB4E-C9C6-B2AF-799E-A54B65C68563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9B0198-E27C-0469-68B9-099B95C542D8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भारत के अंतिम गवर्नर जनरल तथा प्रथम वायसराय 'लॉर्ड कैनिंग'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Lord Canning)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बने!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261667-C35C-0808-B007-D9935B1E9F45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998531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D1F9C1-B0F3-EFAE-C548-D3282164539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BE9CE0-B5B7-9246-1FC3-62F3B888F841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#1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All India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12C7ACD-0F99-0CDC-FF57-A36CBB08203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37773C-5156-1E5D-4E83-E541DBB55A52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1. 1857 की महान क्रांति का प्रथम बिगुल 10 मई 1857 को किस छावनी से बजा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254E1D-F840-3EA7-BC7C-F43A006E3179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2A85FA-DAB8-26A0-C134-DBCA22749C21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बैरकपुर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FF88C6B-A960-2DAB-70DC-C998AC524B6B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7E8FAF-FEE3-6663-9D93-737AEA1DC7F0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मेरठ छावनी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28D4A1-B38C-AD35-3397-81CFEF884AD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9A8A6-79B7-714D-BE38-73BB40784F6E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दिल्ली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FF71BAE-C3F9-8677-A3AA-59F36C4AFB7D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A75AD3-0DAF-37D1-140B-141CA1726B5B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कानपुर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BA00B55-3BA9-D9CC-8D07-21FFD807A1EB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2A0FE2-3C58-8538-D7CC-4B09593282C4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EFA8FD-7BDA-D23F-EB83-E502984F4CE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264511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CABE8C-CA27-EE77-3B31-B4581FF0FC7D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9D18F5-9E1D-DFE6-C48D-9B66ABF7F24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#1  [All India NMMS 2023]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61608C-3AD5-6630-4E21-570B0081A40F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94F4BF-0EEE-3AEC-EBF3-7460FB1AB5A9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1. 1857 की महान क्रांति का प्रथम बिगुल 10 मई 1857 को किस छावनी से बजा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BB9259-AF31-3D4A-EBD3-C315414D42A7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42410-4AE3-CD37-DCF5-C5E776F25940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बैरकपुर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C5A35B-A73E-4A0D-F027-2994E04224EC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646E3-C997-8341-1043-CC28458D27B7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मेरठ छावनी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3B465EF-97A6-16BA-C2FF-867254643A4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CFA5B-EF41-1E08-29F3-1B0F9AD2A11F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दिल्ली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1181DAB-B116-1409-B69A-95D3F1E864EA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DBF491-706E-EF34-D8AF-5208BE36E215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कानपुर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7992C3-4763-4263-99DB-554F79DCBEAE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097698-0C6A-9CED-B2F1-0C982ECEC1BD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1C64EB-18A2-F4F7-D50F-96ADF15532AE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10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मई 1857 को मेरठ छावनी के सैनिकों ने खुला विद्रोह कर 'दिल्ली चलो' का नारा दिया।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B45034-F3FD-B1B1-694E-8310C03DEF2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990107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9D65CE-E1E1-9BFB-DDDC-E3BF73A0019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BF314-5D72-4B57-947E-09892F1046D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#2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2022]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6C9BD49-1ECE-90B0-8A0F-00FFCE87F2ED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E5F87-C074-BB42-174F-13DCBBD7011C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2. 1857 की क्रांति के प्रथम बलिदानी सैनिक निम्नलिखित में से कौन थे?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FC7FE9F-4275-FBA6-EAE8-E3EFB9555E1E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38ECD9-EFF6-CC48-FCED-0BA35B5A12A3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तात्या टोपे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43AB469-48BE-3236-3E8A-9A5339D2A2F3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C5752-9880-7B2F-3C69-99459A68B8E7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9518E30-E716-F7AD-8AEF-41725F3C75BB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5DA220-ABD6-F223-5A2E-229920DE6612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भगत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3AD5DB5-8D21-6275-7D26-67366DB8B526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D1CFD6-195C-8395-910D-885F697AE85B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वीर 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E0C81E-0765-36B3-C868-E2F535AD5F9F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892D5B-6EA7-AAE0-7249-86CCA01003A0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97BFA3-5B1E-3A3B-C889-653E95A85621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409996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28597-4168-F718-E49C-B15CA8D3928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26138-8345-AE84-16DC-26957C1DBF48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#2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2022]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E451C6-4DCA-1B4E-EAF9-03E568C29A15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477047-B409-2170-3CEE-6BF9A75860AC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2. 1857 की क्रांति के प्रथम बलिदानी सैनिक निम्नलिखित में से कौन थे?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DDDF77F-3283-F485-C9A0-5A5B8F8B85CF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1148B8-6678-BD20-0939-275EDABD8DF1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तात्या टोपे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94A87F-2957-D156-7F4A-EEB91D387D82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DE0C0-175A-94CE-164C-42FCA43D904E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A4CCFA1-44EA-1CAA-DC23-7693ED15E7FB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ED83B1-78CE-380A-16F0-CC0664AB33B5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भगत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A3A8357-DEAD-7EF3-E565-C0F47CAB9230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6DE522-1EF2-C241-F40B-347C3E6CB7EE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वीर कुंवर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A3AAC60-451B-919E-7708-D82C2B32A4AF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01648-396B-A38C-097C-466625C5E813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AE2D6B-A678-FEB1-974A-4F00E5FA9B61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बैरकपुर छावनी के 34वीं इन्फैंट्री के सैनिक मंगल पांडे को 8 अप्रैल 1857 को फांसी दी गई।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061B6E-1082-6649-8C7D-B26748C221E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672099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926760-9343-715B-9478-5E58CB3C25A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336A6E-08C0-AF35-F75B-EC74928CD9A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#3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UP NMMS 2024]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EF44E9-3FDA-6894-2DB9-40E5325CD3DE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BB6363-5EFC-BC92-1377-DA1FAD06CC7C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3. 1857 की क्रांति का सबसे प्रमुख तात्कालिक कारण (</a:t>
            </a:r>
            <a:r>
              <a:rPr lang="en-IN" sz="1650" b="1">
                <a:solidFill>
                  <a:srgbClr val="FFFFFF"/>
                </a:solidFill>
                <a:latin typeface="Segoe UI" panose="020B0502040204020203" pitchFamily="34" charset="0"/>
              </a:rPr>
              <a:t>Immediate Cause) </a:t>
            </a:r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0EBFDE-3480-FEF6-B5E6-FA85F142A082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39ABF0-CD18-70DB-0D0F-7896762666A8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चर्बी वाले नए कारतूस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4094167-602A-9858-A7D2-C73FC0908A4F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A67980-1619-67C7-F731-79E4CD904E48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भारी लगान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363F82-46A5-D781-4B47-2838AEF3C012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F4B90C-4C0D-B207-2226-CEBFDF0437C9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सती प्रथा का अंत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E899795-1EF6-856A-9FA8-E89C70F78A9C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C6CE8A-D327-8D06-14E4-3B64BF45B7A4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रेलवे का निर्माण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DC52F9-CE41-52F5-C8FC-5784089E4931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467D3A-ACC8-B6E8-50B4-364D40392E5B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CD2D55-1CEE-706D-1CDD-39A4CED45DC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119990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4CAEBA-B37F-D83D-968F-1675E6A7C29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C3B53-9308-4C98-4891-8530AD5E568C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#3  [UP NMMS 2024]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2D3B051-22D8-7F33-21C7-EBC63700920D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6E2C9-0C80-C6E3-E956-445DACFCC5A2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3. 1857 की क्रांति का सबसे प्रमुख तात्कालिक कारण (</a:t>
            </a:r>
            <a:r>
              <a:rPr lang="en-IN" sz="1650" b="1">
                <a:solidFill>
                  <a:srgbClr val="FFFFFF"/>
                </a:solidFill>
                <a:latin typeface="Segoe UI" panose="020B0502040204020203" pitchFamily="34" charset="0"/>
              </a:rPr>
              <a:t>Immediate Cause) </a:t>
            </a:r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CBA29C-E752-E448-0289-27F20038948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7F489-0EFE-87EB-53A9-61C7F1D8BA94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चर्बी वाले नए कारतूस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421DCA9-5422-EC46-9598-BF7EED8994CC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0CCCD8-1123-C39C-EE57-9CE8062EA192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भारी लगान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D6FF1D1-397E-1989-5A2D-3F9622FA464D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D91D7-307D-9B6D-7CF5-7865E007BA09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सती प्रथा का अंत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E58DAC5-D698-9A69-246F-7134951502C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3C0441-E567-75BD-3A86-5306F9649405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रेलवे का निर्माण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2226F4-E746-6D18-2C4E-463474569D66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123EB2-C71F-093F-A97E-56E7CA8281B7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8AB45-9A4E-5F18-91D3-71DB5C81F866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एनफील्ड राइफल के कारतूसों में गाय और सूअर की चर्बी की बात तात्कालिक चिंगारी बनी।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98A6B-D1CD-8DD1-F1AE-588C04CD140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609605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947B93-59CC-A74A-4512-579897137A2D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F304B6-1B32-28DC-2897-166FCD31F6DD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#4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MP NMMS 2021]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8CE4884-D647-7027-4AC7-77962C822673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AA932B-2979-259F-5A72-C427B29DB28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4. 1857 की क्रांति के समय अंतिम मुग़ल सम्राट कौन थे, जिन्हें क्रांति का नेता चुना गया?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F4A987-4A37-95E9-F930-22BFAB412CC6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2DFDC-C374-CCC1-4890-6A1A86177D00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शाह आलम द्वितीय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9E1B18-676B-2E63-31C1-32779EC3EBA0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8BC7BC-0A86-D0E0-5487-898C1528E805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 (द्वितीय)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D26B8D-C41F-C348-F951-6D2BAE59B11E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8E3EAF-1673-8C65-39C7-DCE886024361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अकबर द्वितीय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27D4EB-ABEA-794E-A0CA-80BC439B92B9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00A75A-F482-0DC7-595D-BC24636A272A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आलमगीर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EFE0813-6C65-579F-65EC-9C28B3821B4E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231E9A-87EE-00F7-29ED-5A2F8DCC8F2C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A95F7B-7DFA-B893-92A3-66E5C57CED79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752519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0F80FE-503E-D6F1-908B-B7475ECEC3B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56BD3C-EC54-652F-E9B7-6E41B3C78C0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#4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MP NMMS 2021]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FE424C6-6626-51FB-3D75-EBCE4C9460CB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10B40-6836-F933-ECFE-02082DBFC36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4. 1857 की क्रांति के समय अंतिम मुग़ल सम्राट कौन थे, जिन्हें क्रांति का नेता चुना गया?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78C255-2EF1-3800-87DA-4AA6CA6159B0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46799-997D-0454-9F35-BFE40413CDB0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शाह आलम द्वितीय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3C8424-DC6D-5A36-BC57-310AA342575F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6C823B-62E3-2864-AEBA-F2E9215EAD94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बहादुर शाह जफर (द्वितीय)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C07317-3357-BA29-8E75-51073E4E9183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1176BF-5834-59EF-6639-39AB2F5E360A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अकबर द्वितीय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D1F8BC4-41D2-612B-D219-B058EEFE5722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811203-25DF-52A9-AA28-7EAC1A699BDA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आलमगीर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5C5D4B-548F-867C-4E4C-87CFC6A34D01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C19DF-C36B-8F77-6F3A-01A801DE9BD6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ED7F78-E572-050F-2D37-5597F3F555E6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विद्रोहियों ने 82 वर्षीय बहादुर शाह जफर को भारत का सम्राट घोषित किया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66DA84-3414-3289-8A86-AB988A27123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1076771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2C0711-06BE-B8D4-9180-2D5FFC196F0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7B30E1-1C2C-9176-3D1C-4A5D207E2952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#5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2024]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49611E-C310-6E20-7854-B7093FA3A5DE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6AD347-FC35-641F-2AFF-1E60D0BA132F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5. 1857 की क्रांति में बिहार के जगदीशपुर (आरा) से नेतृत्व किस वीर योद्धा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0E1727-10DE-244B-D1DB-92E885B42918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83BA3-2ABE-AECE-FAB0-EB27E802B785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नाना साहेब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621CC1-53E6-DCB2-FDEA-A331406E2044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20E781-511C-CF1E-BFE7-7C46E4FD34F3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बाबू वीर 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FE8DD71-D44B-4CDC-E515-8CDC204F591D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5CC5C-385E-4C2B-2006-19CF8460A7D1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खान बहादुर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462ECCC-18B5-B6F7-7677-1959D315CD1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B106A-19B1-E3B7-FD63-BAB46B7A8E98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लियाकत अली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6F33D56-F908-B8EA-9C86-053029E3BD64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5D66D7-0E78-9033-4D95-1E6D68C89301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DA24C0-6C3D-2BB2-5B2A-39D91926088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320638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D8B2F7-B767-17F3-5CE1-7C60C6F02F2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BA0867-51F6-8FEF-2B83-014A9040DEF5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#5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2024]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D4BA21-652C-9828-C688-85B9619AB9D8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FE154A-6C1E-BAB0-9EF7-D2F5CC64C5EF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5. 1857 की क्रांति में बिहार के जगदीशपुर (आरा) से नेतृत्व किस वीर योद्धा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F2BF9-D319-2C99-3728-6A31565E1B85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04413-90DB-36AE-0F3F-5CA29735B477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नाना साहेब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411D4E9-CCE3-7626-7794-B399DD2DE829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29DBAA-A8A2-25A0-E063-3F9556B369DA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बाबू वीर कुंवर सिंह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C5C8A7-E7D3-1FB7-51C8-0AB6EE205D0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EF9FBD-1119-A545-D699-14FAE5426CBB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खान बहादुर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70877-B9DE-F783-9259-874CED781F67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BCF3C2-E355-D593-07F2-43E3538AF3A8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लियाकत अली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EA3B9-7FD8-0B25-30CA-B0F437466EB6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F9F4F7-6A8A-4DB6-6E3F-9FCD0E01E496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1C7FAE-38AB-A303-9C9B-69991462C2EF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80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वर्ष के वृद्ध बाबू वीर कुंवर सिंह ने अदम्य वीरता से अंग्रेजों को हराया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656935-E8B8-4957-F8B2-2DB26A02ED2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663224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055197-8462-0C17-44CB-B3FC5C7C2EDA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5E9CC5-4FED-8A21-5B39-E5410C3EEAAC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#6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Rajasthan NMMS 2021]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869BFA-131F-AB50-537F-FB6AAB12CB0C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33A72C-D09E-667C-BFB2-E3AC609C68BA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14CF88-6045-A78C-A839-F50F0F0162C1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AE18EE-5B2D-6445-7857-FBAB2DD26DFD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मनु (मणिकर्णिका)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0A56A7-4375-C0DD-A326-745A903D228E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8B5E5D-B0F3-CF89-75CB-31C881C25C67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पद्मावती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B932652-8DFA-C675-49B2-D7B7935734A6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63A692-06C7-2582-E58A-C0703903CCEF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जीजाबाई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B117191-EF99-9C22-560C-18E83001523A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F519F-E000-45A3-CAD6-3B1DBF519EEB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अहिल्याबाई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0D341FD-489D-9255-D7B8-4DD69A1668C7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72B32-EEA9-9F17-BEA3-D2B439E2640F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FA8EB-AB14-3383-2DD8-5AA83925CE6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038283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7615FE-312F-ED15-4773-77AA5D5A404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A023A-BCDD-24C5-B64D-05EC6FB5B73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#6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Rajasthan NMMS 2021]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86D5D21-3311-90D5-25B4-03801DE73EB6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7501F-D298-0D55-A7B9-02B2BA0DF91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9CA98F-EAAB-2597-8DEB-6614D234D39A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EC9850-D10A-4EA0-2C72-DB45C6ED06AA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मनु (मणिकर्णिका)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E918CC9-AFAA-2AF5-9665-94724987DD9C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5EB6AB-86D6-FBA5-0ACC-16EA438D4069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पद्मावती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CE0AD1-48FF-4202-83B8-CAC0D258AA9E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07E644-2F1A-0108-F319-99D72DA32689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जीजाबाई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BADD17-4F4D-18DC-5BC6-63E596B2ECBC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42F5FF-AFCB-EF13-97E7-1AFF1EFA4AE6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अहिल्याबाई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4D94F2B-9AE2-E110-9E6D-BDCC420A5BC4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8744E6-CC2F-6B0D-F9B4-E2C0049404B3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14CEFE-62B1-89E9-456C-4406A9A2F885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रानी लक्ष्मीबाई के बचपन का नाम मणिकर्णिका (मनु)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C943DC-84F7-65C5-BF7F-13DE356EDF3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6473948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BDC255-789F-D41A-3481-8F864A31390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288142-39F9-EC64-C4A6-D678E9E5E7E7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#7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Haryana NMMS 2022]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332D8B7-DEE0-04D8-2B90-6AEB3D3A363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31266-6838-E8EF-CFDB-95F57BA56790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7. 1857 की क्रांति का प्रचार करने हेतु गुप्त प्रतीक चिन्ह क्या तय किया गया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0BB720-FF51-EBF9-C41A-427C6BAF3E18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961060-0A00-DD0A-64E9-2028BE3BE31A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तीर और कमान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41AEFD-A8BB-8160-62DD-4E466CCDA484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4DC20-480E-2020-EB1D-0BDE4CC9CBEB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कमल का फूल और रोटी (चपाती)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01E3084-28E5-B861-A825-F90F05817A49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A29570-F2FE-451B-B124-B8E83FDAD539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तलवार और ढाल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EDA332A-F83A-5F40-20FA-B8CBF2A06D55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B518FC-6AFC-B423-D45C-A8A22AA72A0C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तिरंगा झंडा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27AE07-93BB-74BC-6689-87D1F952F18F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9790D-CD4E-CF83-8EE5-BF7B2AA33DE8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D78E55-4B19-1524-D891-C0003F199189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796367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62AB1B-7A64-9BB8-8FB8-4A31FDEE0F6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7B7C5-D191-6E88-A3AE-D05AEE42B47F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#7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Haryana NMMS 2022]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6E8D606-AF64-FB9A-18CC-E1739D6D9EFB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1B2AF7-F102-31DF-56B9-283226B70DC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7. 1857 की क्रांति का प्रचार करने हेतु गुप्त प्रतीक चिन्ह क्या तय किया गया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BF2ADF-0044-38E8-2E03-B3F786EDAA59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3C984-C792-9EF8-1449-F14A455349FE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तीर और कमान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E1CFD19-1036-88AE-37CC-2108553EE067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30BE55-F54A-3C06-FCA7-27D9B51F60EC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कमल का फूल और रोटी (चपाती)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E43162C-A2C9-0CB0-5DB6-6489F7D5E8C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ADF8CD-E39E-CAA3-B585-7F9E8C54595B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तलवार और ढाल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0E8A500-59B5-0B39-8DAA-9ECCB819F47A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A526D2-E9EB-790B-5E38-8AA6E4B0A2AF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तिरंगा झंडा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C841B7-4291-31BF-6559-8D585CA878AA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5E8143-BDEC-FAB8-7523-5A1BD716E8F0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F880CF-752D-AFF2-8891-1693D6B27E91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कमल और रोटी गांव-गांव क्रांति का संदेश पहुंचाने का गुप्त माध्यम थे।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7A7E64-B15A-6CCC-8AC5-50FA838BC02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5478373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4AED6-1324-A931-22A1-5200A9D9260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2074B-2CBE-F9FF-A36C-FE6308159CD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#8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UP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3E7C77-DEC7-F2EB-C783-72869B96C7DB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CDDE9-667A-5F5D-EB45-CA2C716170AE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8. कानपुर में 1857 की क्रांति का नेतृत्व किसने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3C6097-AAF4-2ADD-8E66-2AEDE464E41B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7336E7-7336-19D9-A81C-52AC2925D1E7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नाना साहेब (धोंधू पंत)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FD47E0-A0FC-BE05-E750-1E25BE0652CC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00C0B7-94B8-3B27-4529-CFAABB3EF89E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1A22267-2379-E1D2-6A16-EF7829271FB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9150-9451-3E8C-453D-5831834ABF7A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463C965-84C0-5B78-1AD0-C2242A80799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E47594-E6A3-EDA5-1936-CF378B85A9E8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AE3765F-2B8B-D02C-AD06-F3E8F89A2011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7F9C00-6361-4637-6CB4-BE8B9C6A63E2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7E74B-3BAC-3413-EBE3-822533E4845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50453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F4EB92-9C20-90E8-6C10-591D12DF6CF8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4A7473-9032-157F-A106-67426D23CE0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#8  [UP NMMS 2023]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B56F23-C9AD-7AAE-EB27-F7F7D7C4397C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175B6-F521-9D1D-A397-DB48BFF06C86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8. कानपुर में 1857 की क्रांति का नेतृत्व किसने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BDC8B63-EF38-25A7-D03A-1F0F72C7210F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5B668-AFFD-2AF3-C808-620FE76FFD7F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नाना साहेब (धोंधू पंत)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15E03A-E04E-3E53-3569-7DCE2E24CE4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1A9AD-432A-10EE-F7E9-C98E55CAF1D0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बहादुर शाह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F4F64E7-64B6-22C5-1BEA-729EAF976907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BF6891-FE78-53FD-1B0F-9B438A1F2679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E803B2-FE90-C9C7-93F4-7B22D9F3BA2A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79A311-F66C-0881-2C1C-43386D908664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कुंवर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0813BCC-F109-0B1C-0FD1-D0DA4DC1C117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A8025-9A44-2F08-B7C5-98E1AA18DC0B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5AD973-74A7-9473-2FF6-DD4027F677EE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पेशवा बाजीराव द्वितीय के दत्तक पुत्र नाना साहेब ने कानपुर से नेतृत्व किया।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95CF6F-0D6D-AE5A-E470-F4480494633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288110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071D3C-1C28-286F-AAE3-B24153960D4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9D48A-4283-B23D-2F6A-2812157C36D8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#9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Rajasthan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A64A8BF-971D-6240-D0AA-0C5075DDC1CD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774E4A-0D83-4DDD-9730-6325BFA91FE2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9. नाना साहेब के प्रसिद्ध और वीर सेनापति का क्या नाम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FAACAC-0604-D069-B611-70A4B00DA83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D55142-74CE-D2A3-FD32-FCEFF3EA3F2A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तात्या टोपे (रामचंद्र पांडुरंग)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FD1DC8-DAF3-FC20-836E-AC3AF215A2D7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D7DD2-C697-37C6-6F33-F16CB0C90D3D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8E787B5-9683-6280-2033-B0E32075A1C4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5DAF2-FAA0-3A28-44B6-A1E3C6DD31EA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बख्त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D5A26A7-5518-83EB-14D9-3E9F00E3FC43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86312F-8386-E012-0C47-794B385C355F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हकीम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EC19D5-C2C4-A7FF-D63C-FC1139A4491E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854A99-F134-4C81-D1C9-FD712D642723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65A8E0-4B82-BE7E-191E-69045DF517A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477043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192CBC-4F14-F584-A48C-BD296185DB3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E6F05C-118C-3637-6BAD-C0A5FCC2643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#9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Rajasthan NMMS 2023]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9B3DD3-80B7-8FEE-02C1-0C39D28BB661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C636F-5274-8099-4C89-D225A73AF0CC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9. नाना साहेब के प्रसिद्ध और वीर सेनापति का क्या नाम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774CA08-C642-7A45-468F-F153DEBB2EAF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336C7B-FB2C-EF8A-D4AC-CC6A360F7F51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तात्या टोपे (रामचंद्र पांडुरंग)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CE31D28-09CB-E955-C994-47015F74B7E8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0F8AA-BD2F-B89C-22CA-A8B767C0604B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BD5D11-4E5C-6CE5-D94F-639ED097D684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DB80B3-9917-CDC1-D3F9-D7ABFF0FB82F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बख्त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4A7A21E-8F58-C405-66E0-0DECB2AACA72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64829C-04C4-7B02-9609-47AB0A110A20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हकीम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DC8FD97-EFE4-909D-15F4-5443483C839D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50ADF5-36D5-48CB-4F6A-DB3A780AD828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E9CF5D-08DD-CC03-14D5-79C546040DF5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तात्या टोपे नाना साहेब के मुख्य सेनापति थे और छापामार युद्ध में निपुण थे।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6FC93B-B916-2D48-B0DD-C7307980401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69589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32B520-97C7-ED93-CEB1-CDE74F3565D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142D9F-9981-C19E-8864-63D4714C213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#10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FE091F-D18F-A344-87A9-C26A8D64102A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FF7FD6-2248-5F3E-C794-FF6282D0A613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10. लखनऊ (अवध) में 1857 की क्रांति का नेतृत्व किस साहसी महिला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3B3880C-E303-142D-C950-51BB5D08E54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D29D7-1486-4DED-E83F-7DD07A56BD33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A3D0597-BFF6-DC8E-78AF-B0B953C342B9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BA2A6-2C1D-93C2-4AF1-0A832E38DCD2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बेगम हजरत महल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CB6FC95-2F33-277A-D36C-977F641950B2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E28139-9240-A378-BA92-09552DEA8022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सरोजिनी नायडू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678100-EF91-B4C9-EBEC-6E06312A8F57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5549A5-5277-8B09-BFA8-CECB00E16926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एनी बेसेंट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CDBEB5-53C2-2722-DA1B-EF104239B871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71E4F2-E12E-18F1-C433-F8195B467041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464847-EC64-A6EA-D7B9-CFD72B081629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2048792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7524D8-D8DC-0289-6436-B7D551EC8EA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ACEA81-2260-28B4-D52F-E8D6E0B4C0D1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#10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2023]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67F76D-1B3D-6E1F-BE1D-D9EB7FF1988D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11358D-B1C1-8C0D-998F-C577E77F89C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10. लखनऊ (अवध) में 1857 की क्रांति का नेतृत्व किस साहसी महिला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140BE7-C417-469F-6105-913701FC0F8A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0D13EA-9B2F-B5E1-EDCF-117BBE1E5ACF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18549-AF87-4012-F2EF-78358375978D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C7903E-1515-941F-404F-54A7F3506E75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बेगम हजरत महल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CCE94C5-E677-8426-81C1-EAF81F26F29E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56E7E9-C48E-3515-1F38-122DA118F07E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सरोजिनी नायडू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4134C3-649A-67A0-6327-E482063AAED0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B7F8DE-9B4A-DAC4-7A34-1AF34F151FB8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एनी बेसेंट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1D998E8-B663-7D97-4670-CD6F802847AC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180DB8-D2C6-90B9-F893-1C9BFD19ED39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B55DCA-D2FE-BADF-F760-217AD60AA992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बेगम हजरत महल ने अपने अल्पवयस्क पुत्र बिरजिस कादिर को नवाब घोषित कर लड़ाई लड़ी।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DD894-5C82-C783-ABF2-E28CC8B52FC9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58157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3290</Words>
  <Application>Microsoft Office PowerPoint</Application>
  <PresentationFormat>Custom</PresentationFormat>
  <Paragraphs>220</Paragraphs>
  <Slides>30</Slides>
  <Notes>0</Notes>
  <HiddenSlides>0</HiddenSlides>
  <MMClips>6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Sudhir Kumar</dc:creator>
  <cp:lastModifiedBy>Sudhir Kumar</cp:lastModifiedBy>
  <cp:revision>1</cp:revision>
  <dcterms:created xsi:type="dcterms:W3CDTF">2026-10-24T13:26:23Z</dcterms:created>
  <dcterms:modified xsi:type="dcterms:W3CDTF">2026-10-24T13:26:23Z</dcterms:modified>
</cp:coreProperties>
</file>