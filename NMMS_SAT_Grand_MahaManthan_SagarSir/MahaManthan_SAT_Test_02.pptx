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India) • सम्पूर्ण SAT 90/90 अंक महामंथन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468880"/>
            <a:ext cx="5973775" cy="457200"/>
          </a:xfrm>
          <a:prstGeom prst="roundRect">
            <a:avLst/>
          </a:prstGeom>
          <a:solidFill>
            <a:srgbClr val="4338C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SAT FULL EXAM SIMULATOR • TEST 02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सम्पूर्ण SAT महामंथन मॉक टेस्ट #02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(35 अंक) + सामाजिक विज्ञान (35 अंक) + गणित (20 अंक) = कुल 90 अंक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90 प्रश्नों के महामंथन टेस्ट का पाठ्यक्रम विवरण (Syllabus Structure):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1: विज्ञान (35 प्रश्न) — भौतिकी, रसायन एवं जीव विज्ञान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2: सामाजिक विज्ञान (35 प्रश्न) — इतिहास, भूगोल एवं नागरिक शास्त्र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3: गणित (20 प्रश्न) — अंकगणित, बीजगणित, ज्यामिति एवं क्षेत्रमिति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विगत 10 वर्षों के ऑल इंडिया NMMS पेपर्स पर आधारित शत-प्रतिशत प्रामाणिक प्रश्न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2-स्लाइड इंटरैक्टिव पैटर्न (उत्तर पहले पूरी तरह छुपा रहेगा)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#02 — परीक्षा निर्देश एवं अंक योजना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NMMS SAT सम्पूर्ण 90 प्रश्न परीक्षा योजना (Official Exam Scheme):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विषय-वार अंक विभाजन: विज्ञान = 35 प्रश्न (35 अंक) | सामाजिक विज्ञान = 35 प्रश्न (35 अंक) | गणित = 20 प्रश्न (20 अंक)। कुल = 90 प्रश्न (90 अंक)।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समय सीमा: वास्तविक परीक्षा में 90 प्रश्नों हेतु 90 मिनट का समय मिलता है। कोई नकारात्मक अंकन (No 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हुआ है ताकि छात्र पहले स्वयं विचार कर जवाब दें।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प्रकाशित होगा तथा नीचे संपूर्ण हल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लक्ष्य: NMMS परीक्षा में राज्य मेरिट सूची में शीर्ष स्थान प्राप्त करना और ₹48,000 की छात्रवृत्ति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बल (Force) का अंतरराष्ट्रीय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न्यूटन (Newton)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पास्कल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वाट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बल (Force) का अंतरराष्ट्रीय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न्यूटन (Newton)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पास्कल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वाट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बल = द्रव्यमान × त्वरण (F = m × a), इसका SI मात्रक न्यूटन (N)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विद्युत हीटर का तापन अवयव (Heating Element) किस तार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नाइक्रोम (Nichrome)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टंगस्टन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लोहा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विद्युत हीटर का तापन अवयव (Heating Element) किस तार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नाइक्रोम (Nichrome)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टंगस्टन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लोहा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नाइक्रोम (निकेल + क्रोमियम) का प्रतिरोध और गलनांक उच्च होता है, जिससे यह लाल-तप्त होता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ध्वनि की प्रबलता (Loudness) तरंग के किस गुण पर निर्भर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आवृत्ति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आयाम (Amplitude)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तरंगदैर्घ्य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चाल पर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ध्वनि की प्रबलता (Loudness) तरंग के किस गुण पर निर्भर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आवृत्ति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आयाम (Amplitude)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तरंगदैर्घ्य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चाल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ध्वनि की प्रबलता कंपन के आयाम के वर्ग के समानुपाती होती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आकाश का नीला रंग प्रकाश की किस घटना के कारण दिखाई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प्रकीर्णन (Scattering)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वर्ण-विक्षेपण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आकाश का नीला रंग प्रकाश की किस घटना के कारण दिखाई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प्रकीर्णन (Scattering)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वर्ण-विक्षेपण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वायुमंडल के कण नीले रंग के प्रकाश का प्रकीर्णन सबसे अधिक करते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समुद्र की गहराई या डूबी वस्तुओं का पता लगाने हेतु किस तकनीक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राडार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सोनार (SONAR)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लेजर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सीस्मोग्राफ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समुद्र की गहराई या डूबी वस्तुओं का पता लगाने हेतु किस तकनीक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राडार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सोनार (SONAR)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लेजर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सीस्मोग्राफ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सोनार (Sound Navigation and Ranging) में पराश्रव्य तरंगों (Ultrasound) का उपयोग होता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वायुमंडलीय दाब मापने के लिए किस यंत्र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थर्मामीटर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बैरोमीटर (Barometer)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मैनोमीटर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हाइग्रोमीटर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वायुमंडलीय दाब मापने के लिए किस यंत्र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थर्मामीटर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बैरोमीटर (Barometer)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मैनोमीटर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हाइग्रोमीटर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बैरोमीटर में पारे के स्तंभ की ऊंचाई से वायुमंडलीय दाब मापा जाता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जल का घनत्व किस तापमान पर अधिकतम (1 g/cm³)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0°C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4°C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100°C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-4°C पर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जल का घनत्व किस तापमान पर अधिकतम (1 g/cm³)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0°C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4°C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100°C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-4°C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जल के असामान्य प्रसार के कारण 4°C पर इसका घनत्व अधिकतम और आयतन न्यूनतम होता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विद्युत ऊर्जा को यांत्रिक ऊर्जा में बदलने वाला उपकरण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डायनेमो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विद्युत मोटर (Electric Motor)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विद्युत सेल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ट्रांसफार्मर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विद्युत ऊर्जा को यांत्रिक ऊर्जा में बदलने वाला उपकरण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डायनेमो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विद्युत मोटर (Electric Motor)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विद्युत सेल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ट्रांसफार्मर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विद्युत मोटर विद्युत ऊर्जा को यांत्रिक ऊर्जा में बदलती है (जैसे पंखे, मिक्सी में)।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एक अश्वशक्ति (1 Horse Power) में कितने वाट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500 वाट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746 वाट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1000 वाट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250 वाट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एक अश्वशक्ति (1 Horse Power) में कितने वाट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500 वाट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746 वाट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1000 वाट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250 वाट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शक्ति का व्यावहारिक मात्रक 1 HP = 746 वाट (W) होता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निकट दृष्टि दोष (Myopia) को दूर करने हेतु किस लेंस का चश्मा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उत्तल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अवतल लेंस (Concave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बेलनाकार लेंस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समतल दर्पण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निकट दृष्टि दोष (Myopia) को दूर करने हेतु किस लेंस का चश्मा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उत्तल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अवतल लेंस (Concave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बेलनाकार लेंस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समतल दर्पण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लेंस किरणों को अपसारित करके प्रतिबिंब को रेटिना पर केंद्रित करता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दूर दृष्टि दोष (Hypermetropia) के निवारण हेतु किस लेंस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अवतल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उत्तल लेंस (Convex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द्विफोकसी लेंस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समतल लेंस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दूर दृष्टि दोष (Hypermetropia) के निवारण हेतु किस लेंस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अवतल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उत्तल लेंस (Convex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द्विफोकसी लेंस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समतल लेंस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लेंस अभिसारी होता है जो किरणों को पहले मोड़कर रेटिना पर प्रतिबिंब बनाता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दाढ़ी बनाने या दंत चिकित्सकों द्वारा कौन-सा दर्पण प्रयुक्त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दाढ़ी बनाने या दंत चिकित्सकों द्वारा कौन-सा दर्पण प्रयुक्त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दर्पण वस्तु को पास रखने पर सीधा व बड़ा (आवर्धित) आभासी प्रतिबिंब बनाता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लोहे को संक्षारण से बचाने हेतु उस पर जस्ते (जिंक) की परत चढ़ाना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विद्युत अपघटन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यशदलेपन / गैल्वनीकरण (Galvanization)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पायसीकरण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उदासीनीकरण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लोहे को संक्षारण से बचाने हेतु उस पर जस्ते (जिंक) की परत चढ़ाना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विद्युत अपघटन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यशदलेपन / गैल्वनीकरण (Galvanization)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पायसीकरण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उदासीनीकरण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लोहे पर जिंक की सुरक्षात्मक परत चढ़ाने की विधि गैल्वनीकरण कहलाती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पीतल (Brass) किन दो धातुओं की मिश्र धातु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तांबा और टिन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तांबा और जस्ता (Cu + Zn)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लोहा और कार्बन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सीसा और टिन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पीतल (Brass) किन दो धातुओं की मिश्र धातु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तांबा और टिन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तांबा और जस्ता (Cu + Zn)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लोहा और कार्बन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सीसा और टिन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पीतल तांबा (70%) और जस्ता (30%) की मिश्र धातु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कांसा (Bronze) किन दो धातुओं की मिश्र धातु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तांबा और जस्ता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तांबा और टिन (Cu + Sn)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सीसा और टिन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सोना और तांबा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कांसा (Bronze) किन दो धातुओं की मिश्र धातु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तांबा और जस्ता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तांबा और टिन (Cu + Sn)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सीसा और टिन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सोना और तांबा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कांसा तांबे (88%) और टिन (12%) की मिश्र धातु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बेकिंग सोडा (खाने का सोडा)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सोडियम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सोडियम हाइड्रोजन कार्बोनेट (NaHCO₃)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कैल्शियम हाइड्रोक्साइड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सोडियम क्लोराइड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बेकिंग सोडा (खाने का सोडा)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सोडियम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सोडियम हाइड्रोजन कार्बोनेट (NaHCO₃)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कैल्शियम हाइड्रोक्साइड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सोडियम क्लोराइड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बेकिंग सोडा सोडियम बाइकार्बोनेट (NaHCO₃) होता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धावन सोडा (Washing Soda) का सही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NaHCO₃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Na₂CO₃.10H₂O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CaSO₄.2H₂O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NaOH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धावन सोडा (Washing Soda) का सही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NaHCO₃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Na₂CO₃.10H₂O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CaSO₄.2H₂O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NaOH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धावन सोडा सोडियम कार्बोनेट डेकाहाइड्रेट (Na₂CO₃.10H₂O) होता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प्लास्टर ऑफ पेरिस (POP) का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CaSO₄.2H₂O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CaSO₄.½H₂O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CaO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प्लास्टर ऑफ पेरिस (POP) का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CaSO₄.2H₂O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CaSO₄.½H₂O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CaO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जिप्सम को गर्म करने पर प्लास्टर ऑफ पेरिस (CaSO₄.½H₂O) बनता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विरंजक चूर्ण (Bleaching Powder) का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NaCl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CaOCl₂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NaOH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विरंजक चूर्ण (Bleaching Powder) का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NaCl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CaOCl₂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NaOH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शुष्क बुझे चूने पर क्लोरीन गैस गुजारने पर ब्लीचिंग पाउडर (CaOCl₂) बनता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भविष्य का ईंधन (Fuel of Future)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प्राकृतिक गैस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हाइड्रोजन गैस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पेट्रोलियम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कोयला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भविष्य का ईंधन (Fuel of Future)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प्राकृतिक गैस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हाइड्रोजन गैस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पेट्रोलियम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कोयला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हाइड्रोजन का ऊष्मीय मान सर्वाधिक है और यह प्रदूषण-मुक्त ईंधन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प्राकृतिक रबर किसका बहुलक (Polymer)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एथीन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आइसोप्रीन (Isoprene)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ब्यूटाडाइन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विनाइल क्लोराइड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प्राकृतिक रबर किसका बहुलक (Polymer)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एथीन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आइसोप्रीन (Isoprene)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ब्यूटाडाइन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विनाइल क्लोराइड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प्राकृतिक रबर लैटेक्स से प्राप्त आइसोप्रीन का बहुलक होता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अम्लराज (Aqua Regia) सांद्र HCl और सांद्र HNO₃ का किस अनुपात में मिश्रण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 :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 : 1 (3 HCl + 1 HNO₃)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 :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 :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अम्लराज (Aqua Regia) सांद्र HCl और सांद्र HNO₃ का किस अनुपात में मिश्रण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 :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 : 1 (3 HCl + 1 HNO₃)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 :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 :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3 भाग HCl और 1 भाग HNO₃ का मिश्रण सोने को भी घोल देता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शुष्क बर्फ (Dry Ice)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ठोस नाइट्रोजन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ठोस कार्बन डाइऑक्साइड (Solid CO₂)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बर्फ और नमक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ठोस हाइड्रोजन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शुष्क बर्फ (Dry Ice)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ठोस नाइट्रोजन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ठोस कार्बन डाइऑक्साइड (Solid CO₂)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बर्फ और नमक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ठोस हाइड्रोजन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ठोस कार्बन डाइऑक्साइड गर्म करने पर बिना द्रव बने सीधे गैस बनती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मानव शरीर की सबसे छोटी हड्डी (Smallest Bone)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फीमर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स्टेप्स / स्टेपीज (Stapes)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टिबिया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ह्यूमरस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मानव शरीर की सबसे छोटी हड्डी (Smallest Bone)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फीमर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स्टेप्स / स्टेपीज (Stapes)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टिबिया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ह्यूमरस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कान के मध्य भाग में स्थित स्टेपीज शरीर की सबसे छोटी हड्डी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मानव शरीर की सबसे लंबी और मजबूत हड्डी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स्टेप्स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फीमर (Femur - जांघ)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रीढ़ की हड्डी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रेडियस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मानव शरीर की सबसे लंबी और मजबूत हड्डी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स्टेप्स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फीमर (Femur - जांघ)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रीढ़ की हड्डी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रेडियस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जांघ की हड्डी 'फीमर' मानव शरीर की सबसे बड़ी और मजबूत हड्डी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वयस्क मानव शरीर में कुल कितनी अस्थियां पाई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206 अस्थियां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180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वयस्क मानव शरीर में कुल कितनी अस्थियां पाई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206 अस्थियां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वयस्क मानव कंकाल में कुल 206 अस्थियां होती हैं।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रक्त का थक्का जमाने के लिए कौन-सा विटामिन अनिवार्य रूप से आवश्यक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विटामिन 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विटामिन 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रक्त का थक्का जमाने के लिए कौन-सा विटामिन अनिवार्य रूप से आवश्यक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विटामिन 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विटामिन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विटामिन K प्रोथ्रोम्बिन निर्माण हेतु आवश्यक है जो रक्त का थक्का जमाता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रतौंधी (Night Blindness) रोग किस विटामिन की कमी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विटामिन A (रेटिनॉल)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विटामिन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विटामिन 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रतौंधी (Night Blindness) रोग किस विटामिन की कमी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विटामिन A (रेटिनॉल)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विटामिन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विटामिन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विटामिन A की कमी से कम रोशनी में दृष्टि कमजोर हो जाती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स्कर्वी रोग किस विटामिन की कमी का मुख्य लक्षण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विटामिन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विटामिन C (एस्कॉर्बिक अम्ल)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विटामिन 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विटामिन K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स्कर्वी रोग किस विटामिन की कमी का मुख्य लक्षण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विटामिन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विटामिन C (एस्कॉर्बिक अम्ल)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विटामिन 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विटामिन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विटामिन C की कमी से मसूड़ों से खून आने लगता है (स्कर्वी)।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सूखा रोग (Rickets) किस विटामिन की कमी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विटामिन 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विटामिन 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सूखा रोग (Rickets) किस विटामिन की कमी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विटामिन 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विटामिन 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विटामिन D की कमी से बच्चों की अस्थियां कमजोर व मुड़ जाती हैं।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मानव शरीर का 'रक्त बैंक' (Blood Bank)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हृदय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प्लीहा / तिल्ली (Spleen)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यकृत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वृक्क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मानव शरीर का 'रक्त बैंक' (Blood Bank)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हृदय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प्लीहा / तिल्ली (Spleen)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यकृत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वृक्क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प्लीहा अतिरिक्त रक्त का संचय रखती है और मृत RBC को नष्ट करती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मानव हृदय 1 मिनट में औसतन कितनी बार धड़कता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60 बार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72 बार प्रति मिनट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80 बार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100 बार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मानव हृदय 1 मिनट में औसतन कितनी बार धड़कता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60 बार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72 बार प्रति मिनट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80 बार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100 बार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स्वस्थ वयस्क का हृदय प्रति मिनट लगभग 72 बार स्पंदन करता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आयोडीन की कमी से कौन-सा रोग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एनीमिया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घेंघा रोग (Goitre)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स्कर्वी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रिकेट्स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आयोडीन की कमी से कौन-सा रोग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एनीमिया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घेंघा रोग (Goitre)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स्कर्वी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रिकेट्स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आयोडीन की कमी से थायरॉयड ग्रंथि सूज जाती है जिसे घेंघा कहते हैं।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मानव नेत्र में किसी वस्तु का वास्तविक प्रतिबिंब किस पर बनता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कॉर्निया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रेटिना / दृष्टिपटल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आईरिस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पुतली पर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मानव नेत्र में किसी वस्तु का वास्तविक प्रतिबिंब किस पर बनता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कॉर्निया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रेटिना / दृष्टिपटल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आईरिस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पुतली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नेत्र लेंस द्वारा रेटिना पर वस्तु का उल्टा व वास्तविक प्रतिबिंब बनता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विश्व पर्यावरण दिवस (World Environment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 जून (5th June)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 दिसंबर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विश्व पर्यावरण दिवस (World Environment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 जून (5th June)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 दिसंबर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पर्यावरण संरक्षण हेतु प्रतिवर्ष 5 जून को पर्यावरण दिवस मनाते हैं।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पानीपत का प्रथम युद्ध 1526 ईस्वी में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अहमद शाह अब्दाली और मराठा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हुमायूं और शेरशाह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पानीपत का प्रथम युद्ध 1526 ईस्वी में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अहमद शाह अब्दाली और मराठा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हुमायूं और शेरशाह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1526 में बाबर ने इब्राहिम लोदी को हराकर भारत में मुगल साम्राज्य की नींव रखी।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पानीपत का दूसरा युद्ध 1556 ईस्वी में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बाबर और राणा सांगा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अकबर (बैरम खां)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मराठा और अब्दाली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जहांगीर और अमर सिंह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पानीपत का दूसरा युद्ध 1556 ईस्वी में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बाबर और राणा सांगा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अकबर (बैरम खां)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मराठा और अब्दाली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जहांगीर और अमर सिंह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1556 में अकबर के संरक्षक बैरम खां ने हेमचंद्र विक्रमादित्य (हेमू) को हराया।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हल्दीघाटी का प्रसिद्ध युद्ध 1576 ईस्वी में किनके बीच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अकबर (मानसिंह)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बाबर और मेदिनी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हुमायूं और बहादुर 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औरंगजेब और दारा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हल्दीघाटी का प्रसिद्ध युद्ध 1576 ईस्वी में किनके बीच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अकबर (मानसिंह)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बाबर और मेदिनी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हुमायूं और बहादुर 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औरंगजेब और दारा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 जून 1576 को मेवाड़ के वीर महाराणा प्रताप और मुगल सेनापति मानसिंह के बीच युद्ध हुआ।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शिवाजी महाराज का राज्याभिषेक 1674 ईस्वी में किस दुर्ग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शिवनेरी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रायगढ़ दुर्ग (Raigad)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तोरणा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पुरंदर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शिवाजी महाराज का राज्याभिषेक 1674 ईस्वी में किस दुर्ग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शिवनेरी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रायगढ़ दुर्ग (Raigad)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तोरणा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पुरंदर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1674 में काशी के पंडित गंगाभट्ट द्वारा रायगढ़ दुर्ग में छत्रपति शिवाजी का राज्याभिषेक हुआ।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फतेहपुर सीकरी में बुलंद दरवाजा का निर्माण किस मुगल शासक ने कराया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अकबर (गुजरात विजय पर)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जहांगीर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फतेहपुर सीकरी में बुलंद दरवाजा का निर्माण किस मुगल शासक ने कराया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अकबर (गुजरात विजय पर)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जहांगीर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अकबर ने 1572-73 में गुजरात विजय की स्मृति में बुलंद दरवाजा बनवाया।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आगरा का ताजमहल और दिल्ली का लाल किला किस मुगल बादशाह ने बनवाया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शाहजहां (Shah Jahan)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जहांगीर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औरंगजेब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आगरा का ताजमहल और दिल्ली का लाल किला किस मुगल बादशाह ने बनवाया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शाहजहां (Shah Jahan)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जहांगीर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औरंगजेब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मुगल स्थापत्य कला का स्वर्ण युग शाहजहां के काल को कहा जाता है।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रामकृष्ण मिशन की स्थापना 1897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स्वामी विवेकानंद (बेलूर मठ)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स्वामी दयानंद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राजा राममोहन राय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ईश्वरचंद्र विद्यासागर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रामकृष्ण मिशन की स्थापना 1897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स्वामी विवेकानंद (बेलूर मठ)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स्वामी दयानंद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राजा राममोहन राय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ईश्वरचंद्र विद्यासागर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स्वामी विवेकानंद ने अपने गुरु रामकृष्ण परमहंस की स्मृति में 1897 में मिशन की स्थापना की।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शिकागो के विश्व धर्म सम्मेलन में स्वामी विवेकानंद ने किस वर्ष ऐतिहासिक भाषण दिया?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1885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1893 ईस्वी (September 1893)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1897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1905 ईस्वी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शिकागो के विश्व धर्म सम्मेलन में स्वामी विवेकानंद ने किस वर्ष ऐतिहासिक भाषण दिया?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1885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1893 ईस्वी (September 1893)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1897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1905 ईस्वी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11 सितंबर 1893 को शिकागो में स्वामी जी ने 'मेरे अमेरिकी भाइयों और बहनों' से विश्व को सम्मोहित किया।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असहयोग आंदोलन (Non-Cooperation Movement) किस वर्ष प्रारंभ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1919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1920 ईस्वी (1 अगस्त)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1930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1942 ईस्वी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असहयोग आंदोलन (Non-Cooperation Movement) किस वर्ष प्रारंभ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1919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1920 ईस्वी (1 अगस्त)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1930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1942 ईस्वी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गांधी जी के नेतृत्व में 1 अगस्त 1920 को असहयोग आंदोलन शुरू किया गया।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चौरी-चौरा कांड के बाद गांधी जी ने कौन-सा आंदोलन वापस ले लिया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सत्याग्रह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असहयोग आंदोलन (फरवरी 1922)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सविनय अवज्ञा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भारत छोड़ो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चौरी-चौरा कांड के बाद गांधी जी ने कौन-सा आंदोलन वापस ले लिया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सत्याग्रह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असहयोग आंदोलन (फरवरी 1922)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सविनय अवज्ञा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भारत छोड़ो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4 फरवरी 1922 को गोरखपुर के चौरी-चौरा में हिंसा के कारण गांधी जी ने असहयोग आंदोलन स्थगित किया।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दांडी मार्च और सविनय अवज्ञा आंदोलन किस वर्ष प्रारंभ किया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1920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1930 ईस्वी (12 मार्च)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1935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1942 ईस्वी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दांडी मार्च और सविनय अवज्ञा आंदोलन किस वर्ष प्रारंभ किया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1920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1930 ईस्वी (12 मार्च)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1935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1942 ईस्वी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12 मार्च 1930 को साबरमती आश्रम से दांडी पहुंचकर गांधी जी ने नमक कानून तोड़ा।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भारत छोड़ो आंदोलन (Quit India Movement) किस वर्ष प्रारंभ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1930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1942 ईस्वी (8-9 अगस्त)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1945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1947 ईस्वी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भारत छोड़ो आंदोलन (Quit India Movement) किस वर्ष प्रारंभ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1930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1942 ईस्वी (8-9 अगस्त)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1945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1947 ईस्वी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8 अगस्त 1942 को बंबई के ग्वालिया टैंक मैदान से 'करो या मरो' नारे के साथ आंदोलन शुरू हुआ।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भारत की मानक समय रेखा (Standard Meridian) 82°30' पूर्वी देशांतर कहाँ से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नई दिल्ली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मिर्जापुर / नैनी (प्रयागराज)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पटना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भोपाल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भारत की मानक समय रेखा (Standard Meridian) 82°30' पूर्वी देशांतर कहाँ से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नई दिल्ली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मिर्जापुर / नैनी (प्रयागराज)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पटना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भोपाल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82°30' पूर्वी देशांतर मिर्जापुर (प्रयागराज के निकट) से गुजरती है, जो GMT से 5:30 घंटे आगे है।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कर्क रेखा (Tropic of Cancer - 23½° N) भारत के कितने राज्यों से होकर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 राज्य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8 राज्य (8 States)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 राज्य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 राज्य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कर्क रेखा (Tropic of Cancer - 23½° N) भारत के कितने राज्यों से होकर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 राज्य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8 राज्य (8 States)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 राज्य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 राज्य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कर्क रेखा गुजरात, राजस्थान, MP, छत्तीसगढ़, झारखंड, प. बंगाल, त्रिपुरा, मिजोरम से गुजरती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क्षेत्रफल की दृष्टि से भारत का सबसे बड़ा राज्य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उत्तर प्रदेश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राजस्थान (Rajasthan)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मध्य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महाराष्ट्र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क्षेत्रफल की दृष्टि से भारत का सबसे बड़ा राज्य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उत्तर प्रदेश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राजस्थान (Rajasthan)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मध्य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महाराष्ट्र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राजस्थान क्षेत्रफल में भारत का सबसे बड़ा राज्य (3.42 लाख वर्ग किमी) है।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क्षेत्रफल की दृष्टि से भारत का सबसे छोटा राज्य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सिक्किम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गोवा (Goa)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त्रिपुरा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केरल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क्षेत्रफल की दृष्टि से भारत का सबसे छोटा राज्य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सिक्किम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गोवा (Goa)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त्रिपुरा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केरल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गोवा भारत का सबसे छोटा राज्य (लगभग 3702 वर्ग किमी) है।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जनसंख्या की दृष्टि से भारत का सबसे बड़ा राज्य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महाराष्ट्र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उत्तर प्रदेश (UP)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बिहार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पश्चिम बंगाल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जनसंख्या की दृष्टि से भारत का सबसे बड़ा राज्य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महाराष्ट्र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उत्तर प्रदेश (UP)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बिहार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पश्चिम बंगाल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उत्तर प्रदेश लगभग 20 करोड़ जनसंख्या के साथ भारत का सबसे बड़ा राज्य है।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जनसंख्या घनत्व की दृष्टि से भारत का प्रथम राज्य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उत्तर प्रदेश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बिहार (1106 व्यक्ति/वर्ग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पश्चिम बंगाल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केरल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जनसंख्या घनत्व की दृष्टि से भारत का प्रथम राज्य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उत्तर प्रदेश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बिहार (1106 व्यक्ति/वर्ग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पश्चिम बंगाल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केरल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2011 की जनगणना के अनुसार बिहार का जनघनत्व (1106) राज्यों में सर्वाधिक है।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भारत की सबसे लंबी नदी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यमुना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गंगा नदी (2525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ब्रह्मपुत्र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गोदावरी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भारत की सबसे लंबी नदी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यमुना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गंगा नदी (2525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ब्रह्मपुत्र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गोदावरी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गंगा नदी भारत की सबसे पवित्र और सबसे लंबी नदी (2525 किमी) है।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दक्षिण भारत की सबसे लंबी नदी (दक्षिण गंगा)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कावेरी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गोदावरी (Godavari - 1465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कृष्णा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नर्मदा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दक्षिण भारत की सबसे लंबी नदी (दक्षिण गंगा)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कावेरी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गोदावरी (Godavari - 1465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कृष्णा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नर्मदा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गोदावरी को प्रायद्वीपीय भारत की सबसे लंबी नदी और दक्षिण गंगा कहा जाता है।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भारत का सबसे ऊँचा जलप्रपात 'कुंचिकल' या 'जोग प्रपात'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केरल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कर्नाटक (Karnataka)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तमिलनाडु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महाराष्ट्र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भारत का सबसे ऊँचा जलप्रपात 'कुंचिकल' या 'जोग प्रपात'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केरल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कर्नाटक (Karnataka)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तमिलनाडु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महाराष्ट्र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जोग जलप्रपात (शरावती नदी) कर्नाटक में स्थित है।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भारत की सबसे बड़ी मीठे पानी की प्राकृतिक झील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चिल्का झील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वूलर झील (Wular Lake - कश्मीर)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सांभर झील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लोकटक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भारत की सबसे बड़ी मीठे पानी की प्राकृतिक झील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चिल्का झील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वूलर झील (Wular Lake - कश्मीर)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सांभर झील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लोकटक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वूलर झील (जम्मू-कश्मीर) भारत की सबसे बड़ी मीठे पानी की झील है।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भारत की सबसे बड़ी खारे पानी की लैगून झील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वूलर झील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चिल्का झील (ओडिशा)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सांभर झील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पुलीकट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भारत की सबसे बड़ी खारे पानी की लैगून झील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वूलर झील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चिल्का झील (ओडिशा)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सांभर झील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पुलीकट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चिल्का झील (ओडिशा) भारत की सबसे बड़ी खारे पानी की लैगून झील है।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भाखड़ा नांगल बांध किस नदी पर बनाया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व्यास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सतलुज नदी (Sutlej River)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चिनाब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भाखड़ा नांगल बांध किस नदी पर बनाया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व्यास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सतलुज नदी (Sutlej River)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चिनाब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भाखड़ा नांगल बहुउद्देशीय परियोजना सतलुज नदी पर पंजाब-हिमाचल सीमा पर स्थित है।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भारतीय संविधान में नागरिकों के मूल कर्तव्य किस देश के संविधान से प्रेरित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अमेरिका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पूर्व सोवियत संघ / रूस (USSR)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ब्रिटेन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कनाडा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भारतीय संविधान में नागरिकों के मूल कर्तव्य किस देश के संविधान से प्रेरित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अमेरिका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पूर्व सोवियत संघ / रूस (USSR)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ब्रिटेन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कनाडा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सरदार स्वर्ण सिंह समिति की सिफारिश पर रूस के संविधान से मौलिक कर्तव्य लिए गए।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राज्य के नीति-निर्देशक तत्व (DPSP) किस देश के संविधान से लिए गए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अमेरिका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आयरलैंड (Ireland)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ऑस्ट्रेलिया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जर्मनी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राज्य के नीति-निर्देशक तत्व (DPSP) किस देश के संविधान से लिए गए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अमेरिका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आयरलैंड (Ireland)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ऑस्ट्रेलिया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जर्मनी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संविधान के भाग 4 (अनुच्छेद 36-51) में नीति-निर्देशक तत्व आयरलैंड से लिए गए हैं।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भारत में मताधिकार की न्यूनतम आयु 21 वर्ष से घटाकर 18 वर्ष किस संशोधन द्वारा की गई?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61वां संविधान संशोधन (1989)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44वां संशोधन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73वां संशोधन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भारत में मताधिकार की न्यूनतम आयु 21 वर्ष से घटाकर 18 वर्ष किस संशोधन द्वारा की गई?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61वां संविधान संशोधन (1989)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44वां संशोधन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73वां संशोधन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61वें संविधान संशोधन अधिनियम 1989 द्वारा मतदान की आयु 18 वर्ष की गई।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पंचायती राज को संवैधानिक दर्जा किस संविधान संशोधन अधिनियम द्वारा दिया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42वां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73वां संविधान संशोधन (1992)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74वां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86वां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पंचायती राज को संवैधानिक दर्जा किस संविधान संशोधन अधिनियम द्वारा दिया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42वां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73वां संविधान संशोधन (1992)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74वां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86वां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73वें संशोधन (1992) द्वारा संविधान में 11वीं अनुसूची जोड़कर 3-स्तरीय पंचायती राज लागू हुआ।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भारत में त्रिस्तरीय पंचायती राज व्यवस्था की सिफारिश किस समिति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अशोक मेहता समिति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बलवंत राय मेहता समिति (1957)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वर्मा समिति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केलकर समिति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भारत में त्रिस्तरीय पंचायती राज व्यवस्था की सिफारिश किस समिति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अशोक मेहता समिति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बलवंत राय मेहता समिति (1957)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वर्मा समिति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केलकर समिति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बलवंत राय मेहता समिति ने ग्राम पंचायत, पंचायत समिति व जिला परिषद की सिफारिश की।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भारत में सर्वप्रथम पंचायती राज किस राज्य के नागौर जिले में लागू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बिहार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राजस्थान (2 अक्टूबर 1959)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आंध्र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उत्तर प्रदेश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भारत में सर्वप्रथम पंचायती राज किस राज्य के नागौर जिले में लागू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बिहार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राजस्थान (2 अक्टूबर 1959)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आंध्र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उत्तर प्रदेश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 अक्टूबर 1959 को पंडित नेहरू ने राजस्थान के नागौर जिले से पंचायती राज का शुभारंभ किया।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भारत के सर्वोच्च न्यायालय (Supreme Court) के मुख्य न्यायाधीश की नियुक्ति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प्रधानमंत्री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भारत का राष्ट्रपति (President)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संसद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विधि मंत्री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भारत के सर्वोच्च न्यायालय (Supreme Court) के मुख्य न्यायाधीश की नियुक्ति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प्रधानमंत्री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भारत का राष्ट्रपति (President)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संसद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विधि मंत्री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सर्वोच्च न्यायालय के मुख्य न्यायाधीश और अन्य जजों की नियुक्ति राष्ट्रपति द्वारा की जाती है।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सर्वोच्च न्यायालय के न्यायाधीश कितने वर्ष की आयु में सेवानिवृत्त (Retire)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65 वर्ष (65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62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70 वर्ष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सर्वोच्च न्यायालय के न्यायाधीश कितने वर्ष की आयु में सेवानिवृत्त (Retire)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65 वर्ष (65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62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70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सुप्रीम कोर्ट के न्यायाधीश 65 वर्ष तथा हाई कोर्ट के न्यायाधीश 62 वर्ष में रिटायर होते हैं।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शिक्षा का अधिकार (RTE Act) किस संविधान संशोधन द्वारा मौलिक अधिकार बनाया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86वां संविधान संशोधन (अनुच्छेद 21A)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44वां संशोधन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91वां संशोधन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शिक्षा का अधिकार (RTE Act) किस संविधान संशोधन द्वारा मौलिक अधिकार बनाया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86वां संविधान संशोधन (अनुच्छेद 21A)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44वां संशोधन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91वां संशोधन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86वें संशोधन (2002) द्वारा 6 से 14 वर्ष के बच्चों हेतु अनिवार्य शिक्षा अनुच्छेद 21A में जुड़ी।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राज्यसभा का पदेन सभापति (Ex-officio Chairman)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भारत का उपराष्ट्रपति (Vice President)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प्रधानमंत्री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गृह मंत्री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राज्यसभा का पदेन सभापति (Ex-officio Chairman)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भारत का उपराष्ट्रपति (Vice President)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प्रधानमंत्री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गृह मंत्री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64 के अनुसार भारत का उपराष्ट्रपति राज्यसभा का पदेन सभापति होता है।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संसद के दोनों सदनों की संयुक्त बैठक (Joint Sitting) की अध्यक्षता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लोकसभा अध्यक्ष (Speaker)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उपराष्ट्रपति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संसद के दोनों सदनों की संयुक्त बैठक (Joint Sitting) की अध्यक्षता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लोकसभा अध्यक्ष (Speaker)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उपराष्ट्रपति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108 के तहत राष्ट्रपति संयुक्त बैठक बुलाते हैं, परंतु अध्यक्षता लोकसभा अध्यक्ष करता है।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यदि किसी वस्तु का क्रय मूल्य ₹800 है और उसे 10% हानि पर बेचा जाता है, तो विक्रय मूल्य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₹700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₹720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₹750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₹680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यदि किसी वस्तु का क्रय मूल्य ₹800 है और उसे 10% हानि पर बेचा जाता है, तो विक्रय मूल्य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₹700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₹720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₹750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₹680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हानि = 800 का 10% = ₹80। विक्रय मूल्य = 800 - 80 = ₹720।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₹5000 की राशि पर 10% वार्षिक दर से 2 वर्ष का चक्रवृद्धि ब्याज (Compound Interest)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₹1000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₹1050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₹1100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₹1200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₹5000 की राशि पर 10% वार्षिक दर से 2 वर्ष का चक्रवृद्धि ब्याज (Compound Interest)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₹1000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₹1050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₹1100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₹1200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A = P(1 + R/100)² = 5000(1.1)² = 5000 × 1.21 = ₹6050। CI = 6050 - 5000 = ₹1050।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संख्याओं 20, 30 और 40 का औसत (Average)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28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संख्याओं 20, 30 और 40 का औसत (Average)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औसत = (20 + 30 + 40) / 3 = 90 / 3 = 30।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यदि A : B = 2 : 3 तथा B : C = 3 : 5 हो, तो A : C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 :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 :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 :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 : 2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यदि A : B = 2 : 3 तथा B : C = 3 : 5 हो, तो A : C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 :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 :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 :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 :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A/C = (A/B) × (B/C) = (2/3) × (3/5) = 2/5, अतः अनुपात 2 : 5 होगा।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एक रेलगाड़ी 60 km/h की चाल से चल रही है। उसकी चाल मीटर/सेकंड (m/s) में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15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16.67 m/s (50/3 m/s)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20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25 m/s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एक रेलगाड़ी 60 km/h की चाल से चल रही है। उसकी चाल मीटर/सेकंड (m/s) में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15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16.67 m/s (50/3 m/s)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20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25 m/s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km/h को m/s में बदलने हेतु 5/18 से गुणा करते हैं: 60 × (5/18) = 50/3 = 16.67 m/s।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5x - 7 = 3x + 9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5x - 7 = 3x + 9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5x - 3x = 9 + 7 ➔ 2x = 16 ➔ x = 16 / 2 = 8।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3^(2x + 1) = 27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0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3^(2x + 1) = 27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27 = 3³ ➔ 2x + 1 = 3 ➔ 2x = 2 ➔ x = 1।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- b)² का सही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a² - b²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a² - 2ab + b²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a² + 2ab + b²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a² - 2ab - b²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- b)² का सही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a² - b²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a² - 2ab + b²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a² + 2ab + b²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a² - 2ab - b²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(a - b)² = a² - 2ab + b²।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4x² - 25 का सही गुणनखंड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(2x - 5)²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(2x - 5)(2x + 5)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(4x - 5)(x + 5)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(2x + 5)²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4x² - 25 का सही गुणनखंड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(2x - 5)²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(2x - 5)(2x + 5)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(4x - 5)(x + 5)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(2x + 5)²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(2x)² - 5² = (2x - 5)(2x + 5)।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a + b = 7 तथा ab = 12 हो, तो a² + b²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24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a + b = 7 तथा ab = 12 हो, तो a² + b²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a² + b² = (a + b)² - 2ab = 7² - 2(12) = 49 - 24 = 25।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समकोण त्रिभुज का आधार 8 सेमी और ऊंचाई 6 सेमी है। इसका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48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24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14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28 सेमी²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समकोण त्रिभुज का आधार 8 सेमी और ऊंचाई 6 सेमी है। इसका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48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24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14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28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त्रिभुज का क्षेत्रफल = ½ × आधार × ऊंचाई = ½ × 8 × 6 = 24 सेमी²।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समकोण त्रिभुज में लंब 3 सेमी तथा आधार 4 सेमी है। इसका कर्ण (Hypotenuse)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7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 सेमी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समकोण त्रिभुज में लंब 3 सेमी तथा आधार 4 सेमी है। इसका कर्ण (Hypotenuse)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5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6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7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कर्ण² = लंब² + आधार² = 3² + 4² = 9 + 16 = 25 ➔ कर्ण = √25 = 5 सेमी।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समचतुर्भुज के विकर्ण 10 सेमी और 12 सेमी हैं। इसका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120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60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44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50 सेमी²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समचतुर्भुज के विकर्ण 10 सेमी और 12 सेमी हैं। इसका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120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60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44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50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समचतुर्भुज का क्षेत्रफल = ½ × d₁ × d₂ = ½ × 10 × 12 = 60 सेमी²।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बेलन (Cylinder) की त्रिज्या 7 सेमी और ऊंचाई 10 सेमी है। इसका आयतन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440 सेमी³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1540 सेमी³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770 सेमी³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2200 सेमी³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बेलन (Cylinder) की त्रिज्या 7 सेमी और ऊंचाई 10 सेमी है। इसका आयतन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440 सेमी³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1540 सेमी³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770 सेमी³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2200 सेमी³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आयतन = πr²h = (22/7) × 7 × 7 × 10 = 22 × 7 × 10 = 1540 सेमी³।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वर्ग का विकर्ण 10√2 सेमी है, तो उसकी भुजा की लंबाई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20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 सेमी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वर्ग का विकर्ण 10√2 सेमी है, तो उसकी भुजा की लंबाई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10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20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वर्ग का विकर्ण = भुजा × √2 ➔ भुजा = 10√2 / √2 = 10 सेमी।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वृत्त का व्यास 28 सेमी है। उसकी परिधि (Circumference)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88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176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154 सेमी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वृत्त का व्यास 28 सेमी है। उसकी परिधि (Circumference)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88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176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154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त्रिज्या r = 14 सेमी। परिधि = 2πr = 2 × (22/7) × 14 = 88 सेमी।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625 का वर्गमूल (Square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625 का वर्गमूल (Square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25 × 25 = 625, अतः √625 = 25।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1000 का घनमूल (Cube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1000 का घनमूल (Cube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10 × 10 × 10 = 1000, अतः ∛1000 = 10।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दो परिमेय संख्याओं का गुणनफल सदैव कैसी संख्या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प्राकृतिक संख्या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परिमेय संख्या (Rational Number)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अपरिमेय संख्या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पूर्णांक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दो परिमेय संख्याओं का गुणनफल सदैव कैसी संख्या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प्राकृतिक संख्या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परिमेय संख्या (Rational Number)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अपरिमेय संख्या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पूर्णांक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दो परिमेय संख्याओं (p/q रूप) का गुणनफल सदैव एक परिमेय संख्या ही होता है।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एक सिक्के को उछालने पर 'चित' (Head) आने की प्रायिकता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1/2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1/4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एक सिक्के को उछालने पर 'चित' (Head) आने की प्रायिकता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1/2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1/4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कुल संभावित परिणाम = 2 (Head, Tail), अनुकूल परिणाम = 1। अतः प्रायिकता = 1/2।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#02 — स्कोर विश्लेषण व कट-ऑफ मैट्रिक्स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🎯 90 प्रश्नों का स्कोर विश्लेषण एवं राज्य मेरिट रणनीति (Cut-off Strategy):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80+ अंक (State Top Rankers): राज्य में टॉप 50 रैंक सुनिश्चित! छात्रवृत्ति 100% पक्की।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70 - 79 अंक (Very High Merit): सुरक्षित कट-ऑफ पार! जिला स्तर पर उत्कृष्ट रैंक।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60 - 69 अंक (Qualifying Zone): गणित एवं रसायन विज्ञान के सूत्रों का 1 बार पुनः अभ्यास करें।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से कम अंक: विज्ञान व सामाजिक विज्ञान के सभी 17+17 क्लास नोट्स का दोबारा रिवीजन करें।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#02 — त्वरित ऑल-सब्जेक्ट गोल्डन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ऑल-सब्जेक्ट गोल्डन रिवीजन सूत्र (Grand Memory Key):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विज्ञान सूत्र: F = ma | 1 HP = 746 W | सोनार = पराश्रव्य | गैल्वनीकरण = जिंक | बेकिंग = NaHCO₃ | POP = CaSO₄.½H₂O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इतिहास युद्ध: पानीपत 1 = 1526 | पानीपत 2 = 1556 | हल्दीघाटी = 1576 | दांडी मार्च = 1930 | भारत छोड़ो = 1942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भूगोल रिकॉर्ड: मानक समय = 82°30' मिर्जापुर | कर्क रेखा = 8 राज्य | सबसे बड़ा राज्य = राजस्थान | सबसे लंबी नदी = गंगा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नागरिक शास्त्र: नीति निर्देशक = आयरलैंड | पंचायती राज = बलवंत राय (2 अक्टूबर 1959 नागौर) | सुप्रीम कोर्ट = 65 वर्ष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गणित सूत्र: पाइथागोरस = कर्ण² = लंब² + आधार² | बेलन आयतन = πr²h | समचतुर्भुज = ½×d₁×d₂ | km/h ➔ m/s = ×5/18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#02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SAT MOCK TEST 02 : 90/90 अंक सम्पूर्ण SAT महामंथन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  |  WhatsApp / Helpline: +91 91101 13671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