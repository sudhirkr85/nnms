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India) • सम्पूर्ण SAT 90/90 अंक महामंथन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468880"/>
            <a:ext cx="5973775" cy="457200"/>
          </a:xfrm>
          <a:prstGeom prst="roundRect">
            <a:avLst/>
          </a:prstGeom>
          <a:solidFill>
            <a:srgbClr val="4338C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SAT FULL EXAM SIMULATOR • TEST 09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सम्पूर्ण SAT महामंथन मॉक टेस्ट #09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(35 अंक) + सामाजिक विज्ञान (35 अंक) + गणित (20 अंक) = कुल 90 अंक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90 प्रश्नों के महामंथन टेस्ट का पाठ्यक्रम विवरण (Syllabus Structure):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1: विज्ञान (35 प्रश्न) — भौतिकी, रसायन एवं जीव विज्ञान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2: सामाजिक विज्ञान (35 प्रश्न) — इतिहास, भूगोल एवं नागरिक शास्त्र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3: गणित (20 प्रश्न) — अंकगणित, बीजगणित, ज्यामिति एवं क्षेत्रमिति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विगत 10 वर्षों के ऑल इंडिया NMMS पेपर्स पर आधारित शत-प्रतिशत प्रामाणिक प्रश्न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2-स्लाइड इंटरैक्टिव पैटर्न (उत्तर पहले पूरी तरह छुपा रहेगा)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#09 — परीक्षा निर्देश एवं अंक योजना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NMMS SAT सम्पूर्ण 90 प्रश्न परीक्षा योजना (Official Exam Scheme):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विषय-वार अंक विभाजन: विज्ञान = 35 प्रश्न (35 अंक) | सामाजिक विज्ञान = 35 प्रश्न (35 अंक) | गणित = 20 प्रश्न (20 अंक)। कुल = 90 प्रश्न (90 अंक)।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समय सीमा: वास्तविक परीक्षा में 90 प्रश्नों हेतु 90 मिनट का समय मिलता है। कोई नकारात्मक अंकन (No 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हुआ है ताकि छात्र पहले स्वयं विचार कर जवाब दें।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प्रकाशित होगा तथा नीचे संपूर्ण हल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लक्ष्य: NMMS परीक्षा में राज्य मेरिट सूची में शीर्ष स्थान प्राप्त करना और ₹48,000 की छात्रवृत्ति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जब दो समतल दर्पण एक-दूसरे के समानांतर (Parallel) रखे जाते हैं, तो कितने प्रतिबिंब बनते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अनंत (Infinite)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जब दो समतल दर्पण एक-दूसरे के समानांतर (Parallel) रखे जाते हैं, तो कितने प्रतिबिंब बनते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अनंत (Infinite)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समानांतर दर्पणों के बीच कोण θ = 0° होता है, अतः n = (360°/0°) - 1 = अनंत।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जब दो समतल दर्पण 90° के कोण पर रखे हों, तो उनके बीच रखी वस्तु के कितने प्रतिबिंब बनेंगे?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 प्रतिबिंब (360/90 - 1)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जब दो समतल दर्पण 90° के कोण पर रखे हों, तो उनके बीच रखी वस्तु के कितने प्रतिबिंब बनेंगे?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 प्रतिबिंब (360/90 - 1)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प्रतिबिंबों की संख्या n = (360° / 90°) - 1 = 4 - 1 = 3 प्रतिबिंब।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बहुरूपदर्शी (Kaleidoscope) में रंग-बिरंगे सुंदर पैटर्न देखने हेतु कितने समतल दर्पण प्रयुक्त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 समतल दर्पण (60° पर झुके)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बहुरूपदर्शी (Kaleidoscope) में रंग-बिरंगे सुंदर पैटर्न देखने हेतु कितने समतल दर्पण प्रयुक्त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 समतल दर्पण (60° पर झुके)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कैलाइडोस्कोप में 60° के कोण पर जुड़े 3 समतल दर्पण परावर्तन से खूबसूरत पैटर्न बनाते हैं।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पनडुब्बी में पानी के अंदर रहकर बाहर की वस्तुओं को देखने हेतु किस यंत्र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पेरिस्कोप (Periscope)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माइक्रोस्कोप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टेलीस्कोप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गैल्वेनोमीटर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पनडुब्बी में पानी के अंदर रहकर बाहर की वस्तुओं को देखने हेतु किस यंत्र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पेरिस्कोप (Periscope)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माइक्रोस्कोप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टेलीस्कोप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गैल्वेनोमीटर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पेरिस्कोप में 45° पर लगे 2 समतल दर्पण दोहरे परावर्तन द्वारा चित्र दिखाते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खगोलीय पिंडों (ग्रह, चंद्रमा, तारे) को देखने के लिए किस यंत्र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सूक्ष्मदर्शी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दूरदर्शी / टेलीस्कोप (Telescope)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पेरिस्कोप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स्पेक्ट्रोस्कोप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खगोलीय पिंडों (ग्रह, चंद्रमा, तारे) को देखने के लिए किस यंत्र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सूक्ष्मदर्शी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दूरदर्शी / टेलीस्कोप (Telescope)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पेरिस्कोप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स्पेक्ट्रोस्कोप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खगोलीय दूरबीन (Telescope) का आविष्कार गैलीलियो ने किया था।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अतिसूक्ष्म जीवाणुओं और कोशिकाओं को बड़ा करके देखने हेतु क्या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दूरबीन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सूक्ष्मदर्शी / माइक्रोस्कोप (Microscope)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पेरिस्कोप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टेलीस्कोप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अतिसूक्ष्म जीवाणुओं और कोशिकाओं को बड़ा करके देखने हेतु क्या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दूरबीन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सूक्ष्मदर्शी / माइक्रोस्कोप (Microscope)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पेरिस्कोप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टेलीस्कोप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संयुक्त सूक्ष्मदर्शी में उत्तल लेंसों के संयोजन से आवर्धित प्रतिबिंब दिखता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विद्युत चुंबक की शक्ति किस प्रकार बढ़ाई जा सकती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तार के फेरों की संख्या बढ़ाकर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धारा का मान बढ़ाकर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नर्म लोहे की क्रोड प्रयुक्त 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उपर्युक्त सभी उपायों द्वारा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विद्युत चुंबक की शक्ति किस प्रकार बढ़ाई जा सकती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तार के फेरों की संख्या बढ़ाकर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धारा का मान बढ़ाकर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नर्म लोहे की क्रोड प्रयुक्त 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(D)  उपर्युक्त सभी उपायों द्वारा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फेरों की संख्या, विद्युत धारा और नर्म लोहे की क्रोड सभी चुंबकीय शक्ति बढ़ाते हैं।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चुंबक को गर्म करने या ऊंचाई से पीटने पर उसके चुंबकत्व पर क्या प्रभाव पड़ता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बढ़ता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नष्ट हो जाता है (Demagnetized)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अपरिवर्तित रहता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दोगुना होता है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चुंबक को गर्म करने या ऊंचाई से पीटने पर उसके चुंबकत्व पर क्या प्रभाव पड़ता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बढ़ता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नष्ट हो जाता है (Demagnetized)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अपरिवर्तित रहता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दोगुना होता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गर्म करने या हथौड़े से पीटने पर चुंबकीय डोमेन अव्यवस्थित हो जाते हैं और चुंबकत्व खो जाता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प्राकृतिक चुंबक (Natural Magnet) किस खनिज का अयस्क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हेमेटाइट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मैग्नेटाइट (Fe₃O₄ / लोडस्टोन)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बॉक्साइट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पायराइट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प्राकृतिक चुंबक (Natural Magnet) किस खनिज का अयस्क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हेमेटाइट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मैग्नेटाइट (Fe₃O₄ / लोडस्टोन)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बॉक्साइट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पायराइट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मैग्नेटाइट (लोहे का काला ऑक्साइड Fe₃O₄) प्रकृति का पहला ज्ञात प्राकृतिक चुंबक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कृत्रिम चुंबक किस पदार्थ से बनाए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लोहा, कोबाल्ट, निकेल व इस्पात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केवल प्लास्टिक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केवल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केवल एल्युमिनियम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कृत्रिम चुंबक किस पदार्थ से बनाए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लोहा, कोबाल्ट, निकेल व इस्पात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केवल प्लास्टिक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केवल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केवल एल्युमिनियम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लौह-चुंबकीय पदार्थ (लोहा, निकेल, कोबाल्ट, एल्निको) से शक्तिशाली कृत्रिम चुंबक बनते हैं।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पृथ्वी का अपना एक विशाल चुंबकीय क्षेत्र होता है जिसका उत्तरी ध्रुव भौगोलिक रूप से कहाँ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भौगोलिक उत्तर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भौगोलिक दक्षिण की ओर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भूमध्य रेखा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कर्क रेखा पर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पृथ्वी का अपना एक विशाल चुंबकीय क्षेत्र होता है जिसका उत्तरी ध्रुव भौगोलिक रूप से कहाँ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भौगोलिक उत्तर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भौगोलिक दक्षिण की ओर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भूमध्य रेखा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कर्क रेखा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का चुंबकीय उत्तरी ध्रुव भौगोलिक दक्षिण ध्रुव के निकट स्थित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तड़ित झंझा (तूफान) के समय निम्नलिखित में से कौन-सा स्थान सर्वाधिक सुरक्षित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खुले मैदान में पेड़ के नीचे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कार या बस की बंद खिड़कियों के अंदर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धातु के खंभे के पास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छत पर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तड़ित झंझा (तूफान) के समय निम्नलिखित में से कौन-सा स्थान सर्वाधिक सुरक्षित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खुले मैदान में पेड़ के नीचे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कार या बस की बंद खिड़कियों के अंदर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धातु के खंभे के पास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छत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कार या बस की धात्विक बॉडी फैराडे के पिंजरे की तरह कार्य कर आवेश को जमीन में भेज देती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एलपीजी (LPG) का मुख्य गैसीय घटक कौन-सा हाइड्रोकार्बन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मीथेन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ब्यूटेन (Butane) और प्रोपेन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ईथेन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एथिलीन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एलपीजी (LPG) का मुख्य गैसीय घटक कौन-सा हाइड्रोकार्बन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मीथेन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ब्यूटेन (Butane) और प्रोपेन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ईथेन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एथिलीन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रसोई गैस में लगभग 60-70% द्रवीभूत ब्यूटेन (C₄H₁₀) तथा शेष प्रोपेन होती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सीएनजी (CNG) को वाहनों हेतु पेट्रोल-डीजल की तुलना में पर्यावरण-मित्र क्यों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यह सस्ती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इसके दहन से न्यूनतम प्रदूषण और धुआं उत्पन्न होता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यह तरल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यह भारी है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सीएनजी (CNG) को वाहनों हेतु पेट्रोल-डीजल की तुलना में पर्यावरण-मित्र क्यों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यह सस्ती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इसके दहन से न्यूनतम प्रदूषण और धुआं उत्पन्न होता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यह तरल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यह भारी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मीथेन का पूर्ण दहन होता है और सल्फर/सीसा न होने से वायु प्रदूषण अत्यंत कम होता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पेट्रोलियम को 'काला सोना' क्यों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यह काला होता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इसके विशाल व्यापारिक व आर्थिक महत्व के कारण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यह सोना बनाता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यह सोने से महंगा है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पेट्रोलियम को 'काला सोना' क्यों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यह काला होता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इसके विशाल व्यापारिक व आर्थिक महत्व के कारण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यह सोना बनाता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यह सोने से महंगा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परिवहन, उद्योग, प्लास्टिक, कृषि सभी पेट्रोलियम उत्पादों पर निर्भर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कोयला और पेट्रोलियम कैसे ईंधन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नवीकरणीय ईंधन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अनवीकरणीय जीवाश्म ईंधन (Non-renewable)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परमाणु ईंधन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सिंथेटिक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कोयला और पेट्रोलियम कैसे ईंधन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नवीकरणीय ईंधन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अनवीकरणीय जीवाश्म ईंधन (Non-renewable)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परमाणु ईंधन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सिंथेटिक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लाखों वर्ष पूर्व दबे वनस्पति व जीवों से बनने के कारण इनके भंडार सीमित हैं।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सौर ऊर्जा, पवन ऊर्जा और जल विद्युत किस प्रकार के ऊर्जा स्रोत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अनवीकरणीय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नवीकरणीय / अक्षय ऊर्जा स्रोत (Renewable)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जीवाश्म स्रोत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हानिकारक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सौर ऊर्जा, पवन ऊर्जा और जल विद्युत किस प्रकार के ऊर्जा स्रोत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अनवीकरणीय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नवीकरणीय / अक्षय ऊर्जा स्रोत (Renewable)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जीवाश्म स्रोत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हानिकारक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ये प्रकृति में असीमित हैं और कभी समाप्त नहीं होंगे तथा प्रदूषण नहीं फैलाते।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मोमबत्ती का जलना किस प्रकार का परिवर्तन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केवल भौतिक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केवल रासायनिक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भौतिक और रासायनिक दोनों परिवर्तन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कोई नहीं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मोमबत्ती का जलना किस प्रकार का परिवर्तन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केवल भौतिक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केवल रासायनिक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भौतिक और रासायनिक दोनों परिवर्तन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कोई नहीं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मोम का पिघलना भौतिक परिवर्तन है तथा बत्ती का जलकर CO₂ व प्रकाश देना रासायनिक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लोहे पर जंग लगना, दूध से दही बनना और भोजन का पचना किस प्रकार के परिवर्तन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भौतिक परिवर्तन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रासायनिक परिवर्तन (Chemical Changes)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उत्क्रमणीय परिवर्तन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सामयिक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लोहे पर जंग लगना, दूध से दही बनना और भोजन का पचना किस प्रकार के परिवर्तन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भौतिक परिवर्तन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रासायनिक परिवर्तन (Chemical Changes)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उत्क्रमणीय परिवर्तन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सामयिक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इनमें नया पदार्थ बनता है जिसके मूल गुणों को वापस नहीं लाया जा सकता।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बर्फ का पिघलना, जल का भाप बनना और नमक का पानी में घुलना कैसे परिवर्तन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रासायनिक परिवर्तन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भौतिक परिवर्तन (Physical Changes)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अनुत्क्रमणीय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विषाक्त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बर्फ का पिघलना, जल का भाप बनना और नमक का पानी में घुलना कैसे परिवर्तन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रासायनिक परिवर्तन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भौतिक परिवर्तन (Physical Changes)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अनुत्क्रमणीय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विषाक्त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इनमें कोई नया पदार्थ नहीं बनता और मूल अवस्था वापस पाई जा सकती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किस धातु को भविष्य की धातु (Metal of Future)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टाइटेनियम (Titanium)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सोना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किस धातु को भविष्य की धातु (Metal of Future)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टाइटेनियम (Titanium)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तांबा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सोना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टाइटेनियम हल्की, इस्पात से मजबूत और जंग-प्रतिरोधी धातु है जो अंतरिक्ष यान में प्रयुक्त होती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विश्व की सबसे भारी ज्ञात प्राकृतिक 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सीसा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ओस्मियम (Osmium)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प्लेटिनम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पारा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विश्व की सबसे भारी ज्ञात प्राकृतिक 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सीसा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ओस्मियम (Osmium)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प्लेटिनम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पारा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ओस्मियम का घनत्व सर्वाधिक (लगभग 22.59 g/cm³) होता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विश्व की सबसे हल्की 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सोडियम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लिथियम (Lithium)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पोटेशियम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मैग्नीशियम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विश्व की सबसे हल्की 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सोडियम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लिथियम (Lithium)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पोटेशियम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मैग्नीशियम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लिथियम सबसे हल्की धातु (घनत्व 0.534 g/cm³) है, जो पानी पर तैरती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जीव विज्ञान (Biology) के जनक किन्हें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थियोफ्रेस्टस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अरस्तू (Aristotle)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डार्विन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रॉबर्ट हुक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जीव विज्ञान (Biology) के जनक किन्हें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थियोफ्रेस्टस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अरस्तू (Aristotle)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डार्विन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रॉबर्ट हुक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महान यूनानी दार्शनिक अरस्तू को जंतु विज्ञान और जीव विज्ञान का जनक कहते हैं।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वनस्पति विज्ञान (Botany) के जनक किन्हें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अरस्तू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थियोफ्रेस्टस (Theophrastus)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लीनियस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मेंडल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वनस्पति विज्ञान (Botany) के जनक किन्हें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अरस्तू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थियोफ्रेस्टस (Theophrastus)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लीनियस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मेंडल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थियोफ्रेस्टस ने पौधों के वर्गीकरण पर पहली पुस्तक लिखी।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चिकित्सा शास्त्र (Medicine) के जनक कौन माने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एडवर्ड जेनर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हिप्पोक्रेट्स (Hippocrates)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विलियम हार्वे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चरक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चिकित्सा शास्त्र (Medicine) के जनक कौन माने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एडवर्ड जेनर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हिप्पोक्रेट्स (Hippocrates)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विलियम हार्वे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चरक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यूनानी चिकित्सक हिप्पोक्रेट्स को आधुनिक चिकित्सा शास्त्र का जनक माना जाता है।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आयुर्वेद के जनक और 'चरक संहिता'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सुश्रुत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महर्षि चरक (Charaka)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पतंजलि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धन्वंतरि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आयुर्वेद के जनक और 'चरक संहिता'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सुश्रुत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महर्षि चरक (Charaka)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पतंजलि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धन्वंतरि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कनिष्क के राजवैद्य महर्षि चरक ने आयुर्वेद चिकित्सा का महान ग्रंथ चरक संहिता लिखा।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प्राचीन भारत में शल्य चिकित्सा (सर्जरी / Plastic Surgery) के जनक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चरक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महर्षि सुश्रुत (Sushruta)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धन्वंतरि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जीवक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प्राचीन भारत में शल्य चिकित्सा (सर्जरी / Plastic Surgery) के जनक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चरक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महर्षि सुश्रुत (Sushruta)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धन्वंतरि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जीवक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महर्षि सुश्रुत ने 'सुश्रुत संहिता' में शल्य क्रिया के 120 से अधिक उपकरणों का वर्णन किया।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योग दर्शन के प्रवर्तक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कपिल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महर्षि पतंजलि (Patanjali)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कणाद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गौतम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योग दर्शन के प्रवर्तक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कपिल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महर्षि पतंजलि (Patanjali)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कणाद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गौतम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महर्षि पतंजलि ने योग सूत्र की रचना कर अष्टांग योग का मार्ग दिखाया।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जीवों के द्विनाम नामकरण पद्धति (Binomial Nomenclature) के जनक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डार्विन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कैरोलस लीनियस (Carl Linnaeus)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अरस्तू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मेंडल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जीवों के द्विनाम नामकरण पद्धति (Binomial Nomenclature) के जनक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डार्विन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कैरोलस लीनियस (Carl Linnaeus)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अरस्तू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मेंडल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लीनियस ने प्रत्येक जीव का वंश और जाति (जैसे Homo sapiens) नामकरण प्रणाली दी।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मानव का वैज्ञानिक नाम (Scientific Name)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पैंथरा टाइग्रिस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होमो सेपियन्स (Homo sapiens)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राणा टिग्रिना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मैंगीफेरा इंडिका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मानव का वैज्ञानिक नाम (Scientific Name)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पैंथरा टाइग्रिस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होमो सेपियन्स (Homo sapiens)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राणा टिग्रिना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मैंगीफेरा इंडिका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आधुनिक मानव का द्विपद वैज्ञानिक नाम होमो सेपियन्स (Homo sapiens)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भारत के राष्ट्रीय पशु 'बाघ' का वैज्ञानिक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होमो सेपियन्स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पैंथरा टाइग्रिस (Panthera tigris)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पैंथरा लियो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एलिफस मैक्सिमस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भारत के राष्ट्रीय पशु 'बाघ' का वैज्ञानिक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होमो सेपियन्स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पैंथरा टाइग्रिस (Panthera tigris)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पैंथरा लियो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एलिफस मैक्सिमस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रॉयल बंगाल टाइगर का वैज्ञानिक नाम पैंथरा टाइग्रिस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भारत के राष्ट्रीय पक्षी 'मोर' का वैज्ञानिक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कोलंबा लिविया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पावो क्रिस्टेटस (Pavo cristatus)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कोरवस स्प्लेंडेंस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पैसर डोमेस्टिकस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भारत के राष्ट्रीय पक्षी 'मोर' का वैज्ञानिक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कोलंबा लिविया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पावो क्रिस्टेटस (Pavo cristatus)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कोरवस स्प्लेंडेंस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पैसर डोमेस्टिकस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भारतीय मोर का वैज्ञानिक नाम पावो क्रिस्टेटस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फलों के राजा 'आम' का वैज्ञानिक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सोलेनम ट्यूबरोसम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मैंगीफेरा इंडिका (Mangifera indica)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ओराइजा सैटिवा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ट्रिटिकम एस्टिवम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फलों के राजा 'आम' का वैज्ञानिक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सोलेनम ट्यूबरोसम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मैंगीफेरा इंडिका (Mangifera indica)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ओराइजा सैटिवा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ट्रिटिकम एस्टिवम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आम का वैज्ञानिक नाम मैंगीफेरा इंडिका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मेंढक का वैज्ञानिक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पावो क्रिस्टेटस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राना टिग्रिना (Rana tigrina)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होमो सेपियन्स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फेलिस डोमेस्टिका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मेंढक का वैज्ञानिक नाम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पावो क्रिस्टेटस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राना टिग्रिना (Rana tigrina)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होमो सेपियन्स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फेलिस डोमेस्टिका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भारतीय मेंढक का वैज्ञानिक नाम राना टिग्रिना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गांधी जी ने दक्षिण अफ्रीका में रंगभेद नीति के खिलाफ किस आश्रम की स्थापना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साबरमती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टॉलस्टॉय फार्म एवं फीनिक्स आश्रम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सेवाग्राम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वर्धा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गांधी जी ने दक्षिण अफ्रीका में रंगभेद नीति के खिलाफ किस आश्रम की स्थापना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साबरमती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टॉलस्टॉय फार्म एवं फीनिक्स आश्रम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सेवाग्राम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वर्धा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गांधी जी ने डरबन में फीनिक्स आश्रम और जोहान्सबर्ग में टॉलस्टॉय फार्म बनाया।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गांधी जी दक्षिण अफ्रीका से भारत किस ऐतिहासिक तिथि को वापस लौटे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15 अगस्त 1947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9 जनवरी 1915 (प्रवासी भारतीय दिवस)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 अक्टूबर 1869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26 जनवरी 1930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गांधी जी दक्षिण अफ्रीका से भारत किस ऐतिहासिक तिथि को वापस लौटे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15 अगस्त 1947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9 जनवरी 1915 (प्रवासी भारतीय दिवस)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 अक्टूबर 1869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26 जनवरी 1930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9 जनवरी 1915 को गांधी जी के भारत आगमन की स्मृति में 'प्रवासी भारतीय दिवस' मनाते हैं।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गांधी जी का भारत में प्रथम सफल सत्याग्रह 1917 में कहाँ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अहमदाबाद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चंपारण (बिहार - तिनकठिया प्रथा)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खेड़ा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बारडोली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गांधी जी का भारत में प्रथम सफल सत्याग्रह 1917 में कहाँ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अहमदाबाद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चंपारण (बिहार - तिनकठिया प्रथा)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खेड़ा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बारडोली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राजकुमार शुक्ल के बुलावे पर गांधी जी चंपारण आए और नील किसानों को मुक्ति दिलाई।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चंपारण सत्याग्रह के सफल नेतृत्व के बाद गांधी जी को 'महात्मा' की उपाधि किसने दी?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सुभाष चंद्र बोस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रवींद्रनाथ टैगोर (Rabindranath Tagore)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पंडित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चंपारण सत्याग्रह के सफल नेतृत्व के बाद गांधी जी को 'महात्मा' की उपाधि किसने दी?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सुभाष चंद्र बोस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रवींद्रनाथ टैगोर (Rabindranath Tagore)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पंडित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रवींद्रनाथ टैगोर ने गांधी जी को 'महात्मा' तथा गांधी जी ने टैगोर को 'गुरुदेव' कहा।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गांधी जी को सर्वप्रथम 'राष्ट्रपिता' (Father of the Nation) किसने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जवाहरलाल नेहरू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नेताजी सुभाष चंद्र बोस (सिंगापुर रेडियो - 1944)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सरदार पटेल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भगत सिंह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गांधी जी को सर्वप्रथम 'राष्ट्रपिता' (Father of the Nation) किसने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जवाहरलाल नेहरू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नेताजी सुभाष चंद्र बोस (सिंगापुर रेडियो - 1944)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सरदार पटेल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भगत सिंह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6 जुलाई 1944 को आजाद हिंद रेडियो से नेताजी ने गांधी जी को राष्ट्रपिता कहकर आशीर्वाद मांगा।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सुभाष चंद्र बोस ने 'आजाद हिंद फौज' (INA) की कमान 1943 में कहाँ संभाली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जापान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सिंगापुर (Singapore)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जर्मनी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रंगून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सुभाष चंद्र बोस ने 'आजाद हिंद फौज' (INA) की कमान 1943 में कहाँ संभाली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जापान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सिंगापुर (Singapore)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जर्मनी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रंगून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कैप्टन मोहन सिंह व रासबिहारी बोस द्वारा गठित INA की कमान सिंगापुर में नेताजी ने ली।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'तुम मुझे खून दो, मैं तुम्हें आजादी दूंगा' और 'दिल्ली चलो' का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भगत 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नेताजी सुभाष चंद्र बोस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चंद्रशेखर आजाद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लाला लाजपत राय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'तुम मुझे खून दो, मैं तुम्हें आजादी दूंगा' और 'दिल्ली चलो' का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भगत 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नेताजी सुभाष चंद्र बोस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चंद्रशेखर आजाद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लाला लाजपत राय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सुभाष चंद्र बोस ने बर्मा और सिंगापुर में भारतीय सैनिकों में जोश भरने हेतु यह नारा दिया।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नेताजी सुभाष चंद्र बोस की जयंती (23 जनवरी) को किस दिवस के रूप में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एकता दिवस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पराक्रम दिवस (Parakram Diwas)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शहीद दिवस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सद्भावना दिवस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नेताजी सुभाष चंद्र बोस की जयंती (23 जनवरी) को किस दिवस के रूप में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एकता दिवस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पराक्रम दिवस (Parakram Diwas)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शहीद दिवस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सद्भावना दिवस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भारत सरकार ने 23 जनवरी को पराक्रम दिवस घोषित किया है।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सरदार वल्लभभाई पटेल की जयंती (31 अक्टूबर) को किस दिवस के रूप में मनाते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पराक्रम दिवस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राष्ट्रीय एकता दिवस (National Unity Day)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संविधान दिवस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किसान दिवस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सरदार वल्लभभाई पटेल की जयंती (31 अक्टूबर) को किस दिवस के रूप में मनाते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पराक्रम दिवस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राष्ट्रीय एकता दिवस (National Unity Day)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संविधान दिवस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किसान दिवस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देश के एकीकरण के शिल्पी सरदार पटेल के जन्मदिवस को राष्ट्रीय एकता दिवस मनाते हैं।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विश्व की सबसे ऊँची प्रतिमा 'स्टैच्यू ऑफ यूनिटी' (182 मीटर) किस महापुरुष की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महात्मा गांधी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सरदार वल्लभभाई पटेल (केवड़िया, गुजरात)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डॉ. आंबेडकर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विश्व की सबसे ऊँची प्रतिमा 'स्टैच्यू ऑफ यूनिटी' (182 मीटर) किस महापुरुष की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महात्मा गांधी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सरदार वल्लभभाई पटेल (केवड़िया, गुजरात)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डॉ. आंबेडकर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नर्मदा नदी के तट पर सरदार सरोवर बांध के निकट 182 मीटर ऊँची सरदार पटेल की मूर्ति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स्टैच्यू ऑफ यूनिटी के मूर्तिकार (वास्तुकार)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सतीश गुजराल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राम वी. सुतार (Ram V. Sutar)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एम. एफ. हुसैन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रवींद्रनाथ टैगोर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स्टैच्यू ऑफ यूनिटी के मूर्तिकार (वास्तुकार) कौन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सतीश गुजराल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राम वी. सुतार (Ram V. Sutar)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एम. एफ. हुसैन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रवींद्रनाथ टैगोर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पद्म भूषण से सम्मानित प्रसिद्ध मूर्तिकार राम वी. सुतार ने इसका डिजाइन तैयार किया।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भारत में तीनों सेनाओं के सर्वोच्च कमान का मुख्यालय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मुंबई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नई दिल्ली (New Delhi)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कोलकाता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चेन्नई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भारत में तीनों सेनाओं के सर्वोच्च कमान का मुख्यालय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मुंबई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नई दिल्ली (New Delhi)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कोलकाता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चेन्नई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थल सेना, नौसेना और वायुसेना तीनों के मुख्यालय देश की राजधानी नई दिल्ली में हैं।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भारत की राजधानी कलकत्ता से दिल्ली किस वर्ष स्थानांतरित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1905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1911 ईस्वी (12 दिसंबर 1911)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1919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1947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भारत की राजधानी कलकत्ता से दिल्ली किस वर्ष स्थानांतरित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1905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1911 ईस्वी (12 दिसंबर 1911)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1919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1947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जॉर्ज पंचम के दिल्ली दरबार में 1911 में बंगाल विभाजन रद्द कर राजधानी दिल्ली बनी।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भारत और चीन के बीच की अंतरराष्ट्रीय सीमा रेखा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रेडक्लिफ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मैकमोहन रेखा (McMahon Line - 1914)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डूरंड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पाक जलडमरूमध्य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भारत और चीन के बीच की अंतरराष्ट्रीय सीमा रेखा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रेडक्लिफ रेखा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मैकमोहन रेखा (McMahon Line - 1914)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डूरंड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पाक जलडमरूमध्य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1914 में शिमला समझौते द्वारा निर्धारित मैकमोहन रेखा भारत व चीन की सीमा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भारत और पाकिस्तान के बीच की अंतरराष्ट्रीय सीमा रेखा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मैकमोहन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रेडक्लिफ रेखा (Radcliffe Line - 1947)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डूरंड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नियंत्रण रेखा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भारत और पाकिस्तान के बीच की अंतरराष्ट्रीय सीमा रेखा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मैकमोहन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रेडक्लिफ रेखा (Radcliffe Line - 1947)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डूरंड रेखा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नियंत्रण रेखा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17 अगस्त 1947 को सर सिरिल रेडक्लिफ ने भारत और पाकिस्तान की सीमा निर्धारित की।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भारत और अफगानिस्तान के बीच की सीमा रेखा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रेडक्लिफ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डूरंड रेखा (Durand Line - 1896)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मैकमोहन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हिंडनबर्ग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भारत और अफगानिस्तान के बीच की सीमा रेखा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रेडक्लिफ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डूरंड रेखा (Durand Line - 1896)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मैकमोहन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हिंडनबर्ग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1896 में सर मार्टिमर डूरंड द्वारा खींची गई सीमा रेखा डूरंड रेखा कहलाती है।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भारत और श्रीलंका को अलग करने वाली जलसंधि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मलक्का जलसंधि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पाक जलडमरूमध्य (Palk Strait)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बेरिंग जलसंधि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जिब्राल्टर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भारत और श्रीलंका को अलग करने वाली जलसंधि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मलक्का जलसंधि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पाक जलडमरूमध्य (Palk Strait)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बेरिंग जलसंधि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जिब्राल्टर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तमिलनाडु और श्रीलंका के मन्नार की खाड़ी के बीच पाक जलडमरूमध्य स्थित है।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लक्षद्वीप द्वीप समूह किस सागर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बंगाल की खाड़ी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अरब सागर (Arabian Sea)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हिंद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प्रशांत महासागर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लक्षद्वीप द्वीप समूह किस सागर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बंगाल की खाड़ी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अरब सागर (Arabian Sea)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हिंद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प्रशांत महासागर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लक्षद्वीप 36 प्रवाल (मूंगा) द्वीपों का समूह है जो अरब सागर में स्थित है।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अंडमान और निकोबार द्वीप समूह किस जलक्षेत्र में स्थित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अरब 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बंगाल की खाड़ी (Bay of Bengal)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लाल 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कैस्पियन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अंडमान और निकोबार द्वीप समूह किस जलक्षेत्र में स्थित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अरब 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बंगाल की खाड़ी (Bay of Bengal)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लाल 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कैस्पियन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अंडमान और निकोबार बंगाल की खाड़ी में स्थित 572 द्वीपों का समूह है।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10° चैनल (Ten Degree Channel) किन दो द्वीप समूहों को अलग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लक्षद्वीप और मालदीव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अंडमान और निकोबार (Andaman &amp; Nicobar)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भारत और श्रीलंका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दमन और दीव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10° चैनल (Ten Degree Channel) किन दो द्वीप समूहों को अलग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लक्षद्वीप और मालदीव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अंडमान और निकोबार (Andaman &amp; Nicobar)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भारत और श्रीलंका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दमन और दीव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 अंश उत्तरी अक्षांश रेखा लघु अंडमान को कार निकोबार से अलग करती है।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भारत का दक्षिणतम बिंदु 'इंदिरा पॉइंट'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कन्याकुमारी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ग्रेट निकोबार (Great Nicobar)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लक्षद्वीप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रामेश्वरम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भारत का दक्षिणतम बिंदु 'इंदिरा पॉइंट'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कन्याकुमारी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ग्रेट निकोबार (Great Nicobar)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लक्षद्वीप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रामेश्वरम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6°45' उत्तरी अक्षांश पर ग्रेट निकोबार में भारत का सबसे दक्षिणी सिरा इंदिरा पॉइंट है।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भारत की मुख्य भूमि का दक्षिणतम बिंदु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इंदिरा पॉइंट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कन्याकुमारी / केप कोमोरिन (तमिलनाडु)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रामेश्वरम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त्रिवेंद्रम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भारत की मुख्य भूमि का दक्षिणतम बिंदु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इंदिरा पॉइंट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कन्याकुमारी / केप कोमोरिन (तमिलनाडु)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रामेश्वरम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त्रिवेंद्रम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8°4' उत्तरी अक्षांश पर तमिलनाडु का कन्याकुमारी मुख्य भूमि का अंतिम छोर है।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भारत का सबसे उत्तरी बिंदु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इंदिरा पॉइंट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इंदिरा कोल (Indira Col - लद्दाख)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किबिथू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गुहार मोती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भारत का सबसे उत्तरी बिंदु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इंदिरा पॉइंट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इंदिरा कोल (Indira Col - लद्दाख)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किबिथू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गुहार मोती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लद्दाख के सियाचिन ग्लेशियर के पास स्थित बिंदु इंदिरा कोल कहलाता है।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का सबसे पूर्वी बिंदु 'किबिथू'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अरुणाचल प्रदेश (Arunachal Pradesh)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नागालैंड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मणिपुर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का सबसे पूर्वी बिंदु 'किबिथू'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अरुणाचल प्रदेश (Arunachal Pradesh)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नागालैंड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मणिपुर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अरुणाचल प्रदेश का किबिथू भारत का सबसे पूर्वी देशांतरीय छोर (97°25' E) है।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 के संविधान का कौन-सा भाग 'संविधान की आत्मा'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मौलिक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संविधान की प्रस्तावना / उद्देशिका (Preamble)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नीति निर्देशक तत्व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नागरिकता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 के संविधान का कौन-सा भाग 'संविधान की आत्मा'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मौलिक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संविधान की प्रस्तावना / उद्देशिका (Preamble)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नीति निर्देशक तत्व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नागरिकता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प्रस्तावना संविधान के मूल आदर्शों, दर्शन और लक्ष्यों का संक्षिप्त दर्पण है।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संविधान की प्रस्तावना में 'हम भारत के लोग' शब्द क्या सिद्ध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संविधान अंग्रेजों ने बनाया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संविधान की सर्वोच्च सत्ता भारत की जनता में निहित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राष्ट्रपति सर्वोच्च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संसद सर्वोच्च है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संविधान की प्रस्तावना में 'हम भारत के लोग' शब्द क्या सिद्ध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संविधान अंग्रेजों ने बनाया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संविधान की सर्वोच्च सत्ता भारत की जनता में निहित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राष्ट्रपति सर्वोच्च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संसद सर्वोच्च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संविधान का निर्माण और स्वीकार भारतीय जनता के प्रतिनिधियों द्वारा किया गया है।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भारत में एकल नागरिकता (Single Citizenship) का प्रावधान किस देश से लिया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अमेरिका (दोहरी)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ब्रिटेन (UK)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कनाडा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भारत में एकल नागरिकता (Single Citizenship) का प्रावधान किस देश से लिया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अमेरिका (दोहरी)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ब्रिटेन (UK)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कनाडा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भारत में सभी राज्यों के निवासियों को केवल एक 'भारतीय नागरिकता' प्राप्त है।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भारतीय संविधान में अवशिष्ट शक्तियां (Residuary Powers) किसे सौंपी गई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राज्यों को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केंद्र सरकार / संसद को (Parliament)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सुप्रीम कोर्ट को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राष्ट्रपति को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भारतीय संविधान में अवशिष्ट शक्तियां (Residuary Powers) किसे सौंपी गई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राज्यों को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केंद्र सरकार / संसद को (Parliament)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सुप्रीम कोर्ट को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राष्ट्रपति को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कनाडा के संविधान की तरह संघ, राज्य व समवर्ती सूची से छूटे विषय संसद के पास हैं।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भारत के संविधान में समवर्ती सूची पर विवाद होने पर किसका कानून मान्य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राज्य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केंद्र / संसद का कानून (Union Law)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दोनों का रद्द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हाई कोर्ट तय करेगा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भारत के संविधान में समवर्ती सूची पर विवाद होने पर किसका कानून मान्य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राज्य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केंद्र / संसद का कानून (Union Law)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दोनों का रद्द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हाई कोर्ट तय करेगा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254 के अनुसार केंद्र और राज्य में टकराव होने पर संसद का कानून प्रभावी होता है।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राष्ट्रीय पिछड़ा वर्ग आयोग (NCBC) को संवैधानिक दर्जा किस संशोधन से मिला?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101वां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102वां संविधान संशोधन (2018)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103वां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104वां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राष्ट्रीय पिछड़ा वर्ग आयोग (NCBC) को संवैधानिक दर्जा किस संशोधन से मिला?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101वां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102वां संविधान संशोधन (2018)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103वां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104वां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102वें संशोधन द्वारा अनुच्छेद 338B जोड़कर NCBC को संवैधानिक दर्जा दिया गया।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सामान्य वर्ग के आर्थिक रूप से कमजोर (EWS) को 10% आरक्षण किस संशोधन से मिला?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101वां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103वां संविधान संशोधन (2019)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102वां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104वां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सामान्य वर्ग के आर्थिक रूप से कमजोर (EWS) को 10% आरक्षण किस संशोधन से मिला?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101वां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103वां संविधान संशोधन (2019)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102वां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104वां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103वें संशोधन (2019) द्वारा अनुच्छेद 15(6) और 16(6) में 10% EWS आरक्षण लागू हुआ।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लोकसभा व विधानसभाओं में SC/ST आरक्षण को 10 वर्ष आगे किस संशोधन ने बढ़ाया?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101वां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104वां संविधान संशोधन (2020)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102वां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103वां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लोकसभा व विधानसभाओं में SC/ST आरक्षण को 10 वर्ष आगे किस संशोधन ने बढ़ाया?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101वां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104वां संविधान संशोधन (2020)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102वां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103वां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104वें संशोधन ने आरक्षण 2030 तक बढ़ाया और एंग्लो-इंडियन नामांकन समाप्त किया।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भारत में प्रथम लोक सभा चुनाव किस वर्ष संपन्न हुए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1951-52 ईस्वी (First General Elections)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1950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1955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भारत में प्रथम लोक सभा चुनाव किस वर्ष संपन्न हुए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1951-52 ईस्वी (First General Elections)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1950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1955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अक्टूबर 1951 से फरवरी 1952 तक स्वतंत्र भारत के पहले आम चुनाव हुए।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लोकसभा के प्रथम अध्यक्ष (First Speaker of Lok Sabha)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एम. ए. अय्यंगार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जी. वी. मावलंकर (G.V. Mavalankar)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हुकम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बलराम जाखड़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लोकसभा के प्रथम अध्यक्ष (First Speaker of Lok Sabha)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एम. ए. अय्यंगार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जी. वी. मावलंकर (G.V. Mavalankar)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हुकम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बलराम जाखड़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गणेश वासुदेव मावलंकर (दादा साहेब) स्वतंत्र भारत की प्रथम लोकसभा के अध्यक्ष बने।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लोकसभा की प्रथम महिला अध्यक्ष (स्पीकर) कौन बनी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सुमित्रा महाजन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मीरा कुमार (बिहार के सासाराम से - 2009)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प्रतिभा पाटिल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लोकसभा की प्रथम महिला अध्यक्ष (स्पीकर) कौन बनी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सुमित्रा महाजन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मीरा कुमार (बिहार के सासाराम से - 2009)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प्रतिभा पाटिल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बाबू जगजीवन राम की पुत्री मीरा कुमार 2009 में लोकसभा की पहली महिला अध्यक्ष बनीं।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संख्याओं 15, 20 और 30 का लघुत्तम समापवर्त्य (LCM)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संख्याओं 15, 20 और 30 का लघुत्तम समापवर्त्य (LCM)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15, 20 और 30 तीनों से कटने वाली सबसे छोटी संख्या 60 है।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यदि ₹1500 की वस्तु पर 20% और 10% की दो क्रमिक छूटें (Successive Discounts) दी जाएं, तो समतुल्य छूट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28% [20 + 10 - (20×10)/100]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22%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यदि ₹1500 की वस्तु पर 20% और 10% की दो क्रमिक छूटें (Successive Discounts) दी जाएं, तो समतुल्य छूट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28% [20 + 10 - (20×10)/100]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समतुल्य छूट = d₁ + d₂ - (d₁d₂/100) = 20 + 10 - 2 = 28%।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एक व्यक्ति ₹60 में 12 केले खरीदता है और ₹72 में 12 केले बेचता है। लाभ %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10%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एक व्यक्ति ₹60 में 12 केले खरीदता है और ₹72 में 12 केले बेचता है। लाभ %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लाभ = 72 - 60 = ₹12। लाभ % = (12/60) × 100 = 20%।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₹2500 का 2 वर्ष में 4% वार्षिक दर से चक्रवृद्धि ब्याज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₹204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₹210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₹216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₹2500 का 2 वर्ष में 4% वार्षिक दर से चक्रवृद्धि ब्याज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₹204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₹210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₹216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A = 2500(1.04)² = 2500 × 1.0816 = ₹2704। CI = 2704 - 2500 = ₹204।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यदि x : y = 3 : 4 हो, तो (2x + 3y) : (3x + 4y)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18 :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18 : 25 [2(3)+3(4) : 3(3)+4(4)]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15 :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 : 16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यदि x : y = 3 : 4 हो, तो (2x + 3y) : (3x + 4y)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18 :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18 : 25 [2(3)+3(4) : 3(3)+4(4)]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15 :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 :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2(3) + 3(4) = 6 + 12 = 18। 3(3) + 4(4) = 9 + 16 = 25। अतः अनुपात 18 : 25।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7x - 9 = 16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25/7 (लगभग 3.57)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7x - 9 = 16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25/7 (लगभग 3.57)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7x = 16 + 9 = 25 ➔ x = 25/7।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5ˣ⁻² = 125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5ˣ⁻² = 125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125 = 5³ ➔ x - 2 = 3 ➔ x = 3 + 2 = 5।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(x + y)² - (x - y)² का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2(x² + y²)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4xy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x² - y²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2xy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(x + y)² - (x - y)² का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2(x² + y²)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4xy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x² - y²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2xy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(x² + 2xy + y²) - (x² - 2xy + y²) = 4xy।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- 9x + 20 का गुणनखंड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(x - 2)(x - 10)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(x - 4)(x - 5)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(x + 4)(x + 5)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(x - 1)(x - 20)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- 9x + 20 का गुणनखंड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(x - 2)(x - 10)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(x - 4)(x - 5)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(x + 4)(x + 5)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(x - 1)(x - 20)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-4 × -5 = 20 और -4 + (-5) = -9 ➔ (x - 4)(x - 5)।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x - 1/x = 4 हो, तो x² + 1/x²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x - 1/x = 4 हो, तो x² + 1/x²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(x - 1/x)² = x² + 1/x² - 2 ➔ 16 = मान - 2 ➔ मान = 18।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त्रिभुज का आधार 15 सेमी तथा ऊंचाई 10 सेमी है। इसका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150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75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100 सेमी²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त्रिभुज का आधार 15 सेमी तथा ऊंचाई 10 सेमी है। इसका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150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75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100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क्षेत्रफल = ½ × 15 × 10 = 75 सेमी²।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समचतुर्भुज के विकर्ण 16 सेमी और 12 सेमी हैं। उसका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192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96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48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100 सेमी²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समचतुर्भुज के विकर्ण 16 सेमी और 12 सेमी हैं। उसका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192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96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48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100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क्षेत्रफल = ½ × d₁ × d₂ = ½ × 16 × 12 = 96 सेमी²।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वृत्त की त्रिज्या 7 सेमी है। उसके चतुर्थांश (Quadrant) 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77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38.5 सेमी² (154 / 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44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28 सेमी²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वृत्त की त्रिज्या 7 सेमी है। उसके चतुर्थांश (Quadrant) का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77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38.5 सेमी² (154 / 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44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28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वृत्त क्षेत्रफल = 154 सेमी²। चतुर्थांश = 154 / 4 = 38.5 सेमी²।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बेलन की त्रिज्या 7 सेमी और ऊंचाई 14 सेमी है। इसका वक्र पृष्ठीय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308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616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154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462 सेमी²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बेलन की त्रिज्या 7 सेमी और ऊंचाई 14 सेमी है। इसका वक्र पृष्ठीय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308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616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154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462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वक्र पृष्ठ = 2πrh = 2 × (22/7) × 7 × 14 = 44 × 14 = 616 सेमी²।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कमरे की लंबाई 8 मी, चौड़ाई 6 मी और ऊंचाई 3 मी है। कमरे का आयतन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144 मी³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144 मी³ (8 × 6 ×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72 मी³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96 मी³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कमरे की लंबाई 8 मी, चौड़ाई 6 मी और ऊंचाई 3 मी है। कमरे का आयतन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144 मी³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144 मी³ (8 × 6 ×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72 मी³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96 मी³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आयतन = l × b × h = 8 × 6 × 3 = 144 मी³।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घन का संपूर्ण पृष्ठीय क्षेत्रफल 150 सेमी² है। उसकी भुजा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 सेमी (6a² = 150 ➔ a² = 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 सेमी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घन का संपूर्ण पृष्ठीय क्षेत्रफल 150 सेमी² है। उसकी भुजा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 सेमी (6a² = 150 ➔ a² = 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6a² = 150 ➔ a² = 25 ➔ a = 5 सेमी।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5184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76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5184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76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72 × 72 = 5184, अतः √5184 = 72।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8000 का घनमूल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40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8000 का घनमूल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20 × 20 × 20 = 8000, अतः ∛8000 = 20।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प्रथम 10 सम संख्याओं (2, 4, 6... 20) का औसत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11 (n + 1)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प्रथम 10 सम संख्याओं (2, 4, 6... 20) का औसत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11 (n + 1)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प्रथम n सम संख्याओं का औसत = n + 1 = 10 + 1 = 11।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एक अच्छी तरह फेंटी गई 52 पत्तों की ताश की गड्डी में से 'लाल रंग' का पत्ता आने की प्रायिकता: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1/2 (26/52)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3/4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एक अच्छी तरह फेंटी गई 52 पत्तों की ताश की गड्डी में से 'लाल रंग' का पत्ता आने की प्रायिकता: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1/4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1/2 (26/52)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1/13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3/4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गड्डी में 26 लाल (पान + ईंट) और 26 काले पत्ते होते हैं। प्रायिकता = 26/52 = 1/2।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#09 — स्कोर विश्लेषण व कट-ऑफ मैट्रिक्स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🎯 90 प्रश्नों का स्कोर विश्लेषण एवं राज्य मेरिट रणनीति (Cut-off Strategy):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80+ अंक (State Top Rankers): राज्य में टॉप 50 रैंक सुनिश्चित! छात्रवृत्ति 100% पक्की।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70 - 79 अंक (Very High Merit): सुरक्षित कट-ऑफ पार! जिला स्तर पर उत्कृष्ट रैंक।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60 - 69 अंक (Qualifying Zone): गणित एवं रसायन विज्ञान के सूत्रों का 1 बार पुनः अभ्यास करें।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से कम अंक: विज्ञान व सामाजिक विज्ञान के सभी 17+17 क्लास नोट्स का दोबारा रिवीजन करें।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#09 — त्वरित ऑल-सब्जेक्ट गोल्डन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ऑल-सब्जेक्ट गोल्डन रिवीजन सूत्र (Grand Memory Key):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विज्ञान सूत्र: समानांतर दर्पण = अनंत | 90° पर = 3 | पेरिस्कोप = 45° दो दर्पण | टेलीस्कोप = गैलीलियो | बायोगैस = मीथेन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इतिहास आंदोलन: चंपारण = 1917 (गांधी जी) | टैगोर उपाधि = महात्मा | आजाद हिंद फौज = सिंगापुर (1943) | स्टैच्यू = 182 मी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भूगोल सीमाएं: मैकमोहन = चीन | रेडक्लिफ = पाक | डूरंड = अफगानिस्तान | पाक जलसंधि = श्रीलंका | 10° चैनल = अंडमान-निकोबार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नागरिक शास्त्र: प्रस्तावना = संविधान की आत्मा | एकल नागरिकता = ब्रिटेन | EWS = 103वां संशोधन (10%) | प्रथम स्पीकर = मावलंकर | महिला = मीरा कुमार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गणित सूत्र: क्रमिक छूट 20+10 = 28% | चतुर्थानुपाती = 12 | वृत्त चतुर्थांश = 38.5 (r=7) | घन पृष्ठ 150 ➔ भुजा = 5 | √5184 = 72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#09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SAT MOCK TEST 09 : 90/90 अंक सम्पूर्ण SAT महामंथन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  |  WhatsApp / Helpline: +91 91101 13671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