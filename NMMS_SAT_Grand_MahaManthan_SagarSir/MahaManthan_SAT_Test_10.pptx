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10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#10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#10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प्रकाश एक माध्यम से दूसरे माध्यम में जाता है, तो कौन-सी भौतिक राशि अपरिवर्तित रहती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आवृत्ति (Frequency)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तीव्रता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प्रकाश एक माध्यम से दूसरे माध्यम में जाता है, तो कौन-सी भौतिक राशि अपरिवर्तित रहती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आवृत्ति (Frequency)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तीव्रता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अपवर्तन के दौरान प्रकाश की चाल और तरंगदैर्घ्य बदलते हैं परंतु आवृत्ति नहीं बदलती।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जल में प्रकाश की चाल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 × 10⁸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2.25 × 10⁸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2.0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1.5 × 10⁸ m/s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जल में प्रकाश की चाल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 × 10⁸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2.25 × 10⁸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2.0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1.5 × 10⁸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निर्वात में 3 लाख किमी/सेकंड, जल में 2.25 लाख किमी/सेकंड तथा कांच में 2 लाख किमी/सेकंड होती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कांच में प्रकाश की चाल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 × 10⁸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 × 10⁸ m/s (2,00,000 km/s)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2.25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1.2 × 10⁸ m/s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कांच में प्रकाश की चाल लगभग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 × 10⁸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 × 10⁸ m/s (2,00,000 km/s)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2.25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1.2 × 10⁸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कांच का अपवर्तनांक 1.5 होने से चाल 3/1.5 = 2 × 10⁸ m/s होती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हीरे का अपवर्तनांक कितना होता है जो प्रकृति में सर्वाधिक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1.33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2.42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1.50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1.65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हीरे का अपवर्तनांक कितना होता है जो प्रकृति में सर्वाधिक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1.33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2.42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1.50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1.65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हीरे का अपवर्तनांक 2.42 होता है जिससे इसमें प्रकाश सबसे धीमा (1.24 लाख किमी/सेकंड) चलता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पानी का अपवर्तनांक (Refractive Index)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1.33 (4/3)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2.42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पानी का अपवर्तनांक (Refractive Index)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1.33 (4/3)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2.42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पानी का अपवर्तनांक 1.33 (लगभग 4/3) होता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साधारण कांच का अपवर्तनांक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1.33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1.5 (3/2)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2.42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साधारण कांच का अपवर्तनांक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1.33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1.5 (3/2)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2.42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कांच का अपवर्तनांक 1.5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वायु में ध्वनि की चाल तापमान बढ़ने पर: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घटती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बढ़ती है (Increases)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अपरिवर्तित रहती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शून्य होती है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वायु में ध्वनि की चाल तापमान बढ़ने पर: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घटती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बढ़ती है (Increases)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अपरिवर्तित रहती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शून्य होती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तापमान में प्रत्येक 1°C वृद्धि पर ध्वनि की चाल 0.61 m/s बढ़ जाती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20,000 Hz से अधिक आवृत्ति वाली तरंगों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अवश्रव्य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श्रव्य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रेडियो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20,000 Hz से अधिक आवृत्ति वाली तरंगों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अवश्रव्य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पराश्रव्य तरंगें (Ultrasound)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श्रव्य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रेडियो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श्रव्य सीमा से ऊपर (20 kHz+) पराश्रव्य तरंगें कहलाती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20 Hz से कम आवृत्ति वाली तरंगों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पराश्रव्य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अवश्रव्य तरंगें (Infrasonic)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श्रव्य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पराबैंगनी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20 Hz से कम आवृत्ति वाली तरंगों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पराश्रव्य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अवश्रव्य तरंगें (Infrasonic)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श्रव्य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पराबैंगनी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हाथी, व्हेल और भूकंप की तरंगें अवश्रव्य (20 Hz से कम) होती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आकाशीय बिजली चमकने के बाद गड़गड़ाहट देर से क्यों सुनाई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बिजली पहले गिरती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प्रकाश की चाल ध्वनि की चाल से अत्यंत तेज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कान देर से सुनते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बादल दूर होते हैं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आकाशीय बिजली चमकने के बाद गड़गड़ाहट देर से क्यों सुनाई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बिजली पहले गिरती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प्रकाश की चाल ध्वनि की चाल से अत्यंत तेज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कान देर से सुनते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बादल दूर होते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3 लाख किमी/सेकंड से तुरंत आता है, जबकि ध्वनि 332 मी/सेकंड से देर से पहुँचती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किसी विद्युत चालक तार में धारा प्रवाहित करने पर उसके चारों ओर क्या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विद्युत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चुंबकीय क्षेत्र (Magnetic Field)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गुरुत्वीय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स्थिर आवेश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किसी विद्युत चालक तार में धारा प्रवाहित करने पर उसके चारों ओर क्या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विद्युत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चुंबकीय क्षेत्र (Magnetic Field)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गुरुत्वीय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स्थिर आवेश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1820 में हैंस क्रिश्चियन ओर्स्टेड ने विद्युत धारा के चुंबकीय प्रभाव की खोज की।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विद्युत चुंबकीय प्रेरण (Electromagnetic Induction)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ओर्स्टेड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माइकल फैराडे (Michael Faraday)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थॉमसन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विद्युत चुंबकीय प्रेरण (Electromagnetic Induction)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ओर्स्टेड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माइकल फैराडे (Michael Faraday)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थॉमसन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1831 में फैराडे ने चुंबक और कुंडली की गति से विद्युत धारा उत्पन्न करने की खोज की (जनरेटर/डायनेमो)।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शुद्ध जल का गलनांक (Melting Point) फारेनहाइट पैमाने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32°F (0°C = 32°F)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212°F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शुद्ध जल का गलनांक (Melting Point) फारेनहाइट पैमाने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32°F (0°C = 32°F)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212°F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सेल्सियस पैमाने पर 0°C तथा फारेनहाइट पैमाने पर 32°F पर बर्फ पिघलती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जल का क्वथनांक फारेनहाइट पैमाने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212°F (100°C = 212°F)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180°F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373°F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जल का क्वथनांक फारेनहाइट पैमाने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100°F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212°F (100°C = 212°F)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180°F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373°F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100°C = 212°F पर जल उबलता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किस तापमान पर सेल्सियस और फारेनहाइट दोनों पैमानों का मान समान (-40)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-40° (-40°C = -40°F)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-100°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किस तापमान पर सेल्सियस और फारेनहाइट दोनों पैमानों का मान समान (-40)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-40° (-40°C = -40°F)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-100°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C/5 = (F - 32)/9 सूत्र से -40° पर दोनों पैमाने एक समान पाठ्यांक दिखाते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परम शून्य तापमान (Absolute Zero Temperature) का मान केल्विन पैमाने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 K (-273.15°C)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273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-273 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परम शून्य तापमान (Absolute Zero Temperature) का मान केल्विन पैमाने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0 K (-273.15°C)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273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-273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0 केल्विन वह न्यूनतम संभव तापमान है जिस पर सभी आणविक गतियां शून्य हो जाती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जल का रासायनिक सूत्र H₂O है। इसमें हाइड्रोजन और ऑक्सीजन के परमाणुओं का अनुपात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 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 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 :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जल का रासायनिक सूत्र H₂O है। इसमें हाइड्रोजन और ऑक्सीजन के परमाणुओं का अनुपात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 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 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 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 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के 1 अणु में 2 हाइड्रोजन परमाणु तथा 1 ऑक्सीजन परमाणु होते हैं।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भारी जल (D₂O) में ड्यूटेरियम किस तत्व का समस्थानिक (Isotope)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हाइड्रोजन (Hydrogen)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भारी जल (D₂O) में ड्यूटेरियम किस तत्व का समस्थानिक (Isotope)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कार्बन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(Hydrogen)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के 3 समस्थानिक हैं: प्रोटियम (¹H), ड्यूटेरियम (²H) और ट्राइटियम (³H)।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हाइड्रोजन का कौन-सा समस्थानिक रेडियोएक्टिव (रेडियोधर्मी)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प्रोटियम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ट्राइटियम (Tritium - ³H)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ड्यूटेरियम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कोई नहीं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हाइड्रोजन का कौन-सा समस्थानिक रेडियोएक्टिव (रेडियोधर्मी)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प्रोटियम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ट्राइटियम (Tritium - ³H)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ड्यूटेरियम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कोई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ट्राइटियम (³H) रेडियोधर्मी समस्थानिक है जो बीटा कण उत्सर्जित करता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परमाणु रिएक्टरों में यूरेनियम-235 के विखंडन में मंदक (Moderator) के रूप में क्या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साधारण जल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भारी जल (D₂O) या ग्रेफाइट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पेट्रोल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अल्कोहल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परमाणु रिएक्टरों में यूरेनियम-235 के विखंडन में मंदक (Moderator) के रूप में क्या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साधारण जल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भारी जल (D₂O) या ग्रेफाइट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पेट्रोल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अल्कोहल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भारी जल और ग्रेफाइट तीव्र न्यूट्रॉनों की गति को धीमा कर नियंत्रित शृंखला अभिक्रिया चलाते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परमाणु रिएक्टर में न्यूट्रॉनों को अवशोषित कर अभिक्रिया नियंत्रित करने वाली छड़ें किसकी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कैडमियम (Cadmium) या बोरॉन की छड़ें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परमाणु रिएक्टर में न्यूट्रॉनों को अवशोषित कर अभिक्रिया नियंत्रित करने वाली छड़ें किसकी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कैडमियम (Cadmium) या बोरॉन की छड़ें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कैडमियम और बोरॉन की छड़ें अतिरिक्त न्यूट्रॉनों को सोखकर विस्फोट से बचाती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सूर्य एवं तारों में अपार ऊर्जा का मुख्य स्रोत कौन-सी नाभिकीय अभिक्रिया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नाभिकीय 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नाभिकीय संलयन (Nuclear Fusion)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ऑक्सीकरण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सूर्य एवं तारों में अपार ऊर्जा का मुख्य स्रोत कौन-सी नाभिकीय अभिक्रिया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नाभिकीय 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नाभिकीय संलयन (Nuclear Fusion)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ऑक्सीकरण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सूर्य में हाइड्रोजन के 4 नाभिक मिलकर हीलियम नाभिक बनाते हैं (संलयन अभिक्रिया)।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हाइड्रोजन बम किस सिद्धांत पर आधारित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नाभिकीय 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अनियंत्रित नाभिकीय संलयन (Nuclear Fusion)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रासायनिक क्रिया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रेडियोधर्मिता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हाइड्रोजन बम किस सिद्धांत पर आधारित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नाभिकीय विखंडन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अनियंत्रित नाभिकीय संलयन (Nuclear Fusion)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रासायनिक क्रिया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रेडियोधर्मिता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बम नाभिकीय संलयन पर तथा परमाणु बम नाभिकीय विखंडन पर आधारित होता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इंसुलिन हार्मोन की कमी से कौन-सा रोग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मधुमेह / डायबिटीज (Diabetes Mellitus)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एनीमिया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रिकेट्स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मानव शरीर में इंसुलिन हार्मोन की कमी से कौन-सा रोग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मधुमेह / डायबिटीज (Diabetes Mellitus)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एनीमिया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रिकेट्स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इंसुलिन रक्त में ग्लूकोज को नियंत्रित करता है; कमी से रक्त में शर्करा बढ़ जाती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विश्व मधुमेह दिवस (World Diabetes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14 नवंबर (14th November)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 दिसंबर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अप्रैल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विश्व मधुमेह दिवस (World Diabetes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14 नवंबर (14th November)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 दिसंबर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इंसुलिन के सह-खोजकर्ता बैंटिंग के जन्मदिवस (14 नवंबर) को मधुमेह दिवस मनाते हैं।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विश्व जनसंख्या दिवस (World Population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 जुलाई (11th July)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22 अप्रैल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विश्व जनसंख्या दिवस (World Population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 जुलाई (11th July)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22 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जनसंख्या वृद्धि की चुनौतियों पर जागरूकता हेतु 11 जुलाई को जनसंख्या दिवस मनाते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विश्व जल दिवस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मार्च (22nd March)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21 मार्च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विश्व जल दिवस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 मार्च (22nd March)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21 मार्च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संरक्षण का संदेश देने हेतु प्रतिवर्ष 22 मार्च को विश्व जल दिवस मनाते हैं।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पृथ्वी दिवस (World Earth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अप्रैल (22nd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 सितंबर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पृथ्वी दिवस (World Earth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 अप्रैल (22nd April)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 सितंबर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के संरक्षण का संकल्प लेने हेतु 22 अप्रैल को पृथ्वी दिवस मनाते हैं।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विश्व जैव विविधता दिवस (International Biodiversity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मई (22nd May)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22 अप्रैल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 जून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विश्व जैव विविधता दिवस (International Biodiversity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 मई (22nd May)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22 अप्रैल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 जून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जैव विविधता संरक्षण हेतु प्रतिवर्ष 22 मई को यह अंतरराष्ट्रीय दिवस मनाते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राष्ट्रीय विज्ञान दिवस (National Science Day) 28 फरवरी को किसकी खोज के उपलक्ष्य में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होमी भाभा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 सी. वी. रमन ('रमन प्रभाव' - 1928)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जगदीश चंद्र बसु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रामानुजन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राष्ट्रीय विज्ञान दिवस (National Science Day) 28 फरवरी को किसकी खोज के उपलक्ष्य में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होमी भाभा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 सी. वी. रमन ('रमन प्रभाव' - 1928)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जगदीश चंद्र बसु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रामानुजन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28 फरवरी 1928 को सी. वी. रमन ने रमन प्रभाव खोजा (1930 में भौतिकी नोबेल पुरस्कार)।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पौधों में जीवन की खोज करने वाले भारतीय वैज्ञानिक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 जगदीश चंद्र बसु (क्रेस्कोग्राफ यंत्र)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हरगोविंद खुराना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बीरबल साहनी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पौधों में जीवन की खोज करने वाले भारतीय वैज्ञानिक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 जगदीश चंद्र बसु (क्रेस्कोग्राफ यंत्र)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हरगोविंद खुराना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बीरबल साहनी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जे. सी. बसु ने 'क्रेस्कोग्राफ' यंत्र बनाकर सिद्ध किया कि पौधों में भी जीवन व संवेदनशीलता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कृत्रिम जीन संश्लेषण हेतु किस भारतीय मूल के वैज्ञानिक को नोबेल पुरस्कार (1968)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हरगोविंद खुराना (H.G. Khorana)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अमर्त्य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चंद्रशेखर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कृत्रिम जीन संश्लेषण हेतु किस भारतीय मूल के वैज्ञानिक को नोबेल पुरस्कार (1968)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हरगोविंद खुराना (H.G. Khorana)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अमर्त्य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चंद्रशेखर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डॉ. खुराना को आनुवंशिक कोड की व्याख्या और प्रोटीन संश्लेषण हेतु चिकित्सा नोबेल मिला।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भारत में 'हरित क्रांति' (Green Revolution) का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एम. एस. स्वामीनाथन (M.S. Swaminathan)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सैम पित्रोदा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सुंदरलाल बहुगुणा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भारत में 'हरित क्रांति' (Green Revolution) का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एम. एस. स्वामीनाथन (M.S. Swaminathan)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सैम पित्रोदा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सुंदरलाल बहुगुणा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डॉ. स्वामीनाथन ने उच्च उपज वाले गेहूं व चावल के बीजों से कृषि उत्पादन में क्रांति ला दी।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भारत में 'श्वेत क्रांति' (दुग्ध उत्पादन / आपरेशन फ्लड) के जनक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एम. एस. स्वामीनाथन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वर्गीज कुरियन (Dr. Verghese Kurien)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नॉर्मन बोरलॉग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अमर्त्य सेन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भारत में 'श्वेत क्रांति' (दुग्ध उत्पादन / आपरेशन फ्लड) के जनक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एम. एस. स्वामीनाथन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वर्गीज कुरियन (Dr. Verghese Kurien)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नॉर्मन बोरलॉग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अमर्त्य सेन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अमूल के संस्थापक डॉ. कुरियन ने भारत को विश्व का सबसे बड़ा दूध उत्पादक देश बनाया।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में हरित क्रांति के मूल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एम. एस. स्वामीनाथन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नॉर्मन बोरलॉग (Norman Borlaug - नोबेल शांति)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कुरियन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फ्लेमिंग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में हरित क्रांति के मूल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एम. एस. स्वामीनाथन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नॉर्मन बोरलॉग (Norman Borlaug - नोबेल शांति)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कुरियन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फ्लेमिंग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अमेरिकी कृषि वैज्ञानिक नॉर्मन बोरलॉग ने मैक्सिको में बौने गेहूं की किस्में विकसित कीं।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जय जवान, जय किसान का अमर नारा 1965 के भारत-पाक युद्ध में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लाल बहादुर शास्त्री (Lal Bahadur Shastri)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इंदिरा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अटल बिहारी वाजपेयी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जय जवान, जय किसान का अमर नारा 1965 के भारत-पाक युद्ध में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लाल बहादुर शास्त्री (Lal Bahadur Shastri)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इंदिरा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अटल बिहारी वाजपेयी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के द्वितीय प्रधानमंत्री लाल बहादुर शास्त्री ने देश के सैनिकों व किसानों को यह नारा दिया।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जय जवान, जय किसान, जय विज्ञान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लाल बहादुर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अटल बिहारी वाजपेयी (पोखरण-2, 1998)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नरेंद्र मोदी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राजीव गांधी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जय जवान, जय किसान, जय विज्ञान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लाल बहादुर शास्त्री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अटल बिहारी वाजपेयी (पोखरण-2, 1998)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नरेंद्र मोदी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राजीव गांधी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1998 में पोखरण परमाणु परीक्षण के बाद प्रधानमंत्री वाजपेयी ने 'जय विज्ञान' जोड़ा।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भारत का राष्ट्रीय गान 'जन गण मन' के रचयिता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बंकिम चंद्र चटर्जी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इकबाल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भारत का राष्ट्रीय गान 'जन गण मन' के रचयिता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बंकिम चंद्र चटर्जी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इकबाल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रवींद्रनाथ टैगोर ने 1911 में जन गण मन लिखा (24 जनवरी 1950 को राष्ट्रीय गान स्वीकृत)।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भारत का राष्ट्रीय गीत 'वंदे मातरम्' किस उपन्यास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गोदान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आनंदमठ (बंकिम चंद्र चटर्जी - 1882)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गीतांजलि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कपालकुंडला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भारत का राष्ट्रीय गीत 'वंदे मातरम्' किस उपन्यास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गोदान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आनंदमठ (बंकिम चंद्र चटर्जी - 1882)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गीतांजलि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कपालकुंडला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बंकिम चंद्र के संन्यासी विद्रोह पर आधारित उपन्यास आनंदमठ से वंदे मातरम् लिया गया।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'सारे जहाँ से अच्छा हिन्दोस्तां हमारा' तराने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रवींद्रनाथ टैगोर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मुहम्मद इकबाल (Muhammad Iqbal)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गालिब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मीर तकी मीर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'सारे जहाँ से अच्छा हिन्दोस्तां हमारा' तराने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रवींद्रनाथ टैगोर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मुहम्मद इकबाल (Muhammad Iqbal)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गालिब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मीर तकी मीर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कवि मुहम्मद इकबाल ने 1904 में यह राष्ट्रीय तराना लिखा था।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भारत रत्न से सम्मानित होने वाले प्रथम भारतीय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सर्वपल्ली राधाकृष्णन (1954)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सी. वी. रमन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सी. राजगोपालाचारी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भारत रत्न से सम्मानित होने वाले प्रथम भारतीय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पंडित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सर्वपल्ली राधाकृष्णन (1954)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सी. वी. रमन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सी. राजगोपालाचारी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1954 में डॉ. राधाकृष्णन, सी. राजगोपालाचारी और सी. वी. रमन को संयुक्त रूप से प्रथम भारत रत्न मिला।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नोबेल पुरस्कार प्राप्त करने वाले प्रथम भारतीय एवं प्रथम एशियाई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 (साहित्य में 1913 - गीतांजलि)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मदर टेरेसा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अमर्त्य सेन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नोबेल पुरस्कार प्राप्त करने वाले प्रथम भारतीय एवं प्रथम एशियाई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सी. वी. रमन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रवींद्रनाथ टैगोर (साहित्य में 1913 - गीतांजलि)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मदर टेरेसा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अमर्त्य सेन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1913 में गुरुदेव रवींद्रनाथ टैगोर को 'गीतांजलि' काव्य संग्रह हेतु साहित्य का नोबेल मिला।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नोबेल शांति पुरस्कार प्राप्त करने वाली प्रथम भारतीय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मदर टेरेसा (Mother Teresa - 1979)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इंदिरा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अरुणा आसफ अली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नोबेल शांति पुरस्कार प्राप्त करने वाली प्रथम भारतीय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मदर टेरेसा (Mother Teresa - 1979)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इंदिरा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अरुणा आसफ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कोलकाता में मिशनरीज ऑफ चैरिटी द्वारा दीन-दुखियों की सेवा हेतु 1979 में नोबेल शांति पुरस्कार मिला।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भारत की प्रथम महिला प्रधानमंत्री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श्रीमती इंदिरा गांधी (1966)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प्रतिभा पाटिल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सुचेता कृपलानी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भारत की प्रथम महिला प्रधानमंत्री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श्रीमती इंदिरा गांधी (1966)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प्रतिभा पाटिल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सुचेता कृपलानी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1966 में इंदिरा गांधी भारत की पहली महिला प्रधानमंत्री बनीं।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की प्रथम महिला राष्ट्रपति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द्रौपदी मुर्मू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श्रीमती प्रतिभा देवीसिंह पाटिल (2007)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मीरा कुमार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की प्रथम महिला राष्ट्रपति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द्रौपदी मुर्मू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श्रीमती प्रतिभा देवीसिंह पाटिल (2007)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मीरा कुमार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2007 में प्रतिभा पाटिल देश की पहली महिला राष्ट्रपति निर्वाचित हुईं।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भारत की प्रथम आदिवासी महिला राष्ट्रपति वर्तमान में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प्रतिभा पाटिल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श्रीमती द्रौपदी मुर्मू (Droupadi Murmu - 2022)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अनुसुइया उइके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बेबी रानी मौर्य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भारत की प्रथम आदिवासी महिला राष्ट्रपति वर्तमान में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प्रतिभा पाटिल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श्रीमती द्रौपदी मुर्मू (Droupadi Murmu - 2022)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अनुसुइया उइके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बेबी रानी मौर्य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ओडिशा के मयूरभंज की संथाली आदिवासी पृष्ठभूमि से श्रीमती मुर्मू 15वीं राष्ट्रपति हैं।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की प्रथम महिला राज्यपाल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सुचेता कृपलानी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श्रीमती सरोजिनी नायडू (उत्तर प्रदेश - 1947)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विजयलक्ष्मी पंडित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पद्मजा नायडू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की प्रथम महिला राज्यपाल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सुचेता कृपलानी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श्रीमती सरोजिनी नायडू (उत्तर प्रदेश - 1947)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विजयलक्ष्मी पंडित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पद्मजा नायडू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कोकिला सरोजिनी नायडू 1947 में उत्तर प्रदेश की पहली महिला राज्यपाल बनीं।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प्रथम महिला मुख्यमंत्री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श्रीमती सुचेता कृपलानी (उत्तर प्रदेश - 1963)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मायावती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जयललिता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प्रथम महिला मुख्यमंत्री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श्रीमती सुचेता कृपलानी (उत्तर प्रदेश - 1963)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मायावती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जयललिता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1963 में सुचेता कृपलानी उत्तर प्रदेश की पहली महिला मुख्यमंत्री बनीं।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माउंट एवरेस्ट पर चढ़ने वाली प्रथम भारतीय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संतोष यादव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बछेंद्री पाल (Bachendri Pal - 1984)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अरुणिमा सिन्हा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प्रेमलता अग्रवाल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माउंट एवरेस्ट पर चढ़ने वाली प्रथम भारतीय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संतोष यादव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बछेंद्री पाल (Bachendri Pal - 1984)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अरुणिमा सिन्हा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प्रेमलता अग्रवाल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23 मई 1984 को बछेंद्री पाल ने माउंट एवरेस्ट के शिखर पर तिरंगा फहराया।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माउंट एवरेस्ट पर दो बार लगातार चढ़ने वाली प्रथम भारतीय महिला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बछेंद्री 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संतोष यादव (Santosh Yadav - 1992, 1993)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अरुणिमा सिन्हा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दीपा मलिक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माउंट एवरेस्ट पर दो बार लगातार चढ़ने वाली प्रथम भारतीय महिला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बछेंद्री पाल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संतोष यादव (Santosh Yadav - 1992, 1993)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अरुणिमा सिन्हा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दीपा मलिक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संतोष यादव ने 1992 और 1993 में दो बार एवरेस्ट फतह किया।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अंतरिक्ष में जाने वाले प्रथम भारतीय व्यक्ति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कल्पना चावला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राकेश शर्मा (Rakesh Sharma - 1984)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सुनीता विलियम्स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विक्रम साराभाई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अंतरिक्ष में जाने वाले प्रथम भारतीय व्यक्ति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कल्पना चावला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राकेश शर्मा (Rakesh Sharma - 1984)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सुनीता विलियम्स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विक्रम साराभाई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 अप्रैल 1984 को सोवियत संघ के सोयूज टी-11 से राकेश शर्मा ने अंतरिक्ष यात्रा की (सारे जहाँ से अच्छा)।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अंतरिक्ष में जाने वाली प्रथम भारतीय मूल की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सुनीता विलियम्स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कल्पना चावला (Kalpana Chawla - करनाल)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शिरीषा बांदला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बछेंद्री पाल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अंतरिक्ष में जाने वाली प्रथम भारतीय मूल की महिला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सुनीता विलियम्स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कल्पना चावला (Kalpana Chawla - करनाल)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शिरीषा बांदला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बछेंद्री 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हरियाणा के करनाल की बेटी कल्पना चावला ने 1997 और 2003 (कोलंबिया यान) में अंतरिक्ष यात्रा की।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भारतीय अंतरिक्ष अनुसंधान संगठन (ISRO)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1969 ईस्वी (15 अगस्त 1969)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1984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भारतीय अंतरिक्ष अनुसंधान संगठन (ISRO)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1969 ईस्वी (15 अगस्त 1969)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डॉ. विक्रम साराभाई के प्रयासों से 15 अगस्त 1969 को इसरो की स्थापना हुई (मुख्यालय: बेंगलुरु)।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इसरो का सतीश धवन अंतरिक्ष केंद्र (प्रक्षेपण स्थल)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बेंगलुरु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श्रीहरिकोटा (आंध्र प्रदेश - पुलीकट झील)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तिरुवनंतपुरम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चांदीपुर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इसरो का सतीश धवन अंतरिक्ष केंद्र (प्रक्षेपण स्थल)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बेंगलुरु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श्रीहरिकोटा (आंध्र प्रदेश - पुलीकट झील)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तिरुवनंतपुरम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चांदीपुर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आंध्र प्रदेश के नेल्लोर जिले में श्रीहरिकोटा द्वीप से सभी भारतीय उपग्रह प्रक्षेपित होते हैं।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भारत का चंद्रयान-3 चंद्रमा के दक्षिणी ध्रुव पर किस ऐतिहासिक तिथि को उतरा?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 जुलाई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23 अगस्त 2023 (राष्ट्रीय अंतरिक्ष दिवस)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 सितंबर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 अगस्त 2023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भारत का चंद्रयान-3 चंद्रमा के दक्षिणी ध्रुव पर किस ऐतिहासिक तिथि को उतरा?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 जुलाई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23 अगस्त 2023 (राष्ट्रीय अंतरिक्ष दिवस)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 सितंबर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 अगस्त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23 अगस्त 2023 को विक्रम लैंडर ने चंद्रमा के दक्षिणी ध्रुव पर सफल सॉफ्ट लैंडिंग की (शिव शक्ति पॉइंट)।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सरकार ने 23 अगस्त को प्रतिवर्ष किस दिवस के रूप में मनाने की घोषणा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विज्ञान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राष्ट्रीय अंतरिक्ष दिवस (National Space 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प्रौद्योगिकी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चंद्रमा दिवस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सरकार ने 23 अगस्त को प्रतिवर्ष किस दिवस के रूप में मनाने की घोषणा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विज्ञान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राष्ट्रीय अंतरिक्ष दिवस (National Space 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प्रौद्योगिकी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चंद्रमा दिवस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चंद्रयान-3 की ऐतिहासिक विजय की स्मृति में 23 अगस्त राष्ट्रीय अंतरिक्ष दिवस बना।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सूर्य का अध्ययन करने हेतु भेजा गया भारत का प्रथम अंतरिक्ष मिशन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चंद्रयान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आदित्य L1 (Aditya-L1 - 2 सितंबर 2023)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मंगलयान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शुक्रयान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सूर्य का अध्ययन करने हेतु भेजा गया भारत का प्रथम अंतरिक्ष मिशन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चंद्रयान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आदित्य L1 (Aditya-L1 - 2 सितंबर 2023)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मंगलयान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शुक्रयान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आदित्य-L1 पृथ्वी से 15 लाख किमी दूर लैग्रेंज पॉइंट 1 पर स्थापित किया गया।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मंगलयान (MOM) प्रथम प्रयास में ही मंगल की कक्षा में कब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 सितंबर 2014 (MOM Success)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2020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मंगलयान (MOM) प्रथम प्रयास में ही मंगल की कक्षा में कब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 सितंबर 2014 (MOM Success)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विश्व का पहला देश बना जिसने पहले ही प्रयास में मंगल पर अपना यान पहुंचाया।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मिसाइल मैन (Missile Man of India)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विक्रम साराभाई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ए. पी. जे. अब्दुल कलाम (Dr. APJ Abdul Kalam)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होमी भाभा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सतीश धवन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मिसाइल मैन (Missile Man of India)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विक्रम साराभाई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ए. पी. जे. अब्दुल कलाम (Dr. APJ Abdul Kalam)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होमी भाभा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सतीश धवन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अग्नि और पृथ्वी मिसाइलों के जनक और भारत के 11वें राष्ट्रपति डॉ. कलाम मिसाइल मैन कहलाते हैं।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डॉ. ए. पी. जे. अब्दुल कलाम की प्रसिद्ध आत्मकथा का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माय एक्सपेरिमेंट विद ट्रुथ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विंग्स ऑफ फायर / अग्नि की उड़ान (Wings of Fire)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डिस्कवरी ऑफ इंडिया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आनंदमठ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डॉ. ए. पी. जे. अब्दुल कलाम की प्रसिद्ध आत्मकथा का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माय एक्सपेरिमेंट विद ट्रुथ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विंग्स ऑफ फायर / अग्नि की उड़ान (Wings of Fire)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डिस्कवरी ऑफ इंडिया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आनंदमठ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विंग्स ऑफ फायर डॉ. कलाम के जीवन संघर्ष और वैज्ञानिक उपलब्धियों की अमर गाथा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की खोज (The Discovery of India) पुस्तक के लेखक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पंडित जवाहरलाल नेहरू (अहमदनगर किला जेल)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डॉ. आंबेडकर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की खोज (The Discovery of India) पुस्तक के लेखक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पंडित जवाहरलाल नेहरू (अहमदनगर किला जेल)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डॉ. आंबेडकर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1944 में अहमदनगर जेल में नेहरू जी ने भारत की खोज पुस्तक लिखी।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सत्य के साथ मेरे प्रयोग (My Experiments with Truth) किसकी विश्व-प्रसिद्ध आत्मकथा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नेहरू 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महात्मा गांधी (Mahatma Gandhi)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डॉ. कलाम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भगत सिंह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सत्य के साथ मेरे प्रयोग (My Experiments with Truth) किसकी विश्व-प्रसिद्ध आत्मकथा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नेहरू 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महात्मा गांधी (Mahatma Gandhi)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डॉ. कलाम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भगत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महात्मा गांधी ने अपने जीवन के सत्य और अहिंसा के प्रयोग गुजराती में लिखे।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गीतांजलि महाकाव्य के रचयिता कौन हैं जिन्हें 1913 में नोबेल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बंकिम चंद्र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शरदचंद्र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प्रेमचंद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गीतांजलि महाकाव्य के रचयिता कौन हैं जिन्हें 1913 में नोबेल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बंकिम चंद्र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शरदचंद्र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प्रेमचंद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रवींद्रनाथ टैगोर ने गीतांजलि की रचना की।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गोदान, गबन, कर्मभूमि और कफन उपन्यासों के अमर लेखक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जयशंकर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मुंशी प्रेमचंद (उपन्यास सम्राट)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रामधारी सिंह दिनकर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फणीश्वरनाथ रेणु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गोदान, गबन, कर्मभूमि और कफन उपन्यासों के अमर लेखक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जयशंकर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मुंशी प्रेमचंद (उपन्यास सम्राट)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रामधारी सिंह दिनकर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फणीश्वरनाथ रेणु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मुंशी प्रेमचंद (मूल नाम: धनपत राय) को हिंदी का 'उपन्यास सम्राट' कहा जाता है।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राष्ट्रकवि के रूप में किन्हें जाना जाता है जिन्होंने 'कुरुक्षेत्र' व 'रश्मिरथी' लिखी?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मैथिलीशरण 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रामधारी सिंह दिनकर (बिहार के बेगूसराय सिमरिया)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माखनलाल चतुर्वेदी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सुभद्रा कुमारी चौहान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राष्ट्रकवि के रूप में किन्हें जाना जाता है जिन्होंने 'कुरुक्षेत्र' व 'रश्मिरथी' लिखी?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मैथिलीशरण गुप्त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रामधारी सिंह दिनकर (बिहार के बेगूसराय सिमरिया)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माखनलाल चतुर्वेदी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सुभद्रा कुमारी चौहान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बिहार के बेगूसराय के सिमरिया में जन्मे रामधारी सिंह दिनकर को राष्ट्रकवि कहा जाता है (उर्वशी हेतु ज्ञानपीठ)।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'खूब लड़ी मर्दानी वह तो झांसी वाली रानी थी' कविता की अमर कवयित्री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महादेवी वर्मा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सुभद्रा कुमारी चौहान (Subhadra Kumari Chauhan)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मीराबाई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'खूब लड़ी मर्दानी वह तो झांसी वाली रानी थी' कविता की अमर कवयित्री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महादेवी वर्मा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सुभद्रा कुमारी चौहान (Subhadra Kumari Chauhan)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मीराबाई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सुभद्रा कुमारी चौहान ने रानी लक्ष्मीबाई की वीरता पर यह अमर कविता लिखी।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'पुष्प की अभिलाषा' (मुझे तोड़ लेना वनमाली...) कविता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दिनकर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माखनलाल चतुर्वेदी (एक भारतीय आत्मा)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मैथिलीशरण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पंत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'पुष्प की अभिलाषा' (मुझे तोड़ लेना वनमाली...) कविता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दिनकर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माखनलाल चतुर्वेदी (एक भारतीय आत्मा)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मैथिलीशरण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माखनलाल चतुर्वेदी ने देश के शहीदों के चरणों में पुष्प अर्पित करने की भावना व्यक्त की।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'मैला आंचल' आंचलिक उपन्यास के अमर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प्रेमचंद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फणीश्वरनाथ रेणु (बिहार के पूर्णिया/अररिया)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नागार्जुन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दिनकर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'मैला आंचल' आंचलिक उपन्यास के अमर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प्रेमचंद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फणीश्वरनाथ रेणु (बिहार के पूर्णिया/अररिया)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नागार्जुन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दिनकर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बिहार के पूर्णिया के मेरीगंज गांव की पृष्ठभूमि पर फणीश्वरनाथ रेणु ने मैला आंचल लिखा।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बिहार दिवस (Bihar Diwas) प्रतिवर्ष किस तिथि को धूमधाम से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26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मार्च (22nd March - 1912 में गठन)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मई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बिहार दिवस (Bihar Diwas) प्रतिवर्ष किस तिथि को धूमधाम से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26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 मार्च (22nd March - 1912 में गठन)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मई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22 मार्च 1912 को बंगाल से अलग होकर बिहार राज्य की विधिवत स्थापना हुई थी।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बिहार का शोक कोसी नदी किस प्रमुख नदी में जाकर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गंगा नदी (कटिहार के कुरसेला के निकट)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गंडक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बिहार का शोक कोसी नदी किस प्रमुख नदी में जाकर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गंगा नदी (कटिहार के कुरसेला के निकट)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गंडक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कोसी नदी अपना जल बिहार के कटिहार जिले के कुरसेला में गंगा नदी में विसर्जित करती है।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10, 20 और 30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10, 20 और 30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10, 20, 30 तीनों से कटने वाली न्यूनतम संख्या 60 है।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किसी वस्तु का क्रय मूल्य ₹250 और विक्रय मूल्य ₹300 हो,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 [(50/250)×100]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10%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किसी वस्तु का क्रय मूल्य ₹250 और विक्रय मूल्य ₹300 हो,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 [(50/250)×100]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= ₹50। लाभ % = (50 / 250) × 100 = 20%।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₹5000 का 2 वर्ष में 10% वार्षिक दर से साधारण ब्याज और चक्रवृद्धि ब्याज का अंतर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₹50 [P(R/100)² = 5000(0.01)]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₹100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₹5000 का 2 वर्ष में 10% वार्षिक दर से साधारण ब्याज और चक्रवृद्धि ब्याज का अंतर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₹50 [P(R/100)² = 5000(0.01)]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 वर्ष का अंतर = P(R/100)² = 5000 × (10/100)² = 5000 × 1/100 = ₹50।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6 पुरुष किसी कार्य को 12 दिन में करते हैं, तो 9 पुरुष उसे कितने दिन में करेंगे?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 दिन (6 × 12 / 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 दिन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6 पुरुष किसी कार्य को 12 दिन में करते हैं, तो 9 पुरुष उसे कितने दिन में करेंगे?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 दिन (6 × 12 / 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 × 12 = 9 × D ➔ D = 72 / 9 = 8 दिन।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संख्याओं 8 और 18 का मध्यानुपाती (Mean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 [√(8 × 18) = √144]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संख्याओं 8 और 18 का मध्यानुपाती (Mean Proportional)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 [√(8 × 18) = √144]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मध्यानुपाती = √(8 × 18) = √144 = 12।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(x + 3)/2 = 5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 [x + 3 = 10 ➔ x = 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(x + 3)/2 = 5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 [x + 3 = 10 ➔ x = 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 + 3 = 5 × 2 = 10 ➔ x = 10 - 3 = 7।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3ˣ⁺¹ = 81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[x + 1 = 4 ➔ x =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3ˣ⁺¹ = 81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[x + 1 = 4 ➔ x =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81 = 3⁴ ➔ x + 1 = 4 ➔ x = 3।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 + c)²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a² + b² + c²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a² + b² + c² + 2(ab + bc + 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a² + b² + c² + 2abc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(a+b)² + c²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 + c)² का सही प्रसार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a² + b² + c²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a² + b² + c² + 2(ab + bc + 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a² + b² + c² + 2abc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(a+b)² + c²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+ b + c)² = a² + b² + c² + 2ab + 2bc + 2ca।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- 10x + 25 का सही रूप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+ 5)²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- 5)²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- 5)(x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x(x - 10)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- 10x + 25 का सही रूप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+ 5)²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- 5)²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- 5)(x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x(x - 10)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- 2(5)x + 5² = (x - 5)²।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3 हो, तो x³ + 1/x³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 [3³ - 3(3) = 27 - 9]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3 हो, तो x³ + 1/x³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 [3³ - 3(3) = 27 - 9]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x³ + 1/x³ = k³ - 3k = 3³ - 3(3) = 27 - 9 = 18।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कोण (x - 10)°, (x + 20)° और 2x° हैं।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42.5°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45°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50°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कोण (x - 10)°, (x + 20)° और 2x° हैं।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42.5°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45°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(x-10) + (x+20) + 2x = 180° ➔ 4x + 10 = 180° ➔ 4x = 170° ➔ x = 42.5°।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समबाहु त्रिभुज का क्षेत्रफल क्या होता है यदि भुजा a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½ a²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(√3 / 4) a²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√3 a²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¼ a²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समबाहु त्रिभुज का क्षेत्रफल क्या होता है यदि भुजा a हो?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½ a²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(√3 / 4) a²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√3 a²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¼ a²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समबाहु त्रिभुज का क्षेत्रफल = (√3 / 4) × भुजा²।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28 सेमी है।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88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176 सेमी [2 × (22/7) × 28]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132 सेमी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28 सेमी है।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88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176 सेमी [2 × (22/7) × 28]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132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परिधि = 2πr = 2 × (22/7) × 28 = 2 × 22 × 4 = 176 सेमी।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की त्रिज्या 7 सेमी और ऊंचाई 10 सेमी है। संपूर्ण पृष्ठ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748 सेमी² [2πr(r+h) = 44×17]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616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880 सेमी²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की त्रिज्या 7 सेमी और ऊंचाई 10 सेमी है। संपूर्ण पृष्ठ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440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748 सेमी² [2πr(r+h) = 44×17]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616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880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संपूर्ण पृष्ठ = 2πr(r + h) = 2 × (22/7) × 7 × (7 + 10) = 44 × 17 = 748 सेमी²।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गोले का आयतन (Volume of Sphere)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πr³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4/3 πr³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2/3 πr³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4πr²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गोले का आयतन (Volume of Sphere)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πr³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4/3 πr³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2/3 πr³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4πr²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गोले का आयतन V = (4/3) πr³ होता है।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की भुजा 10 सेमी है। उसका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100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1000 सेमी³ (10³)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600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10000 सेमी³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की भुजा 10 सेमी है। उसका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100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1000 सेमी³ (10³)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600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10000 सेमी³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घन का आयतन = a³ = 10³ = 1000 सेमी³।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10000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10000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100 × 100 = 10000, अतः √10000 = 100।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1000000 (दस लाख)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100 (100³ = 1000000)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1000000 (दस लाख)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100 (100³ = 1000000)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100 × 100 × 100 = 10,00,000, अतः ∛1000000 = 100।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5 विषम संख्याओं (1, 3, 5, 7, 9) का औसत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(प्रथम n विषम का औसत n होता है)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4.5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5 विषम संख्याओं (1, 3, 5, 7, 9) का औसत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(प्रथम n विषम का औसत n होता है)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औसत = (1 + 3 + 5 + 7 + 9) / 5 = 25 / 5 = 5 (सूत्र: n विषम का औसत = n)।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फेंकने पर 7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0 (असंभव घटना)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1/7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फेंकने पर 7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0 (असंभव घटना)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1/7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पासे पर केवल 1 से 6 तक अंक होते हैं, 7 आना असंभव है अतः प्रायिकता = 0।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#10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#10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हीरे का अपवर्तनांक = 2.42 | जल में प्रकाश = 2.25×10⁸ m/s | -40° पर C = F | परम शून्य = 0 K (-273°C)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महान वैज्ञानिक: जीव विज्ञान = अरस्तू | चिकित्सा = हिप्पोक्रेट्स | चरक = आयुर्वेद | सुश्रुत = शल्य चिकित्सा | हरित क्रांति = स्वामीनाथन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आधुनिक भारत: 23 अगस्त = राष्ट्रीय अंतरिक्ष दिवस | चंद्रयान-3 = शिव शक्ति पॉइंट | आदित्य L1 = सूर्य मिशन | इसरो = 1969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साहित्य व राष्ट्र: भारत रत्न 1954 = राधाकृष्णन | नोबेल 1913 = टैगोर (गीतांजलि) | विंग्स ऑफ फायर = डॉ. कलाम | 22 मार्च = बिहार दिवस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गोला आयतन = 4/3 πr³ | समबाहु क्षेत्रफल = (√3/4)a² | 2 वर्ष CI-SI अंतर = P(R/100)² | n विषम औसत = n | असंभव = 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#10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10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