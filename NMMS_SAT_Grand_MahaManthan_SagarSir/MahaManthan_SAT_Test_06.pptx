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06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#06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#06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जब बस अचानक चलती है, तो यात्री पीछे की ओर झुकते हैं, यह न्यूटन का कौन-सा नियम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विराम का जड़त्व (प्रथम नियम)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द्वितीय 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तृतीय नियम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संवेग नियम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जब बस अचानक चलती है, तो यात्री पीछे की ओर झुकते हैं, यह न्यूटन का कौन-सा नियम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विराम का जड़त्व (प्रथम नियम)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द्वितीय 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तृतीय नियम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संवेग 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विराम के जड़त्व के कारण शरीर विराम अवस्था में बने रहने का प्रयास करता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ऊर्जा संरक्षण का नियम क्या प्रतिपादित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ऊर्जा उत्पन्न होती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ऊर्जा न उत्पन्न की जा सकती है न नष्ट, केवल रूपांतरित होती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ऊर्जा हमेशा नष्ट होती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ऊर्जा घटती है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ऊर्जा संरक्षण का नियम क्या प्रतिपादित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ऊर्जा उत्पन्न होती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ऊर्जा न उत्पन्न की जा सकती है न नष्ट, केवल रूपांतरित होती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ऊर्जा हमेशा नष्ट होती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ऊर्जा घटती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ब्रह्मांड की कुल ऊर्जा स्थिर रहती है, यह केवल एक रूप से दूसरे रूप में बदलती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गाड़ियों के टायरों में खांचे (Treads) क्यों बनाए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सुंदरता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सड़क के साथ घर्षण बढ़ाने हेतु (Friction)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घर्षण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वजन कम करने हेतु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गाड़ियों के टायरों में खांचे (Treads) क्यों बनाए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सुंदरता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सड़क के साथ घर्षण बढ़ाने हेतु (Friction)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घर्षण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वजन कम करने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पहियों में खांचे बनाने से सड़क पर पकड़ मजबूत बनती है और वाहन फिसलता नहीं।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मशीनों में घर्षण कम करने के लिए किन पदार्थों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पानी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स्नेहक / लुब्रिकेंट (तेल, ग्रीस, ग्रेफाइट)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रेत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एसिड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मशीनों में घर्षण कम करने के लिए किन पदार्थों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पानी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स्नेहक / लुब्रिकेंट (तेल, ग्रीस, ग्रेफाइट)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रेत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एसिड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स्नेहक पुर्जों के बीच संपर्क सतह को चिकना कर घर्षण घटाते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उत्तल दर्पण द्वारा बना प्रतिबिंब हमेशा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आभासी, सीधा और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वास्तविक और बड़ा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समतल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उत्तल दर्पण द्वारा बना प्रतिबिंब हमेशा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आभासी, सीधा और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वास्तविक और बड़ा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समतल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सदैव आभासी, सीधा और वस्तु से छोटा प्रतिबिंब ही बनाता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समान आवेशों (+ और + या - और -) के बीच कैसा बल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आकर्षण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प्रतिकर्षण बल (Repulsion)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गुरुत्वाकर्षण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घर्षण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समान आवेशों (+ और + या - और -) के बीच कैसा बल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आकर्षण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प्रतिकर्षण बल (Repulsion)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गुरुत्वाकर्षण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घर्षण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सजातीय आवेश परस्पर प्रतिकर्षित तथा विजातीय आवेश आकर्षित करते हैं।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घंटी (Electric Bell) विद्युत धारा के किस प्रभाव पर कार्य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ऊष्मीय प्रभाव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चुंबकीय प्रभाव (Magnetic Effect)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रासायनिक प्रभाव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प्रकाशीय प्रभाव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घंटी (Electric Bell) विद्युत धारा के किस प्रभाव पर कार्य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ऊष्मीय प्रभाव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चुंबकीय प्रभाव (Magnetic Effect)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रासायनिक प्रभाव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प्रकाशीय प्रभाव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घंटी में विद्युत चुंबक द्वारा हथौड़ा घंटी पर चोट करता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ऊष्मा संचरण की वह विधि जिसमें किसी भौतिक माध्यम की आवश्यकता नहीं होती: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चालन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विकिरण (Radiation)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वाष्पन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ऊष्मा संचरण की वह विधि जिसमें किसी भौतिक माध्यम की आवश्यकता नहीं होती: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चालन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विकिरण (Radiation)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वाष्पन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विकिरण द्वारा ऊष्मा निर्वात में भी यात्रा कर सकती है (जैसे सूर्य की धूप)।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द्रवों और गैसों में ऊष्मा का संचरण मुख्य रूप से किस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चालन विधि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संवहन विधि (Convection)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विकिरण विधि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अवशोषण विधि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द्रवों और गैसों में ऊष्मा का संचरण मुख्य रूप से किस विधि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चालन विधि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संवहन विधि (Convection)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विकिरण विधि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अवशोषण विधि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द्रवों व गैसों में गर्म अणु ऊपर उठते हैं और ठंडे नीचे आते हैं (संवहन चक्र)।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सड़क के अंधे मोड़ों (Blind Curves) पर सुरक्षा हेतु कौन-सा दर्पण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 (Convex Mirror)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उभयोत्तल लेंस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सड़क के अंधे मोड़ों (Blind Curves) पर सुरक्षा हेतु कौन-सा दर्पण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उत्तल दर्पण (Convex Mirror)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उभयोत्तल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का दृष्टि क्षेत्र सबसे अधिक होता है, अतः मोड़ों पर उपयोगी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नेत्रदान में दाता की आंख का कौन-सा भाग प्रत्यारोपित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रेटिना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आईरिस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कॉर्निया (Cornea)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पुतली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नेत्रदान में दाता की आंख का कौन-सा भाग प्रत्यारोपित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रेटिना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आईरिस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कॉर्निया (Cornea)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पुतली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नेत्रदान में केवल पारदर्शी बाहरी परत कॉर्निया का प्रत्यारोपण होता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भूकंप की तीव्रता मापने का मुख्य पैमाना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पास्कल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डेसिबल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रिक्टर पैमाना (Richter Scale)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सेल्सियस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भूकंप की तीव्रता मापने का मुख्य पैमाना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पास्कल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डेसिबल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रिक्टर पैमाना (Richter Scale)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सेल्सियस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सीस्मोग्राफ यंत्र द्वारा रिक्टर स्केल पर भूकंप की तीव्रता मापी जाती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पेंसिल की लेड बनाने में कार्बन के किस अपररूप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चारकोल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काजल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पेंसिल की लेड बनाने में कार्बन के किस अपररूप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चारकोल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काजल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ग्रेफाइट नर्म, चिकना और परतदार होता है जो कागज पर काला निशान छोड़ता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बिजली के स्विच, प्लग और सॉकेट बनाने में कौन-सा थर्मोसेटिंग प्लास्टिक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पॉलीथीन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पीवीसी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बेकेलाइट (Bakelite)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नायलॉन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बिजली के स्विच, प्लग और सॉकेट बनाने में कौन-सा थर्मोसेटिंग प्लास्टिक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पॉलीथीन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पीवीसी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बेकेलाइट (Bakelite)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नायलॉन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बेकेलाइट ऊष्मा व विद्युत का कुचालक है और गर्म करने पर पिघलता नहीं।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अग्निशामक कर्मचारियों की वर्दी को अग्निरोधक बनाने हेतु किसकी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मेलामाइन (Melamine)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पॉलीथीन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पीवीसी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टेफ्लॉन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अग्निशामक कर्मचारियों की वर्दी को अग्निरोधक बनाने हेतु किसकी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मेलामाइन (Melamine)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पॉलीथीन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पीवीसी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टेफ्लॉन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मेलामाइन आग का प्रतिरोध करता है और भारी गर्मी सहन कर सकता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अम्ल एवं क्षार की परस्पर क्रिया से लवण और जल बनने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संयोजन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उदासीनीकरण (Neutralization)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अपघटन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विस्थापन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अम्ल एवं क्षार की परस्पर क्रिया से लवण और जल बनने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संयोजन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उदासीनीकरण (Neutralization)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अपघटन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विस्थापन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+ क्षार ➔ लवण + जल + ऊष्मा (उदासीनीकरण)।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धातुएं तनु अम्लों से क्रिया करके कौन-सी गैस मुक्त करती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कार्बन डाइऑक्साइड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हाइड्रोजन गैस (H₂)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धातुएं तनु अम्लों से क्रिया करके कौन-सी गैस मुक्त करती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कार्बन डाइऑक्साइड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हाइड्रोजन गैस (H₂)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धातु + अम्ल ➔ लवण + हाइड्रोजन गैस (जो पॉप ध्वनि से जलती है)।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हल्दी एक प्राकृतिक सूचक है, यह क्षारीय साबुन के संपर्क में कैसा रंग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पीला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लाल / गहरा भूरा-लाल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नीला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हरा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हल्दी एक प्राकृतिक सूचक है, यह क्षारीय साबुन के संपर्क में कैसा रंग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पीला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लाल / गहरा भूरा-लाल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नीला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हल्दी क्षार में लाल-भूरा रंग देती है, जबकि अम्ल में पीली रहती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धातुओं को पीटकर पतली चादर में बदलने का गुण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तन्यता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आघातवर्ध्यता (Malleability)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चालकता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कठोरता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धातुओं को पीटकर पतली चादर में बदलने का गुण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तन्यता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आघातवर्ध्यता (Malleability)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चालकता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कठोरता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सोना और चांदी सर्वाधिक आघातवर्ध्य धातुएं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धातुओं के पतले तार के रूप में खींचे जाने के गुण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आघातवर्ध्यता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तन्यता (Ductility)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ध्वानिक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कठोरता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धातुओं के पतले तार के रूप में खींचे जाने के गुण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आघातवर्ध्यता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तन्यता (Ductility)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ध्वानिक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कठोरता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धातुओं से तार खींचने का गुण तन्यता कहलाता है (सोना सर्वाधिक तन्य है)।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कच्चे फलों को कृत्रिम रूप से पकाने के लिए किस गैस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मीथेन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एसिटिलीन / एथिलीन (Ethylene)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हाइड्रोजन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कच्चे फलों को कृत्रिम रूप से पकाने के लिए किस गैस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मीथेन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एसिटिलीन / एथिलीन (Ethylene)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एथिलीन पादप हार्मोन है तथा एसिटिलीन गैस फलों को जल्दी पकाती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आलू के चिप्स के पैकेटों में विकृतगंधिता रोकने हेतु कौन-सी गैस भरते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सल्फर डाइऑक्साइड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आलू के चिप्स के पैकेटों में विकृतगंधिता रोकने हेतु कौन-सी गैस भरते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सल्फर डाइऑक्साइड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नाइट्रोजन अक्रिय वातावरण बनाती है जिससे वसा का ऑक्सीकरण नहीं होता।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साबुन निर्माण में सह-उत्पाद के रूप में क्या प्राप्त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ग्लिसरॉल (Glycerol)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अल्कोहल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सिरका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ईथर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साबुन निर्माण में सह-उत्पाद के रूप में क्या प्राप्त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ग्लिसरॉल (Glycerol)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अल्कोहल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सिरका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ईथर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वसा और क्षार के साबुनीकरण में ग्लिसरॉल सह-उत्पाद बनता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क्लोरोफिल (हरितलवक) के केंद्र में कौन-सी धातु उपस्थित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मैग्नीशियम (Mg)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जस्ता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क्लोरोफिल (हरितलवक) के केंद्र में कौन-सी धातु उपस्थित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मैग्नीशियम (Mg)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जस्ता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क्लोरोफिल अणु के मध्य में मैग्नीशियम (Mg) धातु आयन होता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प्रकाश-संश्लेषण के दौरान उत्सर्जित ऑक्सीजन गैस किससे निकलती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CO₂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जल (H₂O) के प्रकाशीय अपघटन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ग्लूकोज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क्लोरोफिल से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प्रकाश-संश्लेषण के दौरान उत्सर्जित ऑक्सीजन गैस किससे निकलती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CO₂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जल (H₂O) के प्रकाशीय अपघटन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ग्लूकोज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क्लोरोफिल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सूर्य के प्रकाश द्वारा जल के टूटने (Photolysis) से O₂ मुक्त होती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कीटभक्षी पौधे कीटों का भक्षण मुख्यतः किसकी कमी पूरी करने हेतु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नाइट्रोजन (Nitrogen)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कैल्शियम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कीटभक्षी पौधे कीटों का भक्षण मुख्यतः किसकी कमी पूरी करने हेतु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नाइट्रोजन (Nitrogen)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कैल्शियम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घटपर्णी पौधे दलदली नाइट्रोजन-हीन मिट्टी में उगते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लाइकेन (Lichen) किन दो सजीवों के बीच का सहजीवी संबंध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जीवाणु और कवक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शैवाल और कवक (Algae &amp; Fungi)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विषाणु और शैवाल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प्रोटोजोआ व कवक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लाइकेन (Lichen) किन दो सजीवों के बीच का सहजीवी संबंध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जीवाणु और कवक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शैवाल और कवक (Algae &amp; Fungi)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विषाणु और शैवाल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प्रोटोजोआ व कवक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शैवाल भोजन बनाता है और कवक जल व आश्रय प्रदान करता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मुखगुहा में लार में उपस्थित कौन-सा एंजाइम स्टार्च का पाचन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टायलिन / एमाइलेज (Salivary Amylase)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ट्रिप्सिन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रेनिन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मुखगुहा में लार में उपस्थित कौन-सा एंजाइम स्टार्च का पाचन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टायलिन / एमाइलेज (Salivary Amylase)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ट्रिप्सिन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रेनिन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टायलिन स्टार्च को माल्टोज शर्करा में तोड़ता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आमाशय में कौन-सा अम्ल भोजन के जीवाणुओं को नष्ट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सल्फ्यूरिक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नाइट्रिक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हाइड्रोक्लोरिक अम्ल (HCl)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एसिटिक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आमाशय में कौन-सा अम्ल भोजन के जीवाणुओं को नष्ट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सल्फ्यूरिक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नाइट्रिक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हाइड्रोक्लोरिक अम्ल (HCl)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एसिटिक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जठर रस का HCl जीवाणुओं को मारता है और पेप्सिन को सक्रिय करता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भोजन का अंतिम रूप से पूर्ण पाचन व अवशोषण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बड़ी आंत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छोटी आंत (क्षुद्रांत्र)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ग्रसिका में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भोजन का अंतिम रूप से पूर्ण पाचन व अवशोषण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बड़ी आंत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छोटी आंत (क्षुद्रांत्र)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ग्रसिका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छोटी आंत में भोजन का पूर्ण पाचन होता है और विली द्वारा अवशोषण होता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तीव्र व्यायाम के बाद मांसपेशियों में ऐंठन किस अम्ल के जमाव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साइट्रिक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ऑक्जेलिक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तीव्र व्यायाम के बाद मांसपेशियों में ऐंठन किस अम्ल के जमाव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साइट्रिक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ऑक्जेलिक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ऑक्सीजन की कमी में अवायवीय श्वसन से लैक्टिक अम्ल बन जाता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शुद्ध रक्त को फेफड़ों से हृदय के बाएं अलिंद में कौन 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फुफ्फुस धमनी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फुफ्फुस शिरा (Pulmonary Vein)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महाशिरा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यकृत शिरा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शुद्ध रक्त को फेफड़ों से हृदय के बाएं अलिंद में कौन 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फुफ्फुस धमनी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फुफ्फुस शिरा (Pulmonary Vein)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महाशिरा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यकृत शिरा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फुफ्फुस शिरा अपवाद स्वरूप फेफड़ों से शुद्ध रक्त हृदय में लाती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सामान्य वयस्क का रक्तचाप (Blood Pressure)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80/120 mm Hg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120/80 mm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100/70 mm Hg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140/90 mm Hg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सामान्य वयस्क का रक्तचाप (Blood Pressure)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80/120 mm Hg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120/80 mm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100/70 mm Hg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140/90 mm Hg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सामान्य रक्तचाप 120/80 mm Hg (मापक: स्फाइग्मोमैनोमीटर) होता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ब्रायोफिलम (अजूबा) में कायिक प्रवर्धन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जड़ों द्वारा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तने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पत्तियों (Leaves)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पुष्प द्वारा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ब्रायोफिलम (अजूबा) में कायिक प्रवर्धन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जड़ों द्वारा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तने द्वारा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पत्तियों (Leaves) द्वारा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पुष्प द्वारा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ब्रायोफिलम की पत्तियों के किनारों पर कलिकाएं निकलती हैं।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मेंढक के टैडपोल के कायांतरण हेतु जल में क्या होना जरूरी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कैल्शियम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आयोडीन (Iodine)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सल्फर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मेंढक के टैडपोल के कायांतरण हेतु जल में क्या होना जरूरी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कैल्शियम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आयोडीन (Iodine)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सल्फर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थायरॉक्सिन हार्मोन निर्माण हेतु जल में आयोडीन अनिवार्य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भारत में सर्वप्रथम रेलगाड़ी 1853 में किन दो स्टेशनों के बीच चली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कलकत्ता से रानीगंज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बंबई से ठाणे (16 अप्रैल 1853, 34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मद्रास से अरकोणम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दिल्ली से आगरा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भारत में सर्वप्रथम रेलगाड़ी 1853 में किन दो स्टेशनों के बीच चली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कलकत्ता से रानीगंज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बंबई से ठाणे (16 अप्रैल 1853, 34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मद्रास से अरकोणम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दिल्ली से आगरा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16 अप्रैल 1853 को लॉर्ड डलहौजी के काल में बंबई से ठाणे के बीच पहली ट्रेन चली।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भारत में प्रथम टेलीग्राफ (तार सेवा) 1853 में कहाँ से कहाँ शुरू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बंबई से ठाणे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कलकत्ता से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दिल्ली से लाहौर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मद्रास से बंबई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भारत में प्रथम टेलीग्राफ (तार सेवा) 1853 में कहाँ से कहाँ शुरू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बंबई से ठाणे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कलकत्ता से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दिल्ली से लाहौर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मद्रास से बंबई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1853 में कलकत्ता और आगरा के बीच पहली टेलीग्राफ लाइन चालू की गई।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वुड का डिस्पैच (Wood's Despatch - 1854) किससे संबंधित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सैन्य सुधार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शिक्षा सुधार (भारतीय शिक्षा का मैग्नाकार्टा)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रेलवे सुधार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पुलिस सुधार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वुड का डिस्पैच (Wood's Despatch - 1854) किससे संबंधित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सैन्य सुधार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शिक्षा सुधार (भारतीय शिक्षा का मैग्नाकार्टा)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रेलवे सुधार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पुलिस सुधार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चार्ल्स वुड के घोषणापत्र ने प्राथमिक से विश्वविद्यालय तक की आधुनिक शिक्षा रूपरेखा रखी।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बहादुर शाह जफर (अंतिम मुगल बादशाह) को 1857 के बाद कहाँ निर्वासित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अंडमान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रंगून / म्यांमार (बर्मा)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लंदन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काबुल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बहादुर शाह जफर (अंतिम मुगल बादशाह) को 1857 के बाद कहाँ निर्वासित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अंडमान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रंगून / म्यांमार (बर्मा)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लंदन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काबुल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अंग्रेजों ने बहादुर शाह जफर को रंगून जेल भेज दिया, जहाँ 1862 में उनकी मृत्यु हुई।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झांसी की रानी लक्ष्मीबाई का मूल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पद्मावती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मणिकर्णिका (मनु)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दुर्गावती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ताराबाई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झांसी की रानी लक्ष्मीबाई का मूल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पद्मावती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मणिकर्णिका (मनु)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दुर्गावती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ताराबाई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मणिकर्णिका का जन्म वाराणसी में हुआ था और वे झांसी के राजा गंगाधर राव की पत्नी थीं।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रानी लक्ष्मीबाई 1857 के युद्ध में अंग्रेजों से लड़ते हुए कहाँ वीरगति को प्राप्त हुईं?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झांसी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ग्वालियर में (18 जून 1858)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कालपी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कानपुर में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रानी लक्ष्मीबाई 1857 के युद्ध में अंग्रेजों से लड़ते हुए कहाँ वीरगति को प्राप्त हुईं?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झांसी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ग्वालियर में (18 जून 1858)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कालपी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कानपुर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ग्वालियर के कोटा की सराय में जनरल ह्यूरोज से लड़ते हुए रानी लक्ष्मीबाई शहीद हुईं।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तात्या टोपे का वास्तविक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धोंधू पंत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रामचंद्र पांडुरंग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आत्माराम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महेश दास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तात्या टोपे का वास्तविक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धोंधू पंत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रामचंद्र पांडुरंग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आत्माराम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महेश दास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तात्या टोपे का वास्तविक नाम रामचंद्र पांडुरंग था (नाना साहेब का नाम धोंधू पंत था)।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बिरसा मुंडा का उलगुलान (विद्रोह) मुख्य रूप से किस क्षेत्र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संथाल परगना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छोटानागपुर (रांची / झारखंड)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बस्तर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मेघालय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बिरसा मुंडा का उलगुलान (विद्रोह) मुख्य रूप से किस क्षेत्र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संथाल परगना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छोटानागपुर (रांची / झारखंड)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बस्तर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मेघालय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धरती आबा कहे जाने वाले बिरसा मुंडा ने छोटानागपुर में जल-जंगल-जमीन का आंदोलन चलाया।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संथाल विद्रोह (1855-56) का नेतृत्व किन दो भाइयों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बिरसा व कान्हू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सिद्धो और कान्हू (Sidho &amp; Kanho)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तिलका मांझी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भागीरथ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संथाल विद्रोह (1855-56) का नेतृत्व किन दो भाइयों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बिरसा व कान्हू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सिद्धो और कान्हू (Sidho &amp; Kanho)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तिलका मांझी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भागीरथ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दामिन-ए-कोह (राजमहल पहाड़ियों) में सिद्धो और कान्हू ने अंग्रेजों के विरुद्ध विद्रोह किया।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भारतीय राष्ट्रीय कांग्रेस के प्रथम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ए. 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व्योमेश चंद्र बनर्जी (W.C. Bonnerjee)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दादाभाई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बदरुद्दीन तैयबजी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भारतीय राष्ट्रीय कांग्रेस के प्रथम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ए. 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व्योमेश चंद्र बनर्जी (W.C. Bonnerjee)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दादाभाई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बदरुद्दीन तैयबजी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1885 के बंबई अधिवेशन में व्योमेश चंद्र बनर्जी कांग्रेस के पहले अध्यक्ष बने।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कांग्रेस के प्रथम मुस्लिम अध्यक्ष 1887 में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मौलाना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बदरुद्दीन तैयबजी (मद्रास अधिवेशन)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सैयद अहमद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कांग्रेस के प्रथम मुस्लिम अध्यक्ष 1887 में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मौलाना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बदरुद्दीन तैयबजी (मद्रास अधिवेशन)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सैयद अहमद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1887 के मद्रास अधिवेशन में बदरुद्दीन तैयबजी प्रथम मुस्लिम अध्यक्ष बने।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स्वराज मेरा जन्मसिद्ध अधिकार है और मैं इसे लेकर रहूंगा — यह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बाल गंगाधर तिलक (Lokmanya Tilak)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स्वराज मेरा जन्मसिद्ध अधिकार है और मैं इसे लेकर रहूंगा — यह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बाल गंगाधर तिलक (Lokmanya Tilak)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लोकमान्य बाल गंगाधर तिलक ने होमरूल आंदोलन के समय यह अमर उद्घोष किया।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किस नदी को 'बिहार का शोक' (Sorrow of Bihar)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कोसी नदी (Kosi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गंडक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सोन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किस नदी को 'बिहार का शोक' (Sorrow of Bihar)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कोसी नदी (Kosi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गंडक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कोसी नदी मार्ग बदलने और विनाशकारी बाढ़ लाने के कारण बिहार का शोक कहलाती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दामोदर नदी को किस राज्य का शोक कहा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पश्चिम बंगाल (West Bengal)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असम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दामोदर नदी को किस राज्य का शोक कहा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पश्चिम बंगाल (West Bengal)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असम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दामोदर नदी घाटी परियोजना बनने से पूर्व दामोदर को बंगाल का शोक कहते थे।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असम का शोक किस विशाल नदी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मेघना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ब्रह्मपुत्र नदी (Brahmaputra)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तीस्ता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बराक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असम का शोक किस विशाल नदी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मेघना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ब्रह्मपुत्र नदी (Brahmaputra)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तीस्ता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बराक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मानसून में भीषण बाढ़ के कारण ब्रह्मपुत्र को असम का शोक कहा जाता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विश्व का सबसे बड़ा नदी द्वीप 'माजुली' किस नदी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ब्रह्मपुत्र नदी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सिंधु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अमेजन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विश्व का सबसे बड़ा नदी द्वीप 'माजुली' किस नदी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ब्रह्मपुत्र नदी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सिंधु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अमेजन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असम में ब्रह्मपुत्र नदी के बीच स्थित माजुली विश्व का सबसे बड़ा नदी द्वीप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भारत में मानसून का सर्वप्रथम आगमन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तमिलनाडु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केरल (1 जून को)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महाराष्ट्र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पश्चिम बंगाल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भारत में मानसून का सर्वप्रथम आगमन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तमिलनाडु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केरल (1 जून को)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महाराष्ट्र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पश्चिम बंगाल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दक्षिण-पश्चिम मानसून की पहली शाखा 1 जून को केरल तट से टकराती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लौटते हुए मानसून (उत्तर-पूर्वी मानसून) से सर्दियों में किस राज्य में वर्षा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पंजाब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तमिलनाडु तट (कोरोमंडल तट)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केरल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गुजरात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लौटते हुए मानसून (उत्तर-पूर्वी मानसून) से सर्दियों में किस राज्य में वर्षा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पंजाब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तमिलनाडु तट (कोरोमंडल तट)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केरल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गुजरात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सर्दियों (अक्टूबर-दिसंबर) में तमिलनाडु के कोरोमंडल तट पर भारी वर्षा होती है।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भारत में सर्वाधिक वर्षा वाला स्थान 'मौसिनराम'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मेघालय (खासी पहाड़ियां)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त्रिपुरा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सिक्किम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भारत में सर्वाधिक वर्षा वाला स्थान 'मौसिनराम'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मेघालय (खासी पहाड़ियां)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त्रिपुरा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सिक्किम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मेघालय का मौसिनराम संसार का सबसे अधिक वर्षा (लगभग 1140 सेमी) वाला स्थान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टिहरी बांध परियोजना किस नदी पर उत्तराखंड में बनाई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अलकनंदा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भागीरथी नदी (Bhagirathi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मंदाकिनी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यमुना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टिहरी बांध परियोजना किस नदी पर उत्तराखंड में बनाई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अलकनंदा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भागीरथी नदी (Bhagirathi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मंदाकिनी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यमुना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टिहरी बांध भागीरथी नदी पर स्थित भारत का सबसे ऊँचा बांध (260.5 मीटर)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सरदार सरोवर बांध किस नदी पर गुजरात में बनाया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ताप्ती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नर्मदा नदी (Narmada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साबरमती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मही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सरदार सरोवर बांध किस नदी पर गुजरात में बनाया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ताप्ती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नर्मदा नदी (Narmada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साबरमती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मही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गुजरात में नर्मदा नदी पर सरदार सरोवर बहुउद्देशीय परियोजना स्थित है।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हीराकुंड बांध किस नदी पर ओडिशा में स्थित भारत का सबसे लंबा बांध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दामोदर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महानदी (Mahanadi)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ब्राह्मणी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हीराकुंड बांध किस नदी पर ओडिशा में स्थित भारत का सबसे लंबा बांध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दामोदर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महानदी (Mahanadi)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ब्राह्मणी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महानदी पर बना हीराकुंड बांध (लगभग 25.8 किमी लंबा) भारत का सबसे लंबा बांध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नागार्जुन सागर बांध परियोजना किस नदी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कावेरी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कृष्णा नदी (Krishna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तुंगभद्रा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नागार्जुन सागर बांध परियोजना किस नदी पर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कावेरी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कृष्णा नदी (Krishna River)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तुंगभद्रा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आंध्र प्रदेश व तेलंगाना सीमा पर कृष्णा नदी पर नागार्जुन सागर बांध बना है।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में यूरेनियम की प्रसिद्ध खान 'जादूगोड़ा'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झारखंड (Jharkhand)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में यूरेनियम की प्रसिद्ध खान 'जादूगोड़ा'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झारखंड (Jharkhand)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झारखंड के पूर्वी सिंहभूम जिले में जादूगोड़ा यूरेनियम की देश की सबसे बड़ी खान है।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राष्ट्रपति के चुनाव की पद्धति किस देश से ली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आयरलैंड (Ireland)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ब्रिटेन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कनाडा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राष्ट्रपति के चुनाव की पद्धति किस देश से ली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आयरलैंड (Ireland)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ब्रिटेन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कनाडा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एकल संक्रमणीय मत प्रणाली द्वारा राष्ट्रपति का चुनाव आयरलैंड से लिया गया है।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राष्ट्रपति पर महाभियोग (Impeachment) चलाने की प्रक्रिया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61 (Article 61)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राष्ट्रपति पर महाभियोग (Impeachment) चलाने की प्रक्रिया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61 (Article 61)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123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संविधान के उल्लंघन पर संसद के किसी भी सदन द्वारा अनुच्छेद 61 में महाभियोग चलाया जा सकता है।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राष्ट्रपति को क्षमादान (Pardon) की शक्ति किस अनुच्छेद के तहत प्राप्त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72 (Article 72)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143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राष्ट्रपति को क्षमादान (Pardon) की शक्ति किस अनुच्छेद के तहत प्राप्त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72 (Article 72)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143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72 के तहत राष्ट्रपति किसी भी दंड को क्षमा, कम या स्थगित कर सकते हैं।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संसद के विश्रांतिकाल में राष्ट्रपति को अध्यादेश (Ordinance) जारी करने की शक्ति: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123 (Article 123)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143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संसद के विश्रांतिकाल में राष्ट्रपति को अध्यादेश (Ordinance) जारी करने की शक्ति: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123 (Article 123)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143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123 में राष्ट्रपति तथा अनुच्छेद 213 में राज्यपाल अध्यादेश जारी करते हैं।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प्रधानमंत्री की नियुक्ति संविधान के किस अनुच्छेद के तहत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75 (Article 75)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78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प्रधानमंत्री की नियुक्ति संविधान के किस अनुच्छेद के तहत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75 (Article 75)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75 के अनुसार राष्ट्रपति लोकसभा में बहुमत प्राप्त दल के नेता को प्रधानमंत्री नियुक्त करते हैं।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केंद्रीय मंत्रिपरिषद सामूहिक रूप से किसके प्रति उत्तरदायी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राष्ट्रपति के प्रति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लोकसभा के प्रति (House of People)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राज्यसभा के प्रति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संसद के प्रति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केंद्रीय मंत्रिपरिषद सामूहिक रूप से किसके प्रति उत्तरदायी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राष्ट्रपति के प्रति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लोकसभा के प्रति (House of People)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राज्यसभा के प्रति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संसद के प्रति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75(3) के अनुसार मंत्रिपरिषद सामूहिक रूप से लोकसभा के प्रति उत्तरदायी होती है।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धन विधेयक (Money Bill) केवल किस सदन में पहले पेश किया जा सकता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राज्यसभा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केवल लोकसभा में (Lok Sabha)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किसी भी सदन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संयुक्त बैठक में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धन विधेयक (Money Bill) केवल किस सदन में पहले पेश किया जा सकता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राज्यसभा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केवल लोकसभा में (Lok Sabha)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किसी भी सदन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संयुक्त बैठक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109 के अनुसार धन विधेयक केवल लोकसभा में राष्ट्रपति की पूर्व सहमति से आता है।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कोई विधेयक धन विधेयक है या नहीं, इसका अंतिम निर्णय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लोकसभा अध्यक्ष (Speaker)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वित्त मंत्री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कोई विधेयक धन विधेयक है या नहीं, इसका अंतिम निर्णय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लोकसभा अध्यक्ष (Speaker)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वित्त 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110(3) के अनुसार लोकसभा अध्यक्ष का निर्णय अंतिम और सर्वमान्य होता है।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संसद का सत्र बुलाने और सत्रावसान करने की शक्ति किसमें निहित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भारत के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लोकसभा अध्यक्ष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उपराष्ट्रपति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संसद का सत्र बुलाने और सत्रावसान करने की शक्ति किसमें निहित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भारत के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लोकसभा अध्यक्ष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उपराष्ट्रपति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85 के तहत राष्ट्रपति संसद का सत्र आहूत और सत्रावसान करते हैं।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भारतीय संविधान में समवर्ती सूची (Concurrent List) किस देश से ली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ऑस्ट्रेलिया (Australia)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कनाडा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रूस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भारतीय संविधान में समवर्ती सूची (Concurrent List) किस देश से ली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ऑस्ट्रेलिया (Australia)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कनाडा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समवर्ती सूची और संसद की संयुक्त बैठक का प्रावधान ऑस्ट्रेलिया से लिया गया है।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शिक्षा (Education) वर्तमान में संविधान की किस सूची का विषय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संघ सूची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समवर्ती सूची (Concurrent List)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राज्य सूची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अवशिष्ट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शिक्षा (Education) वर्तमान में संविधान की किस सूची का विषय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संघ सूची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समवर्ती सूची (Concurrent List)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राज्य सूची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अवशिष्ट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42वें संशोधन (1976) द्वारा शिक्षा को राज्य सूची से समवर्ती सूची में स्थानांतरित किया गया।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12, 18, 24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12, 18, 24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12, 18 और 24 तीनों से विभाजित होने वाली सबसे छोटी संख्या 72 है।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₹600 का 2 वर्ष का साधारण ब्याज ₹60 है, तो ब्याज की दर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8%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₹600 का 2 वर्ष का साधारण ब्याज ₹60 है, तो ब्याज की दर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R = (SI × 100) / (P × T) = (60 × 100) / (600 × 2) = 6000 / 1200 = 5%।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किसी वस्तु को ₹900 में बेचने पर 10% की हानि होती है। क्रय मूल्य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₹950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₹1000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₹1100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₹1050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किसी वस्तु को ₹900 में बेचने पर 10% की हानि होती है। क्रय मूल्य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₹950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₹1000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₹1100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₹1050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90% = ₹900 ➔ 100% = (900 / 90) × 100 = ₹1000।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संख्याओं 16 और 36 का मध्यानुपाती (Mean Proportional)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संख्याओं 16 और 36 का मध्यानुपाती (Mean Proportional)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मध्यानुपाती = √(a × b) = √(16 × 36) = 4 × 6 = 24।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400 का कितना प्रतिशत 80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30%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400 का कितना प्रतिशत 80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(80 / 400) × 100% = 80 / 4 = 20%।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x/2 - 1/5 = x/3 + 1/4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21/10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27/10 (2.7)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12/5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x/2 - 1/5 = x/3 + 1/4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21/10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27/10 (2.7)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x/2 - x/3 = 1/4 + 1/5 ➔ x/6 = 9/20 ➔ x = 54/20 = 27/10।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a⁰ का मान पूछा जाए जहाँ a ≠ 0, तो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अनंत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a⁰ का मान पूछा जाए जहाँ a ≠ 0, तो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किसी भी गैर-शून्य संख्या की घात शून्य होने पर मान सदैव 1 होता है (a⁰ = 1)।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b)³ का सही प्रसार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a³ + b³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a³ + 3a²b + 3ab² + b³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a³ - 3ab(a - b) - b³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(a + b)²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b)³ का सही प्रसार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a³ + b³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a³ + 3a²b + 3ab² + b³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a³ - 3ab(a - b) - b³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(a + b)²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+ b)³ = a³ + 3a²b + 3ab² + b³ = a³ + b³ + 3ab(a + b)।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- 4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- 4)(x + 4)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- 2)(x + 2)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- 2)²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(x + 2)²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- 4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- 4)(x + 4)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- 2)(x + 2)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- 2)²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(x + 2)²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x² - 2² = (x - 2)(x + 2)।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y = 6 तथा x² + y² = 20 हो, तो xy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y = 6 तथा x² + y² = 20 हो, तो xy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(x + y)² = x² + y² + 2xy ➔ 36 = 20 + 2xy ➔ 2xy = 16 ➔ xy = 8।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की भुजाएं 5 सेमी, 12 सेमी और 13 सेमी हैं। यह त्रिभुज कैसा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समबाहु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समकोण त्रिभुज (Right angled)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समद्विबाहु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अधिक कोण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की भुजाएं 5 सेमी, 12 सेमी और 13 सेमी हैं। यह त्रिभुज कैसा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समबाहु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समकोण त्रिभुज (Right angled)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समद्विबाहु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अधिक कोण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5² + 12² = 25 + 144 = 169 = 13² (पाइथागोरस त्रिक 5, 12, 13)।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समकोण त्रिभुज का कर्ण 13 सेमी और आधार 12 सेमी है। लंब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 सेमी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समकोण त्रिभुज का कर्ण 13 सेमी और आधार 12 सेमी है। लंब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लंब = √(13² - 12²) = √(169 - 144) = √25 = 5 सेमी।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समलंब चतुर्भुज (Trapezium) की समानांतर भुजाएं 8 सेमी व 6 सेमी और ऊंचाई 5 सेमी है। क्षेत्रफल: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70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35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28 सेमी²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समलंब चतुर्भुज (Trapezium) की समानांतर भुजाएं 8 सेमी व 6 सेमी और ऊंचाई 5 सेमी है। क्षेत्रफल: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70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35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28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½ × (समांतर भुजाओं का योग) × ऊंचाई = ½ × (8 + 6) × 5 = ½ × 14 × 5 = 35 सेमी²।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वृत्त की परिधि और व्यास का अनुपात सदैव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त्रिज्या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पाई (π - 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क्षेत्रफल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जीवा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वृत्त की परिधि और व्यास का अनुपात सदैव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त्रिज्या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पाई (π - 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क्षेत्रफल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जीवा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परिधि (C) / व्यास (d) = π (लगभग 22/7 या 3.14159)।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घन का विकर्ण 6√3 सेमी है। उसकी भुजा की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 सेमी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घन का विकर्ण 6√3 सेमी है। उसकी भुजा की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घन का विकर्ण = a√3 ➔ a = 6√3 / √3 = 6 सेमी।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पहिए की त्रिज्या 35 सेमी है। 1 चक्कर में वह कितनी दूरी तय करेगा?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220 सेमी (2.2 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154 सेमी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पहिए की त्रिज्या 35 सेमी है। 1 चक्कर में वह कितनी दूरी तय करेगा?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220 सेमी (2.2 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154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दूरी = परिधि = 2πr = 2 × (22/7) × 35 = 2 × 22 × 5 = 220 सेमी।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2025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2025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45 × 45 = 2025, अतः √2025 = 45।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27000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27000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30 × 30 × 30 = 27000, अतः ∛27000 = 30।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बहुलक (Mode) किसे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औसत मान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आंकड़ों में सर्वाधिक बार आने वाले मान को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मध्य मान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न्यूनतम मान को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बहुलक (Mode) किसे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औसत मान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आंकड़ों में सर्वाधिक बार आने वाले मान को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मध्य मान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न्यूनतम मान को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दिए गए आंकड़ों में जिस पद की बारंबारता सबसे अधिक होती है, वह बहुलक कहलाता है।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किसी असंभव घटना (Impossible Event) की प्रायिकता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0 (शून्य)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-1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किसी असंभव घटना (Impossible Event) की प्रायिकता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0 (शून्य)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जो घटना कभी घटित नहीं हो सकती, उसकी प्रायिकता सदैव 0 होती है।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#06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#06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जड़त्व = न्यूटन प्रथम | संवहन = द्रव व गैस | विकिरण = सूर्य धूप (माध्यम रहित) | बेकेलाइट = स्विच | Mg = क्लोरोफिल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घटनाएं: प्रथम रेल = 1853 (बंबई-ठाणे) | वुड डिस्पैच = 1854 | रानी लक्ष्मीबाई = ग्वालियर (1858) | तिलक = स्वराज जन्मसिद्ध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नदियां: कोसी = बिहार शोक | माजुली = ब्रह्मपुत्र नदी द्वीप | मौसिनराम = सर्वाधिक वर्षा | टिहरी = भागीरथी | हीराकुंड = महानदी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राष्ट्रपति महाभियोग = अनु. 61 | क्षमादान = अनु. 72 | अध्यादेश = अनु. 123 | धन विधेयक = केवल लोकसभा | समवर्ती = ऑस्ट्रेलिया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समलंब चतुर्भुज = ½(a+b)h | पहिया दूरी = 2πr (220 सेमी) | समकोण त्रिक = 5, 12, 13 | बहुलक = अधिकतम बारंबारता | असंभव = 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#06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06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