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08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#08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#08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विद्युत परिपथ में फ्यूज तार का कार्य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वोल्टेज बढ़ाना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अतिभारण में पिघलकर परिपथ तोड़ना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बिजली बचाना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प्रकाश देना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विद्युत परिपथ में फ्यूज तार का कार्य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वोल्टेज बढ़ाना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अतिभारण में पिघलकर परिपथ तोड़ना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बिजली बचाना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प्रकाश देना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फ्यूज तार का गलनांक कम होता है जिससे शॉर्ट-सर्किट होने पर वह पिघलकर सुरक्षा करता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फ्यूज तार किन दो धातुओं की मिश्र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तांबा व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सीसा और टिन (Pb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चांदी व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नाइक्रोम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फ्यूज तार किन दो धातुओं की मिश्र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तांबा व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सीसा और टिन (Pb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चांदी व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नाइक्रोम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सीसा और टिन की मिश्र धातु कम गलनांक वाली होती है जो फ्यूज तार हेतु सर्वोत्तम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घरों में प्रयुक्त MCB का पूर्ण रूप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Miniature Circuit Breaker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Maximum Current Breaker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Main Circuit 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Motor Current 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घरों में प्रयुक्त MCB का पूर्ण रूप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Miniature Circuit Breaker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Maximum Current Breaker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Main Circuit 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Motor Current 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MCB का पूरा नाम मिनिएचर सर्किट ब्रेकर है जो फ्यूज का आधुनिक सुरक्षित रूप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समतल दर्पण की फोकस दूरी (Focal Length)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शून्य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अनंत (Infinity)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 सेमी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समतल दर्पण की फोकस दूरी (Focal Length)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शून्य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अनंत (Infinity)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समतल दर्पण की वक्रता त्रिज्या अनंत होने से फोकस दूरी भी अनंत होती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धूप के चश्मों में किस प्रकार के कांच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साधारण कांच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क्रुक्स कांच (Crookes Glass)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पाइरेक्स कांच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फ्लिंट कांच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धूप के चश्मों में किस प्रकार के कांच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साधारण कांच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क्रुक्स कांच (Crookes Glass)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पाइरेक्स कांच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फ्लिंट कांच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क्रुक्स कांच सूर्य की हानिकारक पराबैंगनी किरणों (UV) को सोख लेता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पानी में डूबी हुई पेंसिल मुड़ी हुई क्यों दिखाई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परावर्तन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प्रकाश के अपवर्तन (Refraction)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प्रकीर्णन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विक्षेपण के कारण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पानी में डूबी हुई पेंसिल मुड़ी हुई क्यों दिखाई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परावर्तन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प्रकाश के अपवर्तन (Refraction)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प्रकीर्णन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विक्षेपण के कारण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सघन माध्यम (जल) से विरल माध्यम (वायु) में प्रकाश का अपवर्तन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पानी से भरी बाल्टी का पेंदा ऊपर उठा हुआ क्यों प्रतीत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प्रकाश का अपवर्तन (Refraction)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पूर्ण आंतरिक परावर्तन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विवर्तन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पानी से भरी बाल्टी का पेंदा ऊपर उठा हुआ क्यों प्रतीत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प्रकाश का अपवर्तन (Refraction)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पूर्ण आंतरिक परावर्तन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 के अपवर्तन के कारण पेंदे का आभासी प्रतिबिंब ऊपर दिखाई देता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हीरे का अत्यधिक चमकना प्रकाश की किस घटना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पूर्ण आंतरिक परावर्तन (Total Internal Reflection)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वर्ण-विक्षेपण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प्रकीर्णन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हीरे का अत्यधिक चमकना प्रकाश की किस घटना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पूर्ण आंतरिक परावर्तन (Total Internal Reflection)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वर्ण-विक्षेपण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प्रकीर्णन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हीरे का क्रांतिक कोण बहुत कम (24.4°) होता है जिससे प्रकाश बार-बार परावर्तित होता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मरीचिका (Mirage) रेगिस्तान में दिखाई देने का मुख्य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पूर्ण आंतरिक परावर्तन (TIR)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परावर्तन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प्रकीर्णन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मरीचिका (Mirage) रेगिस्तान में दिखाई देने का मुख्य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पूर्ण आंतरिक परावर्तन (TIR)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परावर्तन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प्रकीर्णन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गर्म रेत के पास वायु विरल हो जाती है, जिससे पूर्ण आंतरिक परावर्तन द्वारा जल का भ्रम होता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ऑप्टिकल फाइबर (प्रकाशीय तंतु) किस सिद्धांत पर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प्रकाश का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पूर्ण आंतरिक परावर्तन (TIR)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परावर्तन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व्यतिकरण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ऑप्टिकल फाइबर (प्रकाशीय तंतु) किस सिद्धांत पर कार्य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प्रकाश का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पूर्ण आंतरिक परावर्तन (TIR)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परावर्तन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व्यतिकरण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प्रकाशीय तंतु में प्रकाश संकेत बिना ऊर्जा ह्रास के पूर्ण आंतरिक परावर्तन द्वारा संचरित होते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वाहनों में गति मापने वाले यंत्र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ओडोमीटर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स्पीडोमीटर (Speedometer)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थर्मामीटर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वाहनों में गति मापने वाले यंत्र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ओडोमीटर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स्पीडोमीटर (Speedometer)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थर्मामीटर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स्पीडोमीटर तात्कालिक चाल (km/h में) मापता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वाहनों द्वारा तय की गई कुल दूरी को कौन-सा मीटर मापता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स्पीडोमीटर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ओडोमीटर / पथमापी (Odometer)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टैकोमीटर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वाहनों द्वारा तय की गई कुल दूरी को कौन-सा मीटर मापता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स्पीडोमीटर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ओडोमीटर / पथमापी (Odometer)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टैकोमीटर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ओडोमीटर वाहन द्वारा तय की गई कुल दूरी को किलोमीटर में रिकॉर्ड करता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दांतों का इनेमल (Enamel) मानव शरीर का सबसे कठोर पदार्थ है, यह किसका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कैल्शियम फास्फेट [Ca₃(PO₄)₂]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कैल्शियम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मैग्नीशियम फास्फेट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दांतों का इनेमल (Enamel) मानव शरीर का सबसे कठोर पदार्थ है, यह किसका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कैल्शियम फास्फेट [Ca₃(PO₄)₂]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कैल्शियम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मैग्नीशियम फास्फेट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दांतों का ऊपरी आवरण कैल्शियम फास्फेट का क्रिस्टल रूप (हाइड्रॉक्सीएपेटाइट) होता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मुंह का pH मान कितने से कम होने पर दांतों का क्षय (सड़न) शुरू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7.0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5.5 से कम होने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8.0 से कम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6.5 से कम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मुंह का pH मान कितने से कम होने पर दांतों का क्षय (सड़न) शुरू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7.0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5.5 से कम होने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8.0 से कम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6.5 से कम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मुंह में भोजन के कणों पर जीवाणुओं द्वारा अम्ल बनाने से pH 5.5 से गिर जाता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दंत मंजन (Toothpaste) की प्रकृति सामान्यतः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अम्लीय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क्षारीय (Basic)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अति अम्लीय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दंत मंजन (Toothpaste) की प्रकृति सामान्यतः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अम्लीय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क्षारीय (Basic)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अति अम्लीय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दंत मंजन क्षारीय होता है जो मुंह के अतिरिक्त अम्ल को उदासीन करता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शुद्ध जल का विद्युत अपघटन कराने पर कैथोड पर कौन-सी गैस एकत्र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हाइड्रोजन गैस (H₂)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क्लोरीन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शुद्ध जल का विद्युत अपघटन कराने पर कैथोड पर कौन-सी गैस एकत्र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हाइड्रोजन गैस (H₂)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क्लोरीन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कैथोड (-ve) पर हाइड्रोजन गैस तथा एनोड (+ve) पर ऑक्सीजन गैस एकत्र होती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जल के विद्युत अपघटन में हाइड्रोजन और ऑक्सीजन का आयतन अनुपात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 :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 : 1 (2 भाग H₂ + 1 भाग 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 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 :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जल के विद्युत अपघटन में हाइड्रोजन और ऑक्सीजन का आयतन अनुपात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 :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 : 1 (2 भाग H₂ + 1 भाग 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 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 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के अणु में दो हाइड्रोजन और एक ऑक्सीजन परमाणु होते हैं (H₂O)।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जल में हाइड्रोजन और ऑक्सीजन का द्रव्यमान अनुपात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 : 8 (2 ग्राम H : 16 ग्राम 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 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 :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जल में हाइड्रोजन और ऑक्सीजन का द्रव्यमान अनुपात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 : 8 (2 ग्राम H : 16 ग्राम 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 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 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H₂O का द्रव्यमान अनुपात = 2 : 16 = 1 : 8 होता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लोहे पर लगी जंग का सही रासायनिक सूत्र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FeO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Fe₂O₃.xH₂O (जलयोजित आयरन ऑक्साइड)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Fe₃O₄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Fe(OH)₂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लोहे पर लगी जंग का सही रासायनिक सूत्र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FeO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Fe₂O₃.xH₂O (जलयोजित आयरन ऑक्साइड)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Fe₃O₄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Fe(OH)₂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जंग भूरे रंग का जलयोजित फेरिक ऑक्साइड होता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तांबे के बर्तनों पर हरी परत (Green Coating) किसके बनने से जमती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कॉपर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बेसिक कॉपर कार्बोनेट [CuCO₃.Cu(OH)₂]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कॉपर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कॉपर नाइट्रेट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तांबे के बर्तनों पर हरी परत (Green Coating) किसके बनने से जमती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कॉपर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बेसिक कॉपर कार्बोनेट [CuCO₃.Cu(OH)₂]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कॉपर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कॉपर नाइट्रेट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तांबा नम वायु की CO₂ और जल से क्रिया कर हरा बेसिक कार्बोनेट बनाता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चांदी के आभूषणों का हवा में काला पड़ना किस यौगिक के बनने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सिल्वर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सिल्वर सल्फाइड (Ag₂S)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सिल्वर क्लोराइड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सिल्वर नाइट्रेट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चांदी के आभूषणों का हवा में काला पड़ना किस यौगिक के बनने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सिल्वर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सिल्वर सल्फाइड (Ag₂S)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सिल्वर क्लोराइड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सिल्वर नाइट्रेट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हवा की H₂S गैस से क्रिया कर चांदी पर काला सिल्वर सल्फाइड जमता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फोटोग्राफी में किस प्रकाश-संवेदी रासायनिक यौगिक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सिल्वर नाइट्रेट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सिल्वर ब्रोमाइड (AgBr)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सोडियम क्लोराइड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पोटेशियम आयोडाइड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फोटोग्राफी में किस प्रकाश-संवेदी रासायनिक यौगिक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सिल्वर नाइट्रेट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सिल्वर ब्रोमाइड (AgBr)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सोडियम क्लोराइड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पोटेशियम आयोडाइड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सिल्वर ब्रोमाइड प्रकाश पड़ने पर अपघटित होकर स्थायी चित्र बनाता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मतदान के समय उंगली पर लगाई जाने वाली अमिट स्याही में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सिल्वर क्लोराइड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सिल्वर नाइट्रेट (AgNO₃)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आयरन 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कॉपर सल्फेट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मतदान के समय उंगली पर लगाई जाने वाली अमिट स्याही में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सिल्वर क्लोराइड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सिल्वर नाइट्रेट (AgNO₃)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आयरन 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कॉपर सल्फेट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सिल्वर नाइट्रेट त्वचा के प्रोटीन और पसीने से क्रिया कर स्थायी काला निशान बनाता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में रक्तचाप को नियंत्रित करने वाली ग्रंथि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अधिवृक्क / एड्रिनल ग्रंथि (Adrenal)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पीयूष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थाइमस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में रक्तचाप को नियंत्रित करने वाली ग्रंथि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अधिवृक्क / एड्रिनल ग्रंथि (Adrenal)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पीयूष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थाइमस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एड्रिनल ग्रंथि से एल्डोस्टेरोन और एड्रिनेलिन हार्मोन निकलते हैं जो BP संभालते हैं।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इंसुलिन हार्मोन की रासायनिक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वसा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प्रोटीन / पेप्टाइड (Peptide)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विटामिन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कार्बोहाइड्रेट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इंसुलिन हार्मोन की रासायनिक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वसा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प्रोटीन / पेप्टाइड (Peptide)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विटामिन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कार्बोहाइड्रेट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इंसुलिन 51 अमीनो अम्लों की दो शृंखलाओं से बना एक पेप्टाइड हार्मोन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सर्वग्राही रक्त समूह (Universal Recipient)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AB रक्त समूह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B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सर्वग्राही रक्त समूह (Universal Recipient)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AB रक्त समूह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रक्त समूह AB में दोनों एंटीजन होते हैं परंतु एंटीबॉडी नहीं होती।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रक्त समूहों (Blood Groups) की खोज 1900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विलियम हार्वे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कार्ल लैंडस्टीनर (Karl Landsteiner)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पाश्चर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रक्त समूहों (Blood Groups) की खोज 1900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विलियम हार्वे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कार्ल लैंडस्टीनर (Karl Landsteiner)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पाश्चर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कार्ल लैंडस्टीनर ने ABO रक्त समूह प्रणाली की खोज की (नोबेल पुरस्कार 1930)।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Rh कारक (Rh Factor) की खोज लैंडस्टीनर और विनर ने किस बंदर में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लंगूर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रीसस बंदर (Rhesus Macaque)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चिंपैंजी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गोरिल्ला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Rh कारक (Rh Factor) की खोज लैंडस्टीनर और विनर ने किस बंदर में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लंगूर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रीसस बंदर (Rhesus Macaque)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चिंपैंजी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गोरिल्ला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रीसस बंदर की RBC पर पाए जाने वाले एंटीजन के आधार पर Rh कारक नाम दिया गया।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मानव रक्त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7.4 (हल्का क्षारीय)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7.0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मानव रक्त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7.4 (हल्का क्षारीय)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रक्त का pH मान लगभग 7.35 से 7.45 (औसत 7.4) होता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मानव वृक्क (Kidney) में बनने वाली पथरी (Kidney Stone) मुख्य रूप से किसकी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कैल्शियम ऑक्जलेट (Calcium Oxalate)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यूरिक एसिड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मानव वृक्क (Kidney) में बनने वाली पथरी (Kidney Stone) मुख्य रूप से किसकी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कैल्शियम ऑक्जलेट (Calcium Oxalate)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यूरिक एसिड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टमाटर या पालक के ऑक्जेलिक अम्ल और कैल्शियम के संयोग से पथरी बनती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अपोहन / डायलिसिस (Dialysis) का संबंध किस अंग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वृक्क / गुर्दे (Kidney)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फेफड़े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यकृत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अपोहन / डायलिसिस (Dialysis) का संबंध किस अंग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वृक्क / गुर्दे (Kidney)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फेफड़े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यकृत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जब वृक्क कार्य करना बंद कर देते हैं तो कृत्रिम मशीन से रक्त शुद्ध किया जाता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विटामिन C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थायमीन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एस्कॉर्बिक अम्ल (Ascorbic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रेटिनॉल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कैल्सिफेरॉल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विटामिन C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थायमीन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एस्कॉर्बिक अम्ल (Ascorbic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रेटिनॉल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कैल्सिफेरॉल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C खट्टे फलों (आंवला, नींबू) में मिलता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आंवला किस विटामिन का सबसे समृद्ध प्राकृतिक स्रोत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विटामिन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विटामिन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विटामिन B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आंवला किस विटामिन का सबसे समृद्ध प्राकृतिक स्रोत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विटामिन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विटामिन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विटामिन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आंवले में प्रचुर मात्रा में एस्कॉर्बिक अम्ल (विटामिन C) पाया जाता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जल में घुलनशील विटामिन कौन-से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विटामिन A, D, E,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विटामिन B और C (Water Soluble)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केवल विटामिन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केवल विटामिन 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जल में घुलनशील विटामिन कौन-से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विटामिन A, D, E,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विटामिन B और C (Water Soluble)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केवल विटामिन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केवल विटामिन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B व C जल में घुलनशील हैं, जबकि A, D, E, K वसा में घुलनशील हैं।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वसा में घुलनशील विटामिनों का समूह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B और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A, D, E और K (Fat Soluble)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केवल B कॉम्प्लेक्स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C और 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वसा में घुलनशील विटामिनों का समूह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B और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A, D, E और K (Fat Soluble)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केवल B कॉम्प्लेक्स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C और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A, D, E, K वसा और यकृत में संचित होते हैं।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गौतम बुद्ध का जन्म 563 ईसा पूर्व में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लुंबिनी (कपिलवस्तु, नेपाल)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सारनाथ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गौतम बुद्ध का जन्म 563 ईसा पूर्व में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लुंबिनी (कपिलवस्तु, नेपाल)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सारनाथ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शाक्य कुल के राजा शुद्धोधन के घर लुंबिनी वन में सिद्धार्थ (बुद्ध) का जन्म हुआ।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महात्मा बुद्ध का महापरिनिर्वाण (देहावसान)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सारनाथ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कुशीनगर (उत्तर प्रदेश)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बोधगया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पावापुरी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महात्मा बुद्ध का महापरिनिर्वाण (देहावसान)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सारनाथ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कुशीनगर (उत्तर प्रदेश)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बोधगया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पावापुरी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80 वर्ष की आयु में कुशीनगर (मल्ल गणराज्य) में बुद्ध का महापरिनिर्वाण हुआ।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भगवान महावीर स्वामी का निर्वाण (मोक्ष) कहाँ प्राप्त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वैशाली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पावापुरी (नालंदा, बिहार)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कुंडलपुर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राजगीर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भगवान महावीर स्वामी का निर्वाण (मोक्ष) कहाँ प्राप्त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वैशाली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पावापुरी (नालंदा, बिहार)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कुंडलपुर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राजगीर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बिहार के नालंदा जिले के पावापुरी के जल मंदिर में महावीर स्वामी का निर्वाण हुआ।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प्रथम बौद्ध संगीति 483 ईसा पूर्व में किस शासक के काल में राजगृह में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अशोक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अजातशत्रु (हर्यक वंश)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कालाशोक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कनिष्क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प्रथम बौद्ध संगीति 483 ईसा पूर्व में किस शासक के काल में राजगृह में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अशोक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अजातशत्रु (हर्यक वंश)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कालाशोक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कनिष्क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बुद्ध के महापरिनिर्वाण के तुरंत बाद अजातशत्रु के संरक्षण में सप्तपर्णी गुफा में हुई।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तृतीय बौद्ध संगीति 250 ईसा पूर्व में पाटलिपुत्र में किसके काल में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अजातशत्रु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सम्राट अशोक (Ashoka)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कनिष्क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हर्षवर्धन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तृतीय बौद्ध संगीति 250 ईसा पूर्व में पाटलिपुत्र में किसके काल में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अजातशत्रु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सम्राट अशोक (Ashoka)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कनिष्क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हर्षवर्धन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अशोक के शासनकाल में मोग्गलिपुत्त तिस्स की अध्यक्षता में तृतीय संगीति हुई।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चतुर्थ बौद्ध संगीति कुंडलवन (कश्मीर) में किस कुषाण राजा के काल में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अशोक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कनिष्क (Kanishka)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हर्षवर्धन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चंद्रगुप्त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चतुर्थ बौद्ध संगीति कुंडलवन (कश्मीर) में किस कुषाण राजा के काल में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अशोक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कनिष्क (Kanishka)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हर्षवर्धन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चंद्रगुप्त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कनिष्क के काल में बौद्ध धर्म हीनयान और महायान दो संप्रदायों में बंट गया।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कुषाण वंश का सबसे महान एवं प्रतापी शासक कौन था जिसने 78 ईस्वी में शक संवत चलाया?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कुजुल कडफिसस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कनिष्क (Kanishka)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हुविष्क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वासुदेव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कुषाण वंश का सबसे महान एवं प्रतापी शासक कौन था जिसने 78 ईस्वी में शक संवत चलाया?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कुजुल कडफिसस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कनिष्क (Kanishka)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हुविष्क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वासुदेव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78 ईस्वी में कनिष्क के राज्यारोहण पर शक संवत शुरू हुआ, जो भारत का राष्ट्रीय संवत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भारत का राष्ट्रीय कैलेंडर (National Calendar) किस संवत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विक्रम संवत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शक संवत (78 ईस्वी - 22 मार्च 1957 को अपनाया)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हिजरी संवत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ग्रेगोरियन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भारत का राष्ट्रीय कैलेंडर (National Calendar) किस संवत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विक्रम संवत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शक संवत (78 ईस्वी - 22 मार्च 1957 को अपनाया)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हिजरी संवत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ग्रेगोरियन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 सरकार ने 22 मार्च 1957 को शक संवत को राष्ट्रीय पंचांग के रूप में अपनाया।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शक संवत का प्रथम माह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फाल्गुन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चैत्र (Chaitra)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वैशाख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माघ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शक संवत का प्रथम माह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फाल्गुन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चैत्र (Chaitra)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वैशाख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माघ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राष्ट्रीय पंचांग का पहला महीना चैत्र (22 मार्च) तथा अंतिम महीना फाल्गुन होता है।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विक्रम संवत का शुभारंभ 57 ईसा पूर्व में किस प्रतापी राजा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कनिष्क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सम्राट विक्रमादित्य (उज्जैन)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चंद्रगुप्त मौर्य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हर्षवर्धन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विक्रम संवत का शुभारंभ 57 ईसा पूर्व में किस प्रतापी राजा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कनिष्क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सम्राट विक्रमादित्य (उज्जैन)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चंद्रगुप्त मौर्य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हर्षवर्धन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उज्जैन के राजा विक्रमादित्य ने शकों पर विजय की स्मृति में 57 ईसा पूर्व में विक्रम संवत चलाया।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मुद्राराक्षस नाटक के रचयिता कौन हैं जिसमें चाणक्य की कूटनीति वर्णित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कालिदास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विशाखदत्त (Visakhadatta)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भवभूति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बाणभट्ट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मुद्राराक्षस नाटक के रचयिता कौन हैं जिसमें चाणक्य की कूटनीति वर्णित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कालिदास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विशाखदत्त (Visakhadatta)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भवभूति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बाणभट्ट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विशाखदत्त ने मौर्य काल की राजनीतिक घटनाओं पर 'मुद्राराक्षस' लिखा।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अभिज्ञानशाकुंतलम, मेघदूतम और रघुवंशम महाकाव्यों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बाणभट्ट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महाकवि कालिदास (Kalidasa)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विशाखदत्त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दंडी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अभिज्ञानशाकुंतलम, मेघदूतम और रघुवंशम महाकाव्यों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बाणभट्ट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महाकवि कालिदास (Kalidasa)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विशाखदत्त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कालिदास को 'भारत का शेक्सपियर' कहा जाता है; वे चंद्रगुप्त विक्रमादित्य के नवरत्न थे।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सबसे बड़ी कृत्रिम (मानव-निर्मित)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वूलर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गोविंद बल्लभ पंत सागर (रिहंद बांध, UP)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चिल्का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सांभर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सबसे बड़ी कृत्रिम (मानव-निर्मित) झील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वूलर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गोविंद बल्लभ पंत सागर (रिहंद बांध, UP)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चिल्का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सांभर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सोनभद्र (UP) में रिहंद नदी पर बना जलाशय भारत की सबसे विशाल कृत्रिम झील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विश्व का सबसे ऊँचा पठार 'पामीर का पठार' (तिब्बत)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विश्व का छत (Roof of the World)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एशिया का दिल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पर्वतों का राजा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श्वेत पठार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विश्व का सबसे ऊँचा पठार 'पामीर का पठार' (तिब्बत)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विश्व का छत (Roof of the World)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एशिया का दिल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पर्वतों का राजा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श्वेत पठार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पामीर के पठार को अत्यधिक ऊंचाई के कारण 'संसार की छत' कहा जाता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भारत का रूर (Ruhr of India) किस खनिज-समृद्ध पठार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दक्कन का पठार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छोटानागपुर का पठार (Chota Nagpur)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मालवा पठार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मेघालय पठार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भारत का रूर (Ruhr of India) किस खनिज-समृद्ध पठार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दक्कन का पठार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छोटानागपुर का पठार (Chota Nagpur)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मालवा पठार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मेघालय पठार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कोयला और लोहे की प्रचुरता के कारण छोटानागपुर को भारत का रूर कहते हैं।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भारत में अभ्रक (Mica) का सर्वाधिक उत्पादन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आंध्र प्रदेश (नेल्लोर)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राजस्थान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झारखंड (कोडरमा)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भारत में अभ्रक (Mica) का सर्वाधिक उत्पादन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आंध्र प्रदेश (नेल्लोर)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राजस्थान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झारखंड (कोडरमा)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आंध्र प्रदेश देश के अधिकांश अभ्रक का उत्पादन करता है (कोडरमा को अभ्रक राजधानी कहते हैं)।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भारत में सोने की प्रसिद्ध खान 'कोलार' (KGF)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कर्नाटक (Karnataka)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आंध्र प्रदेश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भारत में सोने की प्रसिद्ध खान 'कोलार' (KGF)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कर्नाटक (Karnataka)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आंध्र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कर्नाटक के कोलार और हट्टी में भारत की मुख्य स्वर्ण खदानें स्थित हैं।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भारत में पन्ना (Panna) की खानें किसके उत्खनन हेतु विश्व प्रसिद्ध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सोना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हीरा (Diamond)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चांदी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तांबा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भारत में पन्ना (Panna) की खानें किसके उत्खनन हेतु विश्व प्रसिद्ध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सोना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हीरा (Diamond)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चांदी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मध्य प्रदेश के पन्ना जिले में भारत की एकमात्र सक्रिय हीरा खदानें हैं।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खेतड़ी (झुंझुनू, राजस्थान) किसके खनन के लिए प्राचीन काल से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कोयला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खेतड़ी (झुंझुनू, राजस्थान) किसके खनन के लिए प्राचीन काल से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कोयला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हड़प्पा काल से ही खेतड़ी तांबे के खनन हेतु देश भर में प्रसिद्ध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झरिया और रानीगंज कोयला खदानें किन राज्यों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बिहार व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झारखंड (झरिया) एवं पश्चिम बंगाल (रानीगंज)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MP व छत्तीसगढ़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ओडिशा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झरिया और रानीगंज कोयला खदानें किन राज्यों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बिहार व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झारखंड (झरिया) एवं पश्चिम बंगाल (रानीगंज)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MP व छत्तीसगढ़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ओडिशा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झरिया (धनबाद, झारखंड) और रानीगंज (प. बंगाल) भारत के सबसे पुराने कोयला क्षेत्र हैं।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अंकलेश्वर तेल क्षेत्र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गुजरात (Gujarat)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महाराष्ट्र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राजस्थान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अंकलेश्वर तेल क्षेत्र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गुजरात (Gujarat)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महाराष्ट्र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राजस्थान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गुजरात के भरूच जिले में अंकलेश्वर प्रसिद्ध पेट्रोलियम उत्पादक क्षेत्र है।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मुंबई हाई (Bombay High) किस खनिज के उत्पादन हेतु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खनिज तेल / पेट्रोलियम (Offshore Oil)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यूरेनियम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मुंबई हाई (Bombay High) किस खनिज के उत्पादन हेतु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खनिज तेल / पेट्रोलियम (Offshore Oil)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यूरेनियम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अरब सागर में मुंबई से 160 किमी दूर मुंबई हाई देश का सबसे बड़ा अपतटीय तेल क्षेत्र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का प्रथम परमाणु ऊर्जा केंद्र (Nuclear Power Station) कहाँ स्थापित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कलपक्कम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तारापुर (महाराष्ट्र - 1969)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रावतभाटा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नरोरा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का प्रथम परमाणु ऊर्जा केंद्र (Nuclear Power Station) कहाँ स्थापित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कलपक्कम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तारापुर (महाराष्ट्र - 1969)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रावतभाटा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नरोरा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1969 में अमेरिका के सहयोग से महाराष्ट्र के तारापुर में पहला परमाणु संयंत्र शुरू हुआ।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नरोरा परमाणु ऊर्जा संयंत्र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राजस्थान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उत्तर प्रदेश (बुलंदशहर)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गुजरात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कर्नाटक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नरोरा परमाणु ऊर्जा संयंत्र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राजस्थान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उत्तर प्रदेश (बुलंदशहर)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गुजरात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कर्नाटक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उत्तर प्रदेश के बुलंदशहर जिले में नरोरा परमाणु संयंत्र स्थित है।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न्यायिक समीक्षा (Judicial Review) का अधिकार किसे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केवल संसद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उच्चतम न्यायालय एवं उच्च न्यायालयों को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केवल राष्ट्रपति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केवल प्रधानमंत्री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न्यायिक समीक्षा (Judicial Review) का अधिकार किसे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केवल संसद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उच्चतम न्यायालय एवं उच्च न्यायालयों को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केवल राष्ट्रपति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केवल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संविधान के अनुच्छेद 32 व 226 के तहत कोर्ट असंवैधानिक कानूनों को रद्द कर सकता है।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सुप्रीम कोर्ट नागरिकों के मौलिक अधिकारों की रक्षा हेतु कितने प्रकार की रिट (Writ) जारी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 प्रकार की रिट (बंदी प्रत्यक्षीकरण, परमादेश आदि)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सुप्रीम कोर्ट नागरिकों के मौलिक अधिकारों की रक्षा हेतु कितने प्रकार की रिट (Writ) जारी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 प्रकार की रिट (बंदी प्रत्यक्षीकरण, परमादेश आदि)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32 के तहत 5 रिट: बंदी प्रत्यक्षीकरण, परमादेश, प्रतिषेध, उत्प्रेषण व अधिकार पृच्छा।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हाई कोर्ट को मौलिक अधिकारों के उल्लंघन पर रिट जारी करने की शक्ति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226 (Article 226)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214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हाई कोर्ट को मौलिक अधिकारों के उल्लंघन पर रिट जारी करने की शक्ति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226 (Article 226)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214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226 के तहत उच्च न्यायालय मौलिक व विधिक अधिकारों हेतु रिट जारी करता है।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लोकसभा में अविश्वास प्रस्ताव (No Confidence Motion) लाने हेतु कितने सांसदों का समर्थन जरूरी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25 सांसद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50 सांसदों का समर्थन (50 MPs)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 सांसद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 सांसद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लोकसभा में अविश्वास प्रस्ताव (No Confidence Motion) लाने हेतु कितने सांसदों का समर्थन जरूरी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25 सांसद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50 सांसदों का समर्थन (50 MPs)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 सांसद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 सांसद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विपक्ष द्वारा कम से कम 50 लोकसभा सदस्यों के समर्थन से अविश्वास प्रस्ताव पेश होता है।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प्रथम लोकपाल (Lokpal) के रूप में किन्हें नियुक्त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न्यायमूर्ति एच. जे. कानिया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न्यायमूर्ति पिनाकी चंद्र घोष (PC Ghose)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न्यायमूर्ति रंजन गोगोई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अन्ना हजारे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प्रथम लोकपाल (Lokpal) के रूप में किन्हें नियुक्त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न्यायमूर्ति एच. जे. कानिया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न्यायमूर्ति पिनाकी चंद्र घोष (PC Ghose)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न्यायमूर्ति रंजन गोगोई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अन्ना हजारे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मार्च 2019 में पूर्व सुप्रीम कोर्ट जज पी. सी. घोष भारत के पहले लोकपाल बने।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केंद्रीय सतर्कता आयोग (CVC) की स्थापना किस समिति की सिफारिश पर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संथानम समिति (K. Santhanam - 1964)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सरकारिया आयोग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पुंछी आयोग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कोठारी आयोग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केंद्रीय सतर्कता आयोग (CVC) की स्थापना किस समिति की सिफारिश पर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संथानम समिति (K. Santhanam - 1964)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सरकारिया आयोग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पुंछी आयोग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कोठारी आयोग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भ्रष्टाचार निवारण हेतु संथानम समिति की सिफारिश पर 1964 में CVC बना।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केंद्र-राज्य संबंधों की समीक्षा हेतु 1983 में कौन-सा प्रसिद्ध आयोग गठित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ठक्कर आयोग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सरकारिया आयोग (Sarkaria Commission)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नानावटी आयोग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जैन आयोग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केंद्र-राज्य संबंधों की समीक्षा हेतु 1983 में कौन-सा प्रसिद्ध आयोग गठित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ठक्कर आयोग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सरकारिया आयोग (Sarkaria Commission)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नानावटी आयोग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जैन आयोग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न्यायमूर्ति आर. एस. सरकारिया की अध्यक्षता में केंद्र-राज्य संबंधों का आयोग बना।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नीति आयोग (NITI Aayog) की स्थापना योजना आयोग के स्थान पर कब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 जनवरी 2014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 जनवरी 2015 (1st Jan 2015)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 अगस्त 2014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अप्रैल 2015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नीति आयोग (NITI Aayog) की स्थापना योजना आयोग के स्थान पर कब हुई?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 जनवरी 2014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 जनवरी 2015 (1st Jan 2015)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 अगस्त 2014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अप्रैल 2015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राष्ट्रीय भारत परिवर्तन संस्थान (NITI Aayog) 1 जनवरी 2015 को अस्तित्व में आया।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नीति आयोग का पदेन अध्यक्ष (Ex-officio Chairman)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भारत का प्रधानमंत्री (Prime Minister)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वित्त 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गृह मंत्री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नीति आयोग का पदेन अध्यक्ष (Ex-officio Chairman)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भारत का प्रधानमंत्री (Prime Minister)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वित्त 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गृह 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नीति आयोग के अध्यक्ष भारत के प्रधानमंत्री होते हैं।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 में वस्तु एवं सेवा कर (GST) किस तिथि से पूर्ण रूप से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 अप्रैल 2017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 जुलाई 2017 (1st July 2017)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 नवंबर 2016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जनवरी 2018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 में वस्तु एवं सेवा कर (GST) किस तिथि से पूर्ण रूप से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 अप्रैल 2017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 जुलाई 2017 (1st July 2017)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 नवंबर 2016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जनवरी 2018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101वें संविधान संशोधन अधिनियम द्वारा 1 जुलाई 2017 से 'एक देश एक कर' (GST) लागू हुआ।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जीएसटी परिषद (GST Council) का पदेन अध्यक्ष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केंद्रीय वित्त मंत्री (Union Finance Minister)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RBI गवर्नर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कैबिनेट सचिव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जीएसटी परिषद (GST Council) का पदेन अध्यक्ष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केंद्रीय वित्त मंत्री (Union Finance Minister)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RBI गवर्नर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कैबिनेट सचिव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279A के तहत जीएसटी परिषद की अध्यक्षता केंद्रीय वित्त मंत्री करते हैं।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किसी वर्ग की प्रत्येक भुजा को 10% बढ़ा दिया जाए, तो उसके क्षेत्रफल में कितने % वृद्धि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21% (10 + 10 + 1)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15%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किसी वर्ग की प्रत्येक भुजा को 10% बढ़ा दिया जाए, तो उसके क्षेत्रफल में कितने % वृद्धि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21% (10 + 10 + 1)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वृद्धि % = 10 + 10 + (10×10)/100 = 20 + 1 = 21%।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₹8000 पर 5% वार्षिक दर से 3 वर्ष का साधारण ब्याज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₹1200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₹1500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₹800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₹8000 पर 5% वार्षिक दर से 3 वर्ष का साधारण ब्याज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₹1200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₹1500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₹800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SI = (8000 × 5 × 3) / 100 = ₹1200।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संख्याओं 4, 6, 8, 12 का चतुर्थानुपाती (Fourth Proportional) क्या होगा यदि 4:6 :: 8:x हो?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संख्याओं 4, 6, 8, 12 का चतुर्थानुपाती (Fourth Proportional) क्या होगा यदि 4:6 :: 8:x हो?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4 × x = 6 × 8 = 48 ➔ x = 48 / 4 = 12।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एक नल किसी टंकी को 6 घंटे में तथा दूसरा 12 घंटे में भरता है। दोनों मिलकर कितने घंटे में भरेंगे?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 घंटे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 घंटे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एक नल किसी टंकी को 6 घंटे में तथा दूसरा 12 घंटे में भरता है। दोनों मिलकर कितने घंटे में भरेंगे?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 घंटे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 घंटे का कार्य = 1/6 + 1/12 = 3/12 = 1/4, अतः कुल समय = 4 घंटे।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 0.25 को भिन्न (Fraction) में बदलने पर सरलतम रूप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2/5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 0.25 को भिन्न (Fraction) में बदलने पर सरलतम रूप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1/5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0.25 = 25/100 = 1/4।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3x - 5 = x + 7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3x - 5 = x + 7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3x - x = 7 + 5 ➔ 2x = 12 ➔ x = 6।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(3/4)⁻³ का धनात्मक घातांक में मान पूछा जाए, तो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(3/4)³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(4/3)³ = 64/27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-(3/4)³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(3/4)⁻³ का धनात्मक घातांक में मान पूछा जाए, तो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(3/4)³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(4/3)³ = 64/27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-(3/4)³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(a/b)⁻ⁿ = (b/a)ⁿ ➔ (4/3)³ = 64/27।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- b)³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a³ - b³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a³ - b³ - 3ab(a -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a³ + b³ - 3ab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(a - b)²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- b)³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a³ - b³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a³ - b³ - 3ab(a -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a³ + b³ - 3ab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(a - b)²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- b)³ = a³ - b³ - 3ab(a - b) = a³ - 3a²b + 3ab² - b³।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- 1 का गुणनखंडन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- 1)²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- 1)(x + 1)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+ 1)²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x(x - 1)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- 1 का गुणनखंडन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- 1)²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- 1)(x + 1)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+ 1)²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x(x - 1)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x² - 1² = (x - 1)(x + 1)।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a + b = 5 तथा a² + b² = 13 हो, तो ab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a + b = 5 तथा a² + b² = 13 हो, तो ab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+ b)² = a² + b² + 2ab ➔ 5² = 13 + 2ab ➔ 25 - 13 = 2ab ➔ 2ab = 12 ➔ ab = 6।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आयताकार मैदान की लंबाई 25 मी और चौड़ाई 15 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40 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80 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375 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60 मी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आयताकार मैदान की लंबाई 25 मी और चौड़ाई 15 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40 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80 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375 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60 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परिमाप = 2(l + b) = 2(25 + 15) = 2 × 40 = 80 मी।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वृत्त की त्रिज्या 7 सेमी है। उसकी परिधि और व्यास का अंतर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30 सेमी (44 - 14)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35 सेमी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वृत्त की त्रिज्या 7 सेमी है। उसकी परिधि और व्यास का अंतर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30 सेमी (44 - 14)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35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परिधि = 44 सेमी, व्यास = 14 सेमी। अंतर = 44 - 14 = 30 सेमी।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समकोण त्रिभुज का कर्ण 10 सेमी और आधार 8 सेमी है। लंब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 सेमी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समकोण त्रिभुज का कर्ण 10 सेमी और आधार 8 सेमी है। लंब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लंब = √(10² - 8²) = √(100 - 64) = √36 = 6 सेमी।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का आयतन क्या होता है यदि आधार की त्रिज्या r और ऊंचाई h हो?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2πrh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πr²h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⅓ πr²h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4πr²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का आयतन क्या होता है यदि आधार की त्रिज्या r और ऊंचाई h हो?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2πrh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πr²h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⅓ πr²h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4πr²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बेलन का आयतन V = πr²h होता है।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शंकु का आयतन उसी त्रिज्या और ऊंचाई वाले बेलन के आयतन का कितना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आधा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एक-तिहाई (1/3)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दोगुना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एक-चौथाई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शंकु का आयतन उसी त्रिज्या और ऊंचाई वाले बेलन के आयतन का कितना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आधा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एक-तिहाई (1/3)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दोगुना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एक-चौथाई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शंकु का आयतन V = ⅓ πr²h होता है (बेलन का एक-तिहाई)।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की भुजा 4 सेमी है। उसका संपूर्ण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64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96 सेमी² (6 × 4²)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48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32 सेमी²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की भुजा 4 सेमी है। उसका संपूर्ण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64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96 सेमी² (6 × 4²)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48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32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कुल पृष्ठ = 6a² = 6 × 4² = 6 × 16 = 96 सेमी²।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4096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4096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64 × 64 = 4096, अतः √4096 = 64।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4096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24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4096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16 × 16 × 16 = 4096, अतः ∛4096 = 16।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आंकड़ों 3, 7, 3, 5, 3, 8, 3, 9 का बहुलक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 (चार बार आया)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आंकड़ों 3, 7, 3, 5, 3, 8, 3, 9 का बहुलक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 (चार बार आया)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संख्या 3 की बारंबारता सर्वाधिक (4 बार) है, अतः बहुलक = 3।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दो सिक्कों को एक साथ उछालने पर दोनों पर 'पट' (TT) आने की प्रायिकता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दो सिक्कों को एक साथ उछालने पर दोनों पर 'पट' (TT) आने की प्रायिकता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कुल परिणाम = 4 (HH, HT, TH, TT), अनुकूल = 1 (TT)। प्रायिकता = 1/4।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#08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#08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फ्यूज तार = लेड + टिन (Pb+Sn) | पूर्ण आंतरिक परावर्तन = हीरा व मरीचिका | ओडोमीटर = दूरी | रक्त समूह = लैंडस्टीनर (1900)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प्राचीन: बुद्ध जन्म = लुंबिनी | निर्वाण = कुशीनगर | महावीर = पावापुरी | शक संवत = 78 ईस्वी (कनिष्क) | कालिदास = मेघदूतम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संसाधन: पामीर = संसार की छत | भारत का रूर = छोटानागपुर | KGF = कर्नाटक सोना | पन्ना = हीरा | तारापुर = प्रथम परमाणु (1969)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रिट = 5 प्रकार (अनु. 32 सुप्रीम कोर्ट, अनु. 226 HC) | प्रथम लोकपाल = पी. सी. घोष | नीति आयोग = 1 जन 2015 | GST = 1 जुला 2017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शंकु आयतन = ⅓πr²h (बेलन का तिहाई) | घन पृष्ठ = 6a² (96 सेमी²) | √4096 = 64 | ∛4096 = 16 | दो सिक्के TT = 1/4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#08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08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