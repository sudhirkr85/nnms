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04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#04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#04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घर्षण बल सदैव वस्तु की गति की किस दिशा में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गति की दिशा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गति की विपरीत दिशा में (Opposite)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लंबवत दिशा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किसी भी दिशा में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घर्षण बल सदैव वस्तु की गति की किस दिशा में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गति की दिशा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गति की विपरीत दिशा में (Opposite)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लंबवत दिशा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किसी भी दिशा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घर्षण बल संपर्क सतहों के बीच होने वाली सापेक्ष गति का सदैव विरोध करता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पहियों में बॉल-बेयरिंग (Ball Bearing) का उपयोग क्यों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घर्षण बढ़ाने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सर्पी घर्षण को लोटनिक घर्षण में बदलने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वजन घटाने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सुंदरता हेतु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पहियों में बॉल-बेयरिंग (Ball Bearing) का उपयोग क्यों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घर्षण बढ़ाने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सर्पी घर्षण को लोटनिक घर्षण में बदलने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वजन घटाने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सुंदरता हेतु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लोटनिक घर्षण (Rolling Friction) का मान सर्पी घर्षण से बहुत कम होता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ध्वनि तरंगें किस माध्यम में संचरण नहीं कर सकती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ठोस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द्रव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गैस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निर्वात (Vacuum) में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ध्वनि तरंगें किस माध्यम में संचरण नहीं कर सकती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ठोस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द्रव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गैस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(D)  निर्वात (Vacuum)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यांत्रिक तरंग है जिसे संचरण हेतु माध्यम आवश्यक है; यह निर्वात में नहीं चल सकती।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प्रतिध्वनि (Echo) सुनने के लिए परावर्तक सतह की न्यूनतम दूरी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11 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17.2 मीटर (लगभग 17 मीटर)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25 मीटर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प्रतिध्वनि (Echo) सुनने के लिए परावर्तक सतह की न्यूनतम दूरी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11 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17.2 मीटर (लगभग 17 मीटर)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25 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की चाल 344 m/s और कान पर प्रभाव 0.1s रहने से न्यूनतम दूरी 17.2 मी आवश्यक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चमगादड़ रात के अंधेरे में उड़ने और शिकार पकड़ने हेतु किन तरंगों का उपयोग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श्रव्य तरंगें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पराश्रव्य तरंगें (Ultrasound)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अवश्रव्य तरंगें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रेडियो तरंगें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चमगादड़ रात के अंधेरे में उड़ने और शिकार पकड़ने हेतु किन तरंगों का उपयोग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श्रव्य तरंगें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पराश्रव्य तरंगें (Ultrasound)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अवश्रव्य तरंगें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रेडियो तरंगें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चमगादड़ 20,000 Hz से अधिक आवृत्ति की पराश्रव्य तरंगें छोड़ते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आवेशों के प्रवाह की दर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विभव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विद्युत धारा (Electric Current)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प्रतिरोध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ऊर्जा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आवेशों के प्रवाह की दर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विभव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विद्युत धारा (Electric Current)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प्रतिरोध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आवेश प्रवाह की दर विद्युत धारा कहलाती है (I = Q/t, मात्रक: एम्पीयर)।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प्रतिरोध (Resistance) का अंतरराष्ट्रीय मानक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वोल्ट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ओम (Ohm - 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एम्पीयर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वाट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प्रतिरोध (Resistance) का अंतरराष्ट्रीय मानक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वोल्ट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ओम (Ohm - 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एम्पीयर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चालक में धारा के प्रवाह के विरोध को प्रतिरोध कहते हैं, इसका मात्रक ओम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शुद्ध आसुत जल (Distilled Water) विद्युत का कैसा चालक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प्रबल सुचालक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कुचालक / हीन चालक (Insulator)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अर्धचालक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अतिचालक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शुद्ध आसुत जल (Distilled Water) विद्युत का कैसा चालक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प्रबल सुचालक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कुचालक / हीन चालक (Insulator)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अर्धचालक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अतिचालक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आसुत जल में मुक्त आयन न होने के कारण यह विद्युत का कुचालक होता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विद्युत चुंबक (Electromagnet) बनाने के लिए किस धातु की क्रोड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कठोर इस्पात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नर्म लोहा (Soft Iron)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स्टेनलेस स्टील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तांबा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विद्युत चुंबक (Electromagnet) बनाने के लिए किस धातु की क्रोड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कठोर इस्पात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नर्म लोहा (Soft Iron)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स्टेनलेस स्टील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तांबा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नर्म लोहा धारा प्रवाहित होने पर तीव्र चुंबक बनता है और बंद होते ही चुंबकत्व खो देता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स्वतंत्रतापूर्वक लटकाया गया चुंबक सदैव किस दिशा में ठहरता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पूर्व-पश्चिम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उत्तर-दक्षिण दिशा (North-South)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उत्तर-पूर्व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दक्षिण-पश्चिम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स्वतंत्रतापूर्वक लटकाया गया चुंबक सदैव किस दिशा में ठहरता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पूर्व-पश्चिम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उत्तर-दक्षिण दिशा (North-South)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उत्तर-पूर्व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दक्षिण-पश्चिम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के प्राकृतिक चुंबकीय क्षेत्र के कारण चुंबक उत्तर-दक्षिण दिशा में ठहरता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सौरमंडल का सबसे बड़ा ग्रह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शनि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बृहस्पति (Jupiter)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मंगल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सौरमंडल का सबसे बड़ा ग्रह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शनि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बृहस्पति (Jupiter)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मंगल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बृहस्पति सौरमंडल का सबसे विशालकाय ग्रह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भोर का तारा (Morning Star) या सांझ का तारा किस ग्रह को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मंगल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शुक्र (Venus)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बुध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बृहस्पति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भोर का तारा (Morning Star) या सांझ का तारा किस ग्रह को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मंगल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शुक्र (Venus)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बुध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बृहस्पति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शुक्र सबसे चमकीला ग्रह है जो सूर्योदय से पहले और सूर्यास्त के बाद चमकता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काला सोना (Black Gold)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कोयले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 (Petroleum)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ग्रेफाइट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काली मिर्च को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काला सोना (Black Gold)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कोयले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पेट्रोलियम (Petroleum)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ग्रेफाइट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काली मिर्च को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पेट्रोलियम और इसके उप-उत्पादों के विशाल व्यापारिक मूल्य हेतु इसे काला सोना कहते हैं।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सीएनजी (CNG) का मुख्य ज्वलनशील घटक कौन-सी गैस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ब्यूटेन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मीथेन (CH₄)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ईथेन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सीएनजी (CNG) का मुख्य ज्वलनशील घटक कौन-सी गैस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ब्यूटेन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मीथेन (CH₄)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ईथेन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संपीड़ित प्राकृतिक गैस (CNG) में 85-95% मीथेन गैस होती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घरेलू रसोई गैस (LPG) में गैस रिसाव की पहचान हेतु क्या मिलाया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अल्कोहल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एथिल मरकैप्टेन (Ethyl Mercaptan)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क्लोरोफॉर्म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एसिटोन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घरेलू रसोई गैस (LPG) में गैस रिसाव की पहचान हेतु क्या मिलाया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अल्कोहल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एथिल मरकैप्टेन (Ethyl Mercaptan)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क्लोरोफॉर्म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एसिटोन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तीव्र तीक्ष्ण गंध वाला एथिल मरकैप्टेन रिसाव का तत्काल पता लगाता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इलेक्ट्रॉन (Electron)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जे. जे. थॉमसन (J.J. Thomson)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रदरफोर्ड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चैडविक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डाल्टन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इलेक्ट्रॉन (Electron)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जे. जे. थॉमसन (J.J. Thomson)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रदरफोर्ड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चैडविक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डाल्टन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1897 में जे. जे. थॉमसन ने कैथोड किरणों के प्रयोग से ऋण-आवेशित इलेक्ट्रॉन खोजा।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न्यूट्रॉन (Neutron) की खोज 1932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जे. जे. थॉमसन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जेम्स चैडविक (James Chadwick)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रॉबर्ट हुक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नील्स बोर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न्यूट्रॉन (Neutron) की खोज 1932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जे. जे. थॉमसन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जेम्स चैडविक (James Chadwick)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रॉबर्ट हुक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नील्स बोर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जेम्स चैडविक ने बेरिलियम पर अल्फा कणों से आवेशहीन न्यूट्रॉन खोजा।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सोना (Gold) का रासायनिक प्रतीक लैटिन नाम 'ऑरम'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Cu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सोना (Gold) का रासायनिक प्रतीक लैटिन नाम 'ऑरम'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सोने का लैटिन नाम Aurum है, अतः इसका प्रतीक Au होता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पारे (Mercury) का रासायनिक प्रतीक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Hg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Mg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पारे (Mercury) का रासायनिक प्रतीक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Hg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Mg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पारे का लैटिन नाम Hydrargyrum है, अतः इसका प्रतीक Hg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भारी जल (Heavy Water)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D₂O (ड्यूटेरियम ऑक्साइड)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H₂O₂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D₂O₂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भारी जल (Heavy Water)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D₂O (ड्यूटेरियम ऑक्साइड)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H₂O₂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D₂O₂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ड्यूटेरियम ऑक्साइड (D₂O) को परमाणु रिएक्टरों में मंदक के रूप में उपयोग करते हैं।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हवा में किस गैस की अधिकता से पीतल का रंग फीका व काला पड़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हाइड्रोजन सल्फाइड (H₂S)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CO₂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नाइट्रोजन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हवा में किस गैस की अधिकता से पीतल का रंग फीका व काला पड़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हाइड्रोजन सल्फाइड (H₂S)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CO₂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नाइट्रोजन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H₂S गैस तांबे से क्रिया कर काला कॉपर सल्फाइड बनाती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आतिशबाजी में हरा रंग किस धातु के लवण के कारण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स्ट्रोंशियम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बेरियम (Barium)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तांबा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आतिशबाजी में हरा रंग किस धातु के लवण के कारण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स्ट्रोंशियम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बेरियम (Barium)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तांबा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बेरियम लवण से हरा रंग और स्ट्रोंशियम से लाल रंग बनता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कृत्रिम रेशम (Artificial Silk) के नाम से किसे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रेयॉन (Rayon)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एक्रिलिक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कृत्रिम रेशम (Artificial Silk) के नाम से किसे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नायलॉन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रेयॉन (Rayon)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एक्रिलिक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रेयॉन लकड़ी की लुगदी से रासायनिक उपचार द्वारा बनाया जाता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कोशिका के किस अंगक को 'प्रोटीन की फैक्ट्री' (Protein Factory)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लाइसोसोम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राइबोसोम (Ribosome)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गॉल्जीकाय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कोशिका के किस अंगक को 'प्रोटीन की फैक्ट्री' (Protein Factory)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लाइसोसोम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राइबोसोम (Ribosome)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गॉल्जीकाय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राइबोसोम कोशिका में अमीनो अम्लों से प्रोटीन का संश्लेषण करता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आनुवंशिकता के जनक (Father of Genetics)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चार्ल्स डार्विन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ग्रेगर जोहान मेंडल (Mendel)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रॉबर्ट हुक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अरस्तू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आनुवंशिकता के जनक (Father of Genetics)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चार्ल्स डार्विन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ग्रेगर जोहान मेंडल (Mendel)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रॉबर्ट हुक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अरस्तू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मेंडल ने मटर के पौधे पर संकरण प्रयोग कर आनुवंशिकता के मूल नियम दिए।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मानव शरीर में गुणसूत्रों (Chromosomes)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46 गुणसूत्र (23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मानव शरीर में गुणसूत्रों (Chromosomes)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46 गुणसूत्र (23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मनुष्य में 22 जोड़े ऑटोसोम और 1 जोड़ा लिंग गुणसूत्र (कुल 46) होते हैं।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लड़कों के गले में उभरा हुआ स्वरयंत्र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कंठमणी / एडम्स एप्पल (Adam's Apple)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ग्रसनी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श्वासनली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लड़कों के गले में उभरा हुआ स्वरयंत्र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कंठमणी / एडम्स एप्पल (Adam's Apple)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ग्रसनी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श्वासनली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किशोरावस्था में लड़कों का स्वरयंत्र बढ़कर गले में उभरता है (कंठमणी)।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मधुमेह (डायबिटीज) के रोगी को किस हार्मोन का इंजेक्शन दिया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थायरॉक्सिन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इंसुलिन (Insulin)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टेस्टोस्टेरोन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एड्रिनेलिन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मधुमेह (डायबिटीज) के रोगी को किस हार्मोन का इंजेक्शन दिया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थायरॉक्सिन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इंसुलिन (Insulin)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टेस्टोस्टेरोन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एड्रिनेलिन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अग्न्याशय से निकलने वाले इंसुलिन की कमी से डायबिटीज होती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आपातकालीन हार्मोन ('लड़ो या उड़ो') किस ग्रंथि से निकलता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एड्रिनल ग्रंथि (Adrenal)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पीयूष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अग्न्याशय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आपातकालीन हार्मोन ('लड़ो या उड़ो') किस ग्रंथि से निकलता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एड्रिनल ग्रंथि (Adrenal)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पीयूष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अग्न्याशय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एड्रिनल ग्रंथि से एड्रिनेलिन हार्मोन निकलता है जो तनाव में शरीर को सक्रिय करता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रेबीज (अलर्क/हाइड्रोफोबिया) के टीके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एडवर्ड जेनर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लुई पाश्चर (Louis Pasteur)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रॉबर्ट कोच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फ्लेमिंग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रेबीज (अलर्क/हाइड्रोफोबिया) के टीके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एडवर्ड जेनर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लुई पाश्चर (Louis Pasteur)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रॉबर्ट कोच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फ्लेमिंग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लुई पाश्चर ने पागल कुत्ते के काटने से होने वाले रेबीज का टीका खोजा।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बीसीजी (BCG) का टीका किस रोग से बचाव हेतु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चेचक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तपेदिक / टीबी (Tuberculosis)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पोलियो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मलेरिया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बीसीजी (BCG) का टीका किस रोग से बचाव हेतु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चेचक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तपेदिक / टीबी (Tuberculosis)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पोलियो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मलेरिया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बीसीजी का टीका नवजात शिशुओं को टीबी रोग से सुरक्षा हेतु लगाते हैं।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डेंगू बुखार का संचरण करने वाला मच्छर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मादा एनाफिली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मादा एडीज मच्छर (Aedes)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क्यूलेक्स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डेंगू बुखार का संचरण करने वाला मच्छर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मादा एनाफिली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मादा एडीज मच्छर (Aedes)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क्यूलेक्स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मादा एडीज मच्छर डेंगू वायरस का मुख्य वाहक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अमीबा में प्रचलन एवं भोजन ग्रहण करने वाले अंग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सीलिया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कूटपाद / पादाभ (Pseudopodia)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स्पर्शक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फ्लेजिला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अमीबा में प्रचलन एवं भोजन ग्रहण करने वाले अंग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सीलिया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कूटपाद / पादाभ (Pseudopodia)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स्पर्शक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फ्लेजिला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अमीबा कूटपादों द्वारा चलता है और शिकार को चारों ओर से घेरता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दलहनी पौधों की जड़ों में कौन-सा नाइट्रोजन स्थिरीकारी जीवाणु रहता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लैक्टोबैसिलस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राइजोबियम (Rhizobium)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यीस्ट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दलहनी पौधों की जड़ों में कौन-सा नाइट्रोजन स्थिरीकारी जीवाणु रहता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लैक्टोबैसिलस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राइजोबियम (Rhizobium)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यीस्ट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राइजोबियम दलहन की जड़ों में सहजीवी बनकर वायुमंडलीय नाइट्रोजन स्थिरीकृत करता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अम्लीय वर्षा (Acid Rain) के लिए कौन-सी दो गैसें मुख्य रूप से उत्तरदायी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CO व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SO₂ व NO₂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मीथेन व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हीलियम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अम्लीय वर्षा (Acid Rain) के लिए कौन-सी दो गैसें मुख्य रूप से उत्तरदायी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CO व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SO₂ व NO₂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मीथेन व प्रोपेन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हीलियम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कारखानों से निकली SO₂ व NO₂ वर्षा जल में मिलकर सल्फ्यूरिक व नाइट्रिक अम्ल बनाती हैं।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हड़प्पा सभ्यता (सिंधु घाटी सभ्यता) की खोज 1921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राखालदास बनर्जी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दयाराम साहनी (Daya Ram Sahni)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सर जॉन मार्शल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कनिंघम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हड़प्पा सभ्यता (सिंधु घाटी सभ्यता) की खोज 1921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राखालदास बनर्जी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दयाराम साहनी (Daya Ram Sahni)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सर जॉन मार्शल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कनिंघम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1921 में दयाराम साहनी ने पंजाब के मोंटगोमरी जिले में हड़प्पा स्थल की खोज की।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मोहनजोदड़ो (मृतकों का टीला) की खोज 1922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दयाराम साहनी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राखालदास बनर्जी (R.D. Banerji)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मार्शल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मैके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मोहनजोदड़ो (मृतकों का टीला) की खोज 1922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दयाराम साहनी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राखालदास बनर्जी (R.D. Banerji)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मार्शल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मैके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1922 में राखालदास बनर्जी ने सिंध के लरकाना जिले में मोहनजोदड़ो खोजा (विशाल स्नानागार)।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सिंधु घाटी सभ्यता का प्रसिद्ध प्राचीन बंदरगाह नगर कौन-सा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कालीबंगा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लोथल (गुजरात)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धौलावीरा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रोपड़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सिंधु घाटी सभ्यता का प्रसिद्ध प्राचीन बंदरगाह नगर कौन-सा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कालीबंगा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लोथल (गुजरात)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धौलावीरा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रोपड़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भोगवा नदी के तट पर गुजरात का लोथल विश्व का प्राचीनतम गोदीबाड़ा (डॉकयार्ड) था।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वेदों की कुल संख्या कितनी है और सबसे प्राचीन वेद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 वेद (ऋग्वेद सबसे प्राचीन)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 वेद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 वेद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 वेद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वेदों की कुल संख्या कितनी है और सबसे प्राचीन वेद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4 वेद (ऋग्वेद सबसे प्राचीन)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3 वेद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 वेद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 वेद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चार वेद हैं: ऋग्वेद, यजुर्वेद, सामवेद, अथर्ववेद। ऋग्वेद सबसे प्राचीन वेद है।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जैन धर्म के 24वें एवं अंतिम तीर्थंकर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ऋषभदेव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भगवान महावीर स्वामी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पार्श्वनाथ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नेमिनाथ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जैन धर्म के 24वें एवं अंतिम तीर्थंकर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ऋषभदेव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भगवान महावीर स्वामी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पार्श्वनाथ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नेमिनाथ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भगवान महावीर का जन्म वैशाली के कुंडलपुर में हुआ था; वे 24वें तीर्थंकर थे।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बौद्ध धर्म के प्रवर्तक महात्मा बुद्ध को ज्ञान की प्राप्ति कहाँ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सारनाथ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बोधगया (बिहार - पीपल वृक्ष नीचे)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कुशीनगर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लुंबिनी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बौद्ध धर्म के प्रवर्तक महात्मा बुद्ध को ज्ञान की प्राप्ति कहाँ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सारनाथ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बोधगया (बिहार - पीपल वृक्ष नीचे)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कुशीनगर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लुंबिनी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बोधगया में निरंजना नदी के तट पर बोधिवृक्ष के नीचे बुद्ध को ज्ञान (बुद्धत्व) प्राप्त हुआ।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महात्मा बुद्ध ने अपना प्रथम उपदेश (धर्मचक्रप्रवर्तन) कहाँ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बोधगया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सारनाथ (ऋषिपत्तन)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कुशीनगर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श्रावस्ती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महात्मा बुद्ध ने अपना प्रथम उपदेश (धर्मचक्रप्रवर्तन) कहाँ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बोधगया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सारनाथ (ऋषिपत्तन)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कुशीनगर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श्रावस्ती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सारनाथ (वाराणसी) के हिरण्य वन में बुद्ध ने पांच शिष्यों को प्रथम उपदेश दिया।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मौर्य वंश का संस्थापक कौन था जिसने चंद्रगुप्त मौर्य को सम्राट बनाया?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बिंदुसार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चंद्रगुप्त मौर्य (गुरु चाणक्य/कौटिल्य)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अशोक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बृहद्रथ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मौर्य वंश का संस्थापक कौन था जिसने चंद्रगुप्त मौर्य को सम्राट बनाया?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बिंदुसार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चंद्रगुप्त मौर्य (गुरु चाणक्य/कौटिल्य)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अशोक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बृहद्रथ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चाणक्य (अर्थशास्त्र के रचयिता) की मदद से चंद्रगुप्त ने नंद वंश को उखाड़ फेंका।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कलिंग का भीषण युद्ध 261 ईसा पूर्व में किस मौर्य सम्राट ने लड़ा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चंद्रगुप्त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सम्राट अशोक (Ashoka)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बिंदुसार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दशरथ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कलिंग का भीषण युद्ध 261 ईसा पूर्व में किस मौर्य सम्राट ने लड़ा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चंद्रगुप्त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सम्राट अशोक (Ashoka)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बिंदुसार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दशरथ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कलिंग युद्ध के नरसंहार को देखकर अशोक का हृदय परिवर्तन हुआ और उसने बौद्ध धर्म अपनाया।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भारत का राष्ट्रीय प्रतीक 'अशोक स्तंभ' कहाँ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सांची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सारनाथ के सिंह स्तंभ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इलाहाबाद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दिल्ली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भारत का राष्ट्रीय प्रतीक 'अशोक स्तंभ' कहाँ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सांची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सारनाथ के सिंह स्तंभ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इलाहाबाद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दिल्ली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सारनाथ स्थित अशोक के चतुर्मुख सिंह स्तंभ से भारत का राजचिह्न लिया गया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गुप्त वंश का वह प्रतापी शासक जिसे 'भारत का नेपोलियन' कहा जाता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चंद्रगुप्त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समुद्रगुप्त (Samudragupta)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चंद्रगुप्त विक्रमादित्य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स्कंदगुप्त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गुप्त वंश का वह प्रतापी शासक जिसे 'भारत का नेपोलियन' कहा जाता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चंद्रगुप्त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समुद्रगुप्त (Samudragupta)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चंद्रगुप्त विक्रमादित्य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स्कंदगुप्त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इतिहासकार वी. ए. स्मिथ ने समुद्रगुप्त की विजयों के कारण उसे भारत का नेपोलियन कहा।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चीनी यात्री ह्वेनसांग किस भारतीय राजा के शासनकाल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चंद्रगुप्त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हर्षवर्धन (Harshavardhana)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कनिष्क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अशोक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चीनी यात्री ह्वेनसांग किस भारतीय राजा के शासनकाल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चंद्रगुप्त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हर्षवर्धन (Harshavardhana)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कनिष्क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अशोक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सातवीं शताब्दी में ह्वेनसांग नालंदा विश्वविद्यालय में पढ़ने हेतु राजा हर्षवर्धन के काल में आया।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अपने अक्ष पर किस दिशा से किस दिशा की ओर घूर्णन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पूर्व से पश्चिम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पश्चिम से पूर्व दिशा (West to East)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उत्तर से दक्षिण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दक्षिण से उत्तर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अपने अक्ष पर किस दिशा से किस दिशा की ओर घूर्णन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पूर्व से पश्चिम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पश्चिम से पूर्व दिशा (West to East)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उत्तर से दक्षिण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दक्षिण से उत्तर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पश्चिम से पूर्व घूमती है, इसीलिए सूर्य पूर्व में उगता दिखाई देता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पृथ्वी पर दिन और रात का होना पृथ्वी की किस गति का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परिक्रमण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घूर्णन / दैनिक गति (Rotation)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झुकाव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गुरुत्व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पृथ्वी पर दिन और रात का होना पृथ्वी की किस गति का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परिक्रमण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घूर्णन / दैनिक गति (Rotation)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झुकाव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गुरुत्व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अपनी धुरी पर 24 घंटे में एक घूर्णन पूरा करने से दिन और रात होते हैं।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पृथ्वी पर ऋतु परिवर्तन (Seasons) किस गति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दैनिक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परिक्रमण गति एवं अक्षीय झुकाव (Revolution)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चंद्रमा की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ज्वार-भाटा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पृथ्वी पर ऋतु परिवर्तन (Seasons) किस गति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दैनिक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परिक्रमण गति एवं अक्षीय झुकाव (Revolution)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चंद्रमा की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ज्वार-भाटा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सूर्य के चारों ओर 365¼ दिन में परिक्रमा तथा 23½° अक्षीय झुकाव से ऋतुएं बदलती हैं।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21 जून को सूर्य की किरणें सीधी किस रेखा पर लंबवत चमकती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भूमध्य रेखा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कर्क रेखा पर (Tropic of Cancer)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मकर रेखा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उत्तरी ध्रुव पर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21 जून को सूर्य की किरणें सीधी किस रेखा पर लंबवत चमकती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भूमध्य रेखा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कर्क रेखा पर (Tropic of Cancer)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मकर रेखा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उत्तरी ध्रुव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21 जून (ग्रीष्म अयनांत) को उत्तरी गोलार्ध में सबसे बड़ा दिन और सबसे छोटी रात होती है।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22 दिसंबर को सूर्य की किरणें किस रेखा पर लंबवत चमकती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कर्क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मकर रेखा पर (Tropic of Capricorn)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भूमध्य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दक्षिणी ध्रुव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22 दिसंबर को सूर्य की किरणें किस रेखा पर लंबवत चमकती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कर्क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मकर रेखा पर (Tropic of Capricorn)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भूमध्य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दक्षिणी ध्रुव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22 दिसंबर (शीत अयनांत) को दक्षिणी गोलार्ध में सबसे बड़ा दिन होता है।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विश्व के मानचित्र पर दो अक्षांश रेखाओं के बीच की औसत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100 किमी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111 किमी (111 km)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120 किमी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90 किमी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विश्व के मानचित्र पर दो अक्षांश रेखाओं के बीच की औसत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100 किमी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111 किमी (111 km)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120 किमी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90 किमी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प्रत्येक 1° अक्षांश के बीच लगभग 111 किलोमीटर की दूरी होती है।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0° देशांतर रेखा (Greenwich Meridian) कहाँ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पेरिस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लंदन (ग्रीनविच वेधशाला)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न्यूयॉर्क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टोक्यो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0° देशांतर रेखा (Greenwich Meridian) कहाँ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पेरिस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लंदन (ग्रीनविच वेधशाला)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न्यूयॉर्क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टोक्यो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लंदन के निकट ग्रीनविच से मुख्य याम्योत्तर (Prime Meridian) गुजरती है।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भारत की तटरेखा की कुल लंबाई (द्वीपों सहित) लगभग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6100 किमी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7516.6 किमी (लगभग 7517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5000 किमी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8200 किमी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भारत की तटरेखा की कुल लंबाई (द्वीपों सहित) लगभग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6100 किमी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7516.6 किमी (लगभग 7517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5000 किमी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8200 किमी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मुख्य भूमि की तटरेखा 6100 किमी तथा द्वीपों सहित कुल 7516.6 किमी है।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की स्थलीय सीमा की कुल लंबाई लगभग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7516 किमी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15,200 किमी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10,500 किमी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12,000 किमी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की स्थलीय सीमा की कुल लंबाई लगभग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7516 किमी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15,200 किमी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10,500 किमी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12,000 किमी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भारत की थल सीमा लगभग 15,200 किमी लंबी है जो 7 देशों से लगती है।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भारत का सबसे बड़ा मरुस्थल 'थार मरुस्थल' मुख्य रूप से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गुजरात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राजस्थान (Rajasthan)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पंजाब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हरियाणा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भारत का सबसे बड़ा मरुस्थल 'थार मरुस्थल' मुख्य रूप से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गुजरात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राजस्थान (Rajasthan)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पंजाब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हरियाणा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थार मरुस्थल (महान भारतीय मरुस्थल) का अधिकांश भाग पश्चिमी राजस्थान में है।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की सिलिकॉन वैली (IT Hub) के रूप में किस शहर को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हैदराबाद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बेंगलुरु (Bengaluru)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पुणे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गुरुग्राम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की सिलिकॉन वैली (IT Hub) के रूप में किस शहर को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हैदराबाद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बेंगलुरु (Bengaluru)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पुणे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गुरुग्राम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कर्नाटक की राजधानी बेंगलुरु भारत का सबसे बड़ा सूचना प्रौद्योगिकी केंद्र है।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का मैनचेस्टर किस सूती वस्त्र उत्पादक शहर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मुंबई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अहमदाबाद (Ahmedabad)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सूरत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कानपुर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का मैनचेस्टर किस सूती वस्त्र उत्पादक शहर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मुंबई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अहमदाबाद (Ahmedabad)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सूरत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कानपुर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गुजरात के अहमदाबाद को भारत का मैनचेस्टर तथा कानपुर को उत्तर भारत का मैनचेस्टर कहते हैं।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 के मुख्य चुनाव आयुक्त (Chief Election Commissioner) की नियुक्ति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संसद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भारत का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सुप्रीम कोर्ट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 के मुख्य चुनाव आयुक्त (Chief Election Commissioner) की नियुक्ति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संसद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भारत का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सुप्रीम कोर्ट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324 के अनुसार भारत का राष्ट्रपति मुख्य चुनाव आयुक्त की नियुक्ति करता है।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के प्रथम मुख्य चुनाव आयुक्त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टी. एन. शेषन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सुकुमार सेन (Sukumar Sen)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सुनील अरोड़ा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राजीव कुमार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के प्रथम मुख्य चुनाव आयुक्त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टी. एन. शेषन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सुकुमार सेन (Sukumar Sen)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सुनील अरोड़ा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राजीव कुमार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सुकुमार सेन ने 1951-52 के भारत के पहले आम चुनावों का ऐतिहासिक संचालन किया।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भारतीय संविधान में संशोधन की प्रक्रिया (अनुच्छेद 368) किस देश से ली गई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दक्षिण अफ्रीका (South Africa)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कनाडा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ब्रिटेन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भारतीय संविधान में संशोधन की प्रक्रिया (अनुच्छेद 368) किस देश से ली गई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अमेरिका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दक्षिण अफ्रीका (South Africa)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कनाडा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ब्रिटेन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368 में संविधान संशोधन की प्रक्रिया दक्षिण अफ्रीका के संविधान से ली गई है।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लोकसभा में सदस्यों की अधिकतम संख्या कितनी हो सकती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552 (वर्तमान में 550)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500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लोकसभा में सदस्यों की अधिकतम संख्या कितनी हो सकती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552 (वर्तमान में 550)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104वें संशोधन के बाद एंग्लो-इंडियन सीटें समाप्त होने पर अधिकतम संख्या 550 है।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राज्यसभा में सदस्यों की अधिकतम संख्या कितनी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250 सदस्य (238 निर्वाचित + 12 मनोनीत)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260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राज्यसभा में सदस्यों की अधिकतम संख्या कितनी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250 सदस्य (238 निर्वाचित + 12 मनोनीत)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राज्यसभा में अधिकतम 250 सदस्य हो सकते हैं, जिनमें 12 राष्ट्रपति मनोनीत करते हैं।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राष्ट्रपति द्वारा राज्यसभा में कितने प्रतिष्ठित सदस्यों को मनोनीत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 सदस्य (साहित्य, कला, विज्ञान, समाजसेवा)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राष्ट्रपति द्वारा राज्यसभा में कितने प्रतिष्ठित सदस्यों को मनोनीत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 सदस्य (साहित्य, कला, विज्ञान, समाजसेवा)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80 के तहत राष्ट्रपति 12 सदस्यों को विभिन्न क्षेत्रों से मनोनीत करते हैं।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भारत के प्रथम उपराष्ट्रपति कौन थे जिनके जन्मदिन पर शिक्षक दिवस मनाते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डॉ. जाकिर हुसैन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सर्वपल्ली राधाकृष्णन (5 सितंबर)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वी. वी. गिरि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डॉ. राजेंद्र प्रसाद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भारत के प्रथम उपराष्ट्रपति कौन थे जिनके जन्मदिन पर शिक्षक दिवस मनाते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डॉ. जाकिर हुसैन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सर्वपल्ली राधाकृष्णन (5 सितंबर)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वी. वी. गिरि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डॉ. राजेंद्र प्रसाद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5 सितंबर को डॉ. राधाकृष्णन के जन्मदिवस को राष्ट्रीय शिक्षक दिवस के रूप में मनाया जाता है।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राज्यपाल (Governor) की नियुक्ति किसके द्वारा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मुख्यमंत्री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भारत का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हाई कोर्ट चीफ जस्टिस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राज्यपाल (Governor) की नियुक्ति किसके द्वारा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मुख्यमंत्री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भारत का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हाई कोर्ट चीफ जस्टिस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155 के तहत राष्ट्रपति प्रत्येक राज्य के राज्यपाल की नियुक्ति करते हैं।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राज्य का संवैधानिक एवं कार्यपालिका प्रमुख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मुख्यमंत्री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राज्यपाल (Governor)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विधानसभा अध्यक्ष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हाई कोर्ट जज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राज्य का संवैधानिक एवं कार्यपालिका प्रमुख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मुख्यमंत्री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राज्यपाल (Governor)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विधानसभा अध्यक्ष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हाई कोर्ट जज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राज्य स्तर पर संवैधानिक प्रमुख राज्यपाल होते हैं, जबकि वास्तविक प्रमुख मुख्यमंत्री होते हैं।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राज्य की विधानसभा का सदस्य (विधायक/MLA) बनने हेतु न्यूनतम आयु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 वर्ष (25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35 वर्ष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राज्य की विधानसभा का सदस्य (विधायक/MLA) बनने हेतु न्यूनतम आयु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 वर्ष (25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35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विधानसभा सदस्य हेतु न्यूनतम आयु 25 वर्ष और विधान परिषद हेतु 30 वर्ष है।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बाल विवाह निषेध अधिनियम 2006 के अनुसार विवाह हेतु न्यूनतम कानूनी आयु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लड़का 18, लड़की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लड़का 21 वर्ष, लड़की 18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लड़का 25, लड़की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लड़का 20, लड़की 18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बाल विवाह निषेध अधिनियम 2006 के अनुसार विवाह हेतु न्यूनतम कानूनी आयु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लड़का 18, लड़की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लड़का 21 वर्ष, लड़की 18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लड़का 25, लड़की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लड़का 20, लड़की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लड़कों के लिए न्यूनतम आयु 21 वर्ष तथा लड़कियों के लिए 18 वर्ष निर्धारित है।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4, 8, 12 का लघुत्तम समापवर्त्य (LCM)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16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4, 8, 12 का लघुत्तम समापवर्त्य (LCM)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4, 8, 12 तीनों से विभाजित होने वाली सबसे छोटी संख्या 24 है।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संख्याओं 24 और 36 का महत्तम समापवर्तक (HCF)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संख्याओं 24 और 36 का महत्तम समापवर्तक (HCF)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24 और 36 दोनों का सबसे बड़ा उभयनिष्ठ गुणनखंड 12 है।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एक व्यक्ति ₹400 में एक घड़ी खरीदकर ₹480 में बेचता है। लाभ प्रतिशत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10%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एक व्यक्ति ₹400 में एक घड़ी खरीदकर ₹480 में बेचता है। लाभ प्रतिशत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लाभ = 480 - 400 = ₹80। लाभ % = (80 / 400) × 100 = 20%।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₹10,000 की राशि का 8% वार्षिक दर से 3 वर्ष का साधारण ब्याज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₹2400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₹2000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₹3000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₹10,000 की राशि का 8% वार्षिक दर से 3 वर्ष का साधारण ब्याज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₹2400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₹2000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₹3000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SI = (10000 × 8 × 3) / 100 = ₹2400।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यदि 5 किलोग्राम चीनी का मूल्य ₹200 है, तो 8 किलोग्राम चीनी का मूल्य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₹320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₹350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₹400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यदि 5 किलोग्राम चीनी का मूल्य ₹200 है, तो 8 किलोग्राम चीनी का मूल्य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₹320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₹350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₹400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 किग्रा का मूल्य = 200 / 5 = ₹40। अतः 8 किग्रा = 40 × 8 = ₹320।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4(x - 2) = 16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4(x - 2) = 16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 - 2 = 16 / 4 = 4 ➔ x = 4 + 2 = 6।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a = 2 और b = 3 हो, तो 2a² - 3b + 5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a = 2 और b = 3 हो, तो 2a² - 3b + 5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2(2²) - 3(3) + 5 = 2(4) - 9 + 5 = 8 - 9 + 5 = 4।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(x + a)(x + b) का सही प्रसार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x² + 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x² + (a + b)x + 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x² + 2abx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(x + ab)²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(x + a)(x + b) का सही प्रसार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x² + 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x² + (a + b)x + 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x² + 2abx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(x + ab)²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(x + a)(x + b) = x² + (a + b)x + ab।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यदि x - 1/x = 3 हो, तो x² + 1/x²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यदि x - 1/x = 3 हो, तो x² + 1/x²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(x - 1/x)² = x² + 1/x² - 2 ➔ 3² = मान - 2 ➔ मान = 9 + 2 = 11।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व्यंजक x² - 8x + 15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(x - 2)(x - 6)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(x - 3)(x - 5)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(x + 3)(x + 5)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(x - 1)(x - 15)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व्यंजक x² - 8x + 15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(x - 2)(x - 6)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(x - 3)(x - 5)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(x + 3)(x + 5)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(x - 1)(x - 15)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-3 × -5 = +15 और -3 + (-5) = -8 ➔ (x - 3)(x - 5)।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वर्ग की परिमाप 40 सेमी है। उसका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160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80 सेमी²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वर्ग की परिमाप 40 सेमी है। उसका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100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160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80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भुजा = 40 / 4 = 10 सेमी। क्षेत्रफल = भुजा² = 10² = 100 सेमी²।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समकोण त्रिभुज का क्षेत्रफल 30 सेमी² तथा आधार 5 सेमी है। ऊंचाई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 सेमी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समकोण त्रिभुज का क्षेत्रफल 30 सेमी² तथा आधार 5 सेमी है। ऊंचाई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½ × 5 × h = 30 ➔ 5h = 60 ➔ h = 12 सेमी।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21 सेमी है। उसका क्षेत्रफल क्या होगा? (π = 22/7)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66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1386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441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882 सेमी²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21 सेमी है। उसका क्षेत्रफल क्या होगा? (π = 22/7)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66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1386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441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882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= πr² = (22/7) × 21 × 21 = 22 × 3 × 21 = 1386 सेमी²।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घनाभ (Cuboid) की विमाएं 6 सेमी, 4 सेमी और 3 सेमी हैं। इसका आयतन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36 सेमी³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72 सेमी³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24 सेमी³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48 सेमी³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घनाभ (Cuboid) की विमाएं 6 सेमी, 4 सेमी और 3 सेमी हैं। इसका आयतन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36 सेमी³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72 सेमी³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24 सेमी³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48 सेमी³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घनाभ का आयतन = l × b × h = 6 × 4 × 3 = 72 सेमी³।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समबाहु त्रिभुज की भुजा 6 सेमी है। इसका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12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18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24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36 सेमी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समबाहु त्रिभुज की भुजा 6 सेमी है। इसका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12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18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24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36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समबाहु त्रिभुज का परिमाप = 3 × भुजा = 3 × 6 = 18 सेमी।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वृत्त की परिधि 44 सेमी है। उसकी त्रिज्या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21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3.5 सेमी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वृत्त की परिधि 44 सेमी है। उसकी त्रिज्या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21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3.5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 × (22/7) × r = 44 ➔ r = (44 × 7) / 44 = 7 सेमी।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1296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42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1296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36 × 36 = 1296, अतः √1296 = 36।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1331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1331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11 × 11 × 11 = 1331, अतः ∛1331 = 11।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प्रथम पांच अभाज्य संख्याओं (2, 3, 5, 7, 11) का योग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प्रथम पांच अभाज्य संख्याओं (2, 3, 5, 7, 11) का योग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योग = 2 + 3 + 5 + 7 + 11 = 28।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ताश की 52 पत्तों की गड्डी में से एक पत्ता निकालने पर उसके 'इक्का' (Ace) होने की प्रायिकता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1/52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1/13 (4/52)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1/4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1/26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ताश की 52 पत्तों की गड्डी में से एक पत्ता निकालने पर उसके 'इक्का' (Ace) होने की प्रायिकता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1/52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1/13 (4/52)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1/4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1/26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गड्डी में 4 इक्के होते हैं। प्रायिकता = 4 / 52 = 1 / 13।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#04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#04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बॉल बेयरिंग = लोटनिक घर्षण | प्रतिध्वनि = 17.2 मी | प्रतिरोध = ओम | काला सोना = पेट्रोलियम | इलेक्ट्रॉन = थॉमसन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इतिहास प्राचीन: हड़प्पा = साहनी (1921) | मोहनजोदड़ो = बनर्जी (1922) | लोथल = गोदीबाड़ा | ज्ञान = बोधगया | उपदेश = सारनाथ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भूगोल गति: घूर्णन = दिन-रात | परिक्रमण = ऋतुएं | 21 जून = कर्क रेखा (सबसे बड़ा दिन) | तटरेखा = 7516.6 किमी | IT = बेंगलुरु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नागरिक शास्त्र: चुनाव आयोग = अनु. 324 (सुकुमार सेन) | संशोधन = अनु. 368 (द. अफ्रीका) | राज्यसभा मनोनीत = 12 सदस्य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वर्ग क्षेत्रफल = a² | घनाभ आयतन = lbh | समबाहु परिमाप = 3a | वृत्त परिधि 44 ➔ r = 7 | ताश इक्का = 1/13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#04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04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