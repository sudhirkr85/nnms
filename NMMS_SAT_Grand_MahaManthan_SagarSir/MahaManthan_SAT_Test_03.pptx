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03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#03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#03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कार्य (Work) एवं ऊर्जा (Energy)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जूल (Joule)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न्यूटन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पास्कल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कार्य (Work) एवं ऊर्जा (Energy)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जूल (Joule)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न्यूटन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पास्कल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कार्य = बल × विस्थापन, इसका मात्रक न्यूटन-मीटर या जूल (J)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शक्ति (Power) का SI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वाट (Watt)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एम्पीयर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वोल्ट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शक्ति (Power) का SI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वाट (Watt)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एम्पीयर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वोल्ट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कार्य करने की दर को शक्ति कहते हैं (P = W/t), मात्रक वाट (W)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जब प्रकाश विरल माध्यम से सघन माध्यम में जाता है, तो वह: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अभिलंब से दूर हटता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अभिलंब की ओर झुकता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सीधा जाता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परावर्तित होता है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जब प्रकाश विरल माध्यम से सघन माध्यम में जाता है, तो वह: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अभिलंब से दूर हटता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अभिलंब की ओर झुकता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सीधा जाता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परावर्तित होता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सघन माध्यम में प्रकाश की चाल घट जाती है, अतः किरण अभिलंब की ओर झुकती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तारों का टिमटिमाना प्रकाश की किस घटना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वायुमंडलीय अपवर्तन (Atmospheric Refraction)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प्रकीर्णन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विवर्तन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तारों का टिमटिमाना प्रकाश की किस घटना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वायुमंडलीय अपवर्तन (Atmospheric Refraction)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प्रकीर्णन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वायुमंडल की विभिन्न घनत्व वाली परतों द्वारा तारों के प्रकाश का अपवर्तन होता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सोलर कुकर में सूर्य की किरणों को केंद्रित करने हेतु कौन-सा दर्पण सर्वोत्तम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सोलर कुकर में सूर्य की किरणों को केंद्रित करने हेतु कौन-सा दर्पण सर्वोत्तम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अभिसारी होता है जो सूर्य किरणों को फोकस पर एकत्रित करता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गाड़ियों की हेडलाइट में तीव्र समानांतर प्रकाश पुंज हेतु कौन-सा दर्पण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बेलनाकार दर्पण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गाड़ियों की हेडलाइट में तीव्र समानांतर प्रकाश पुंज हेतु कौन-सा दर्पण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बेलनाकार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के फोकस पर बल्ब रखने से किरणें समानांतर शक्तिशाली पुंज बनाती हैं।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विभवांतर मापने वाले यंत्र 'वोल्टमीटर' को परिपथ में किस क्रम में जोड़ते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श्रेणीक्रम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समांतर क्रम (Parallel)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मिश्रित क्रम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किसी भी क्रम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विभवांतर मापने वाले यंत्र 'वोल्टमीटर' को परिपथ में किस क्रम में जोड़ते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श्रेणीक्रम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समांतर क्रम (Parallel)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मिश्रित क्रम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किसी भी क्रम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वोल्टमीटर का प्रतिरोध उच्च होता है, अतः इसे समांतर क्रम में जोड़ते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घरों में विद्युत पंखे, बल्ब आदि उपकरण किस क्रम में जुड़े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श्रेणीक्रम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समांतर क्रम में (Parallel)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चक्रीय क्रम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खुले क्रम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घरों में विद्युत पंखे, बल्ब आदि उपकरण किस क्रम में जुड़े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श्रेणीक्रम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समांतर क्रम में (Parallel)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चक्रीय क्रम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खुले क्रम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समांतर क्रम में सभी को समान 220V वोल्टेज मिलता है और एक बंद होने पर दूसरा चलता रहता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पृथ्वी के केंद्र (Center of Earth) पर किसी वस्तु का भार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अधिकतम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शून्य (Zero)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ध्रुवों के बराबर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अनंत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पृथ्वी के केंद्र (Center of Earth) पर किसी वस्तु का भार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अधिकतम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शून्य (Zero)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ध्रुवों के बराबर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के केंद्र पर g = 0 होता है, अतः भार W = mg = 0 होगा।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पृथ्वी पर किसी वस्तु का भार सर्वाधिक कहाँ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भूमध्य रेखा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ध्रुवों पर (Poles)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कर्क रेखा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मकर रेखा पर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पृथ्वी पर किसी वस्तु का भार सर्वाधिक कहाँ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भूमध्य रेखा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ध्रुवों पर (Poles)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कर्क रेखा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मकर रेखा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ध्रुवों पर त्रिज्या न्यूनतम होने से g का मान सर्वाधिक होता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सरल लोलक का आवर्तकाल किस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द्रव्यमान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लोलक की लंबाई पर (Length)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रंग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समय पर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सरल लोलक का आवर्तकाल किस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द्रव्यमान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लोलक की लंबाई पर (Length)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रंग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समय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T = 2π√(L/g), आवर्तकाल केवल प्रभावकारी लंबाई और g पर निर्भर करता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ध्वनि की तीव्रता (Loudness) का मापक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हर्ट्ज़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डेसिबल (Decibel - 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मीटर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ध्वनि की तीव्रता (Loudness) का मापक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हर्ट्ज़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डेसिबल (Decibel - 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की तीव्रता और शोर का स्तर डेसिबल (dB) में मापा जाता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पेट की अम्लीयता (एसिडिटी) दूर करने हेतु 'मिल्क ऑफ मैग्नीशिया'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कैल्शियम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मैग्नीशियम हाइड्रोक्साइड [Mg(OH)₂]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सोडियम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पेट की अम्लीयता (एसिडिटी) दूर करने हेतु 'मिल्क ऑफ मैग्नीशिया'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कैल्शियम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मैग्नीशियम हाइड्रोक्साइड [Mg(OH)₂]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सोडियम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मैग्नीशियम हाइड्रोक्साइड एक सौम्य प्रति-अम्ल (Antacid)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शुष्क बुझे हुए चूने (Slaked Lime)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Ca(OH)₂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CaCl₂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शुष्क बुझे हुए चूने (Slaked Lime)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Ca(OH)₂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CaCl₂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बिना बुझे चूने में जल मिलाने पर बुझा हुआ चूना [Ca(OH)₂] बनता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संगमरमर (Marble), खड़िया एवं चूना-पत्थर का मुख्य रासायनिक घटक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कैल्शियम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कैल्शियम कार्बोनेट (CaCO₃)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कैल्शियम 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कैल्शियम नाइट्रेट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संगमरमर (Marble), खड़िया एवं चूना-पत्थर का मुख्य रासायनिक घटक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कैल्शियम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कैल्शियम कार्बोनेट (CaCO₃)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कैल्शियम 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कैल्शियम नाइट्रेट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संगमरमर और चूना पत्थर कैल्शियम कार्बोनेट (CaCO₃) होते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हंसाने वाली गैस (Laughing Gas)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नाइट्रिक 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नाइट्रस ऑक्साइड (N₂O)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नाइट्रोजन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अमोनिया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हंसाने वाली गैस (Laughing Gas)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नाइट्रिक 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नाइट्रस ऑक्साइड (N₂O)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नाइट्रोजन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अमोनिया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नाइट्रस ऑक्साइड (N₂O) को लाफिंग गैस कहते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गोबर गैस (बायोगैस) का मुख्य ज्वलनशील घटक कौन-सी गैस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मीथेन (CH₄ - लगभग 65%)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ब्यूटेन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प्रोपेन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गोबर गैस (बायोगैस) का मुख्य ज्वलनशील घटक कौन-सी गैस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मीथेन (CH₄ - लगभग 65%)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ब्यूटेन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प्रोपेन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गोबर के अवायवीय अपघटन से प्रचुर मात्रा में मीथेन (Methane) बनती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जल की स्थायी कठोरता दूर करने के लिए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ब्लीचिंग पाउडर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धावन सोडा (Na₂CO₃)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साधारण नमक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फिटकरी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जल की स्थायी कठोरता दूर करने के लिए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ब्लीचिंग पाउडर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धावन सोडा (Na₂CO₃)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साधारण नमक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फिटकरी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धावन सोडा जल में घुले Ca व Mg के क्लोराइड/सल्फेट को अवक्षेपित करता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नीला थोथा (Blue Vitriol)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फेरस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कॉपर सल्फेट (CuSO₄.5H₂O)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जिंक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मैग्नीशियम सल्फेट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नीला थोथा (Blue Vitriol)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फेरस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कॉपर सल्फेट (CuSO₄.5H₂O)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जिंक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मैग्नीशियम सल्फेट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कॉपर सल्फेट पेंटाहाइड्रेट को नीला थोथा कहते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सफेद फास्फोरस को सुरक्षित रखने हेतु किसमें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केरोसिन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जल (Water)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अल्कोहल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पेट्रोल में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सफेद फास्फोरस को सुरक्षित रखने हेतु किसमें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केरोसिन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जल (Water)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अल्कोहल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पेट्रोल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सफेद फास्फोरस का ज्वलन ताप कम (35°C) होता है, अतः जल में रखते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मोमबत्ती की ज्वाला का सबसे गर्म भाग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आंतरिक काला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बाह्य नीला अदीप्त क्षेत्र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मध्य पीला क्षेत्र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निचला भाग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मोमबत्ती की ज्वाला का सबसे गर्म भाग कौन-सा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आंतरिक काला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बाह्य नीला अदीप्त क्षेत्र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मध्य पीला क्षेत्र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निचला भाग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बाहरी नीला क्षेत्र पूर्ण दहन का क्षेत्र है जहाँ तापमान सर्वाधिक होता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सड़क निर्माण में कोलतार के स्थान पर किस पेट्रोलियम उत्पाद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केरोसिन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बिटुमेन (Bitumen)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पैराफिन मोम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डीजल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सड़क निर्माण में कोलतार के स्थान पर किस पेट्रोलियम उत्पाद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केरोसिन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बिटुमेन (Bitumen)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पैराफिन मोम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डीजल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आजकल पक्की सड़कों पर डामर के स्थान पर पेट्रोलियम उत्पाद बिटुमेन प्रयुक्त होता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न चिपकने वाले (Non-stick) बर्तनों पर किस प्लास्टिक 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नायलॉन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टेफ्लॉन (Teflon)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बेकेलाइट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न चिपकने वाले (Non-stick) बर्तनों पर किस प्लास्टिक की परत चढ़ाई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नायलॉन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टेफ्लॉन (Teflon)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बेकेलाइट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टेफ्लॉन पर तेल और पानी नहीं चिपकते।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मानव शरीर में रक्त का शुद्धिकरण (छनन) किस अंग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फेफड़े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हृदय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वृक्क / गुर्दे (Kidneys)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यकृत में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मानव शरीर में रक्त का शुद्धिकरण (छनन) किस अंग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फेफड़े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हृदय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वृक्क / गुर्दे (Kidneys)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यकृत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वृक्क रक्त से यूरिया और नाइट्रोजनयुक्त अपशिष्ट छानकर मूत्र बनाता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रक्त का लाल रंग किस लौहयुक्त प्रोटीन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मायोग्लोबिन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हीमोग्लोबिन (Haemoglobin)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फाइब्रिन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कैरोटीन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रक्त का लाल रंग किस लौहयुक्त प्रोटीन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मायोग्लोबिन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हीमोग्लोबिन (Haemoglobin)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फाइब्रिन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कैरोटीन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हीमोग्लोबिन में उपस्थित लौह यौगिक रक्त को लाल रंग प्रदान करता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शरीर के सैनिकों (Soldiers of Body) के रूप में किन्हें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लाल रक्त कणिकाएं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श्वेत रक्त कणिकाएं (WBC)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प्लाज्मा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शरीर के सैनिकों (Soldiers of Body) के रूप में किन्हें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लाल रक्त कणिकाएं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श्वेत रक्त कणिकाएं (WBC)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प्लाज्मा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WBC रोगाणुओं का भक्षण करके शरीर को संक्रमण से बचाती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लाल रक्त कणिकाओं (RBC) का जीवनकाल लगभग कितने दिनों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20-30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120 दिन (120 Days)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200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365 दिन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लाल रक्त कणिकाओं (RBC) का जीवनकाल लगभग कितने दिनों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20-30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120 दिन (120 Days)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200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365 दिन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RBC का निर्माण अस्थिमज्जा में होता है और जीवनकाल 120 दिन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मानव शरीर का सामान्य तापमान सेल्सियस में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35°C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37°C (या 98.6°F)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42°C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मानव शरीर का सामान्य तापमान सेल्सियस में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35°C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37°C (या 98.6°F)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42°C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स्वस्थ मानव शरीर का तापमान 37°C या 98.6°F होता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शरीर में लोहे (आयरन) की कमी से कौन-सा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घेंघा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अरक्तता / एनीमिया (Anaemia)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स्कर्वी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मधुमेह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शरीर में लोहे (आयरन) की कमी से कौन-सा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घेंघा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अरक्तता / एनीमिया (Anaemia)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स्कर्वी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मधुमेह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आयरन की कमी से हीमोग्लोबिन का निर्माण कम होता है, जिससे एनीमिया होता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नेत्र में प्रवेश करने वाले प्रकाश की मात्रा को कौन नियंत्रित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कॉर्निया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परितारिका / आईरिस (Iris)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रेटिना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श्वेतपटल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नेत्र में प्रवेश करने वाले प्रकाश की मात्रा को कौन नियंत्रित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कॉर्निया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परितारिका / आईरिस (Iris)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रेटिना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श्वेतपटल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आईरिस पुतली के आकार को सिकोड़-फैलाकर प्रकाश नियंत्रित करती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पौधों की पत्तियों द्वारा जलवाष्प उत्सर्जन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श्वसन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वाष्पोत्सर्जन (Transpiration)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प्रकाश-संश्लेषण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अवशोषण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पौधों की पत्तियों द्वारा जलवाष्प उत्सर्जन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श्वसन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वाष्पोत्सर्जन (Transpiration)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प्रकाश-संश्लेषण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अवशोषण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रंध्रों द्वारा जलवाष्प का बाहर निकलना वाष्पोत्सर्जन कहलाता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रेड डाटा बुक (Red Data Book) किसके द्वारा जारी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UNESCO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IUCN (Union for Conservation of Nature)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WHO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UNEP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रेड डाटा बुक (Red Data Book) किसके द्वारा जारी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UNESCO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IUCN (Union for Conservation of Nature)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WHO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UNEP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IUCN संकटग्रस्त पादप व जंतुओं का रिकॉर्ड प्रकाशित करता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कान्हा राष्ट्रीय उद्यान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मध्य प्रदेश (Madhya Pradesh)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राजस्थान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कान्हा राष्ट्रीय उद्यान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मध्य प्रदेश (Madhya Pradesh)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राजस्थान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कान्हा राष्ट्रीय उद्यान MP में स्थित प्रसिद्ध बाघ अभयारण्य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वाल्मीकि राष्ट्रीय उद्यान एवं टाइगर रिजर्व बिहार के किस जिले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पटना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पश्चिम चंपारण (West Champaran)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सुपौल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वाल्मीकि राष्ट्रीय उद्यान एवं टाइगर रिजर्व बिहार के किस जिले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पटना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पश्चिम चंपारण (West Champaran)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सुपौल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वाल्मीकि राष्ट्रीय उद्यान बिहार के पश्चिम चंपारण जिले में स्थित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गिर राष्ट्रीय उद्यान (गुजरात) मुख्य रूप से किस दुर्लभ वन्यजीव हेतु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गैंडा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एशियाई शेर (Asiatic Lion)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रॉयल बंगाल टाइगर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हाथी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गिर राष्ट्रीय उद्यान (गुजरात) मुख्य रूप से किस दुर्लभ वन्यजीव हेतु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गैंडा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एशियाई शेर (Asiatic Lion)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रॉयल बंगाल टाइगर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हाथी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गिर वन एशियाई शेरों का एकमात्र प्राकृतिक आवास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तराइन का प्रथम युद्ध 1191 ईस्वी में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राणा सांगा और बाबर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तराइन का प्रथम युद्ध 1191 ईस्वी में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राणा सांगा और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1191 में तराइन के प्रथम युद्ध में पृथ्वीराज चौहान ने मुहम्मद गोरी को पराजित किया।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तराइन का द्वितीय युद्ध 1192 ईस्वी में किसने जीता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पृथ्वीराज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मुहम्मद गोरी (Muhammad Ghori)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जयचंद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कुतुबुद्दीन ऐबक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तराइन का द्वितीय युद्ध 1192 ईस्वी में किसने जीता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पृथ्वीराज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मुहम्मद गोरी (Muhammad Ghori)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जयचंद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कुतुबुद्दीन ऐबक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1192 में मुहम्मद गोरी ने पृथ्वीराज चौहान को पराजित कर दिल्ली में मुस्लिम सत्ता की नींव रखी।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गुलाम वंश (Delhi Sultanate) का संस्थापक 1206 ईस्वी में कौन बना?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कुतुबुद्दीन ऐबक (Qutb-ud-din Aibak)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गुलाम वंश (Delhi Sultanate) का संस्थापक 1206 ईस्वी में कौन बना?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कुतुबुद्दीन ऐबक (Qutb-ud-din Aibak)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गोरी के गुलाम कुतुबुद्दीन ऐबक ने 1206 में गुलाम वंश की स्थापना की (उपनाम: लाखबख्श)।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कुतुबमीनार के निर्माण कार्य को पूर्ण कराने का श्रेय किसे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शम्सुद्दीन इल्तुतमिश (Iltutmish)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रजिया सुल्तान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बलबन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कुतुबमीनार के निर्माण कार्य को पूर्ण कराने का श्रेय किसे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शम्सुद्दीन इल्तुतमिश (Iltutmish)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रजिया सुल्तान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बलबन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ऐबक ने निर्माण शुरू कराया था और इल्तुतमिश ने इसे पूर्ण कराया।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दिल्ली सल्तनत की प्रथम और एकमात्र महिला मुस्लिम शासिका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नूरजहां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रजिया सुल्तान (Razia Sultana)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चांद बीबी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मुमताज महल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दिल्ली सल्तनत की प्रथम और एकमात्र महिला मुस्लिम शासिका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नूरजहां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रजिया सुल्तान (Razia Sultana)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चांद बीबी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मुमताज महल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इल्तुतमिश की पुत्री रजिया सुल्तान 1236 से 1240 तक दिल्ली की सुल्तान रहीं।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बाजार नियंत्रण प्रणाली और मूल्य नियंत्रण किस सुल्तान ने कड़ाई से लागू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अलाउद्दीन खिलजी (Alauddin Khalji)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मुहम्मद बिन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फिरोज तुगलक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बाजार नियंत्रण प्रणाली और मूल्य नियंत्रण किस सुल्तान ने कड़ाई से लागू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अलाउद्दीन खिलजी (Alauddin Khalji)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मुहम्मद बिन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फिरोज तुगलक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अलाउद्दीन खिलजी ने विशाल सेना के भरण-पोषण हेतु वस्तुओं के दाम निश्चित किए।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राजधानी दिल्ली से दौलताबाद (देवगिरि) किस सुल्तान ने स्थानांतरित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अलाउद्दीन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मुहम्मद बिन तुगलक (MBT)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राजधानी दिल्ली से दौलताबाद (देवगिरि) किस सुल्तान ने स्थानांतरित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अलाउद्दीन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मुहम्मद बिन तुगलक (MBT)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मुहम्मद बिन तुगलक ने 1327 में राजधानी दिल्ली से दौलताबाद बदली थी।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आगरा नगर की स्थापना 1504 ईस्वी में किस लोदी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बहलोल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सिकंदर लोदी (Sikandar Lodi)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दौलत खां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आगरा नगर की स्थापना 1504 ईस्वी में किस लोदी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बहलोल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सिकंदर लोदी (Sikandar Lodi)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दौलत खां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सिकंदर लोदी ने 1504 में आगरा की स्थापना की और उसे राजधानी बनाया।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विजयनगर साम्राज्य की स्थापना 1336 ईस्वी में किन दो भाइयों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कृष्णदेव राय व रामराय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हरिहर और बुक्का (Harihara &amp; Bukka)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देवराय प्रथम व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तिरुमल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विजयनगर साम्राज्य की स्थापना 1336 ईस्वी में किन दो भाइयों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कृष्णदेव राय व रामराय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हरिहर और बुक्का (Harihara &amp; Bukka)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देवराय प्रथम व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तिरुमल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तुंगभद्रा नदी के तट पर हरिहर और बुक्का ने 1336 में विजयनगर साम्राज्य स्थापित किया।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विजयनगर के सबसे महान एवं प्रतापी शासक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हरिहर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कृष्णदेव राय (Krishnadeva Raya)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अच्युत राय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रामराय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विजयनगर के सबसे महान एवं प्रतापी शासक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हरिहर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कृष्णदेव राय (Krishnadeva Raya)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अच्युत राय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रामराय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तुलुव वंश के राजा कृष्णदेव राय (रचना: अमुक्तमाल्यद, अष्टदिग्गज दरबारी) महानतम राजा थे।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भक्ति आंदोलन के संत कबीरदास के उपदेश किस ग्रंथ में संकलित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रामचरितमानस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बीजक (साखी, सबद, रमैनी)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विनय पत्रिका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सूरसागर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भक्ति आंदोलन के संत कबीरदास के उपदेश किस ग्रंथ में संकलित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रामचरितमानस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बीजक (साखी, सबद, रमैनी)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विनय पत्रिका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सूरसागर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कबीर के उपदेश बीजक ग्रंथ में संकलित हैं।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सिख धर्म के संस्थापक एवं प्रथम गुरु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गुरु अंगद देव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गुरु नानक देव जी (Guru Nanak Dev)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गुरु अर्जुन देव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गुरु गोबिंद सिंह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सिख धर्म के संस्थापक एवं प्रथम गुरु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गुरु अंगद देव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गुरु नानक देव जी (Guru Nanak Dev)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गुरु अर्जुन देव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गुरु गोबिंद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गुरु नानक देव जी का जन्म 1469 में ननकाना साहिब (तलवंडी) में हुआ था।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की सबसे आंतरिक परत (Core/क्रोड) मुख्य रूप से किन तत्वों की बनी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सिलिका और एल्युमिना (सियाल)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निकेल और लोहा (निफे - NiFe)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सिलिका व मैग्नीशियम (सीमा)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चूना व लोहा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की सबसे आंतरिक परत (Core/क्रोड) मुख्य रूप से किन तत्वों की बनी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सिलिका और एल्युमिना (सियाल)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निकेल और लोहा (निफे - NiFe)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सिलिका व मैग्नीशियम (सीमा)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चूना व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का केंद्रीय क्रोड निकेल (Ni) और फेरस/लोहा (Fe) से बना है, अतः इसे 'निफे' कहते हैं।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ज्वालामुखी उद्गार से निकले मैग्मा के ठंडा होकर जमने से कौन-सी शैलें बनती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आग्नेय शैल (Igneous Rocks)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अवसादी शैल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कायांतरित शैल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परतदार शैल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ज्वालामुखी उद्गार से निकले मैग्मा के ठंडा होकर जमने से कौन-सी शैलें बनती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आग्नेय शैल (Igneous Rocks)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अवसादी शैल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कायांतरित शैल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परतदार शैल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मैग्मा या लावा के जमने से प्राथमिक आग्नेय शैलें (जैसे बेसाल्ट, ग्रेनाइट) बनती हैं।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कोयला और पेट्रोलियम किस प्रकार की शैलों में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आग्नेय शैल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अवसादी शैल (Sedimentary Rocks)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कायांतरित शैल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रूपांतरित शैल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कोयला और पेट्रोलियम किस प्रकार की शैलों में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आग्नेय शैल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अवसादी शैल (Sedimentary Rocks)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कायांतरित शैल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रूपांतरित शैल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अवसादी (परतदार) शैलों में जीवाश्म दबने से कोयला व पेट्रोलियम बनते हैं।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ताजमहल का सफेद संगमरमर (Marble) किस प्रकार की शैल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आग्नेय शैल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कायांतरित / रूपांतरित शैल (Metamorphic)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अवसादी शैल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ज्वालामुखी शैल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ताजमहल का सफेद संगमरमर (Marble) किस प्रकार की शैल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आग्नेय शैल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कायांतरित / रूपांतरित शैल (Metamorphic)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अवसादी शैल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ज्वालामुखी शैल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चूना-पत्थर अत्यधिक ताप व दाब से संगमरमर में रूपांतरित हो जाता है।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विश्व का सबसे ऊँचा जलप्रपात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नियाग्रा प्रपात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एंजेल जलप्रपात (Angel Falls - वेनेजुएला)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विक्टोरिया प्रपात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जोग प्रपात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विश्व का सबसे ऊँचा जलप्रपात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नियाग्रा प्रपात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एंजेल जलप्रपात (Angel Falls - वेनेजुएला)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विक्टोरिया प्रपात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जोग प्रपात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वेनेजुएला का एंजेल जलप्रपात (979 मीटर ऊँचा) विश्व का सबसे ऊँचा जलप्रपात है।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रेगिस्तान में पवन द्वारा बालू के निक्षेपण से बने टीले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छत्रक शैल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बालू के टिब्बे (Sand Dunes)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हिमोढ़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डेल्टा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रेगिस्तान में पवन द्वारा बालू के निक्षेपण से बने टीले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छत्रक शैल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बालू के टिब्बे (Sand Dunes)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हिमोढ़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डेल्टा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रेत के टीले हवा की गति धीमी होने पर बालू के जमाव से बनते हैं।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भूकंप की उत्पत्ति जिस आंतरिक केंद्र से होती है, उसे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अधिकेंद्र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उद्गम केंद्र (Focus / Hypocenter)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क्रेटर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ज्वालामुखी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भूकंप की उत्पत्ति जिस आंतरिक केंद्र से होती है, उसे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अधिकेंद्र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उद्गम केंद्र (Focus / Hypocenter)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क्रेटर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ज्वालामुखी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भूगर्भ में जहाँ से भूकंपीय ऊर्जा मुक्त होती है, उसे उद्गम केंद्र (Focus) कहते हैं।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उद्गम केंद्र के ठीक ऊपर भूपृष्ठ पर स्थित बिंदु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अधिकेंद्र (Epicenter)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फोकस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गर्त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शिखर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उद्गम केंद्र के ठीक ऊपर भूपृष्ठ पर स्थित बिंदु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अधिकेंद्र (Epicenter)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फोकस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गर्त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शिखर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अधिकेंद्र पर भूकंपीय तरंगें सबसे पहले पहुँचती हैं और सर्वाधिक विनाश यहीं होता है।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विश्व की सबसे लंबी नदी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अमेजन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नील नदी (Nile River - 6650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यांग्त्सी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मिसिसिपी नदी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विश्व की सबसे लंबी नदी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अमेजन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नील नदी (Nile River - 6650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यांग्त्सी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मिसिसिपी 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अफ्रीका की नील नदी (6650 किमी) विश्व की सबसे लंबी नदी है।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जल आयतन और अपवाह क्षेत्र की दृष्टि से विश्व की सबसे बड़ी नदी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नील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अमेजन नदी (Amazon - द. अमेरिका)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कांगो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गंगा नदी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जल आयतन और अपवाह क्षेत्र की दृष्टि से विश्व की सबसे बड़ी नदी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नील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अमेजन नदी (Amazon - द. अमेरिका)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कांगो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गंगा 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दक्षिण अमेरिका की अमेजन नदी विश्व की सबसे चौड़ी और सर्वाधिक जल प्रवाह वाली नदी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विश्व की सबसे ऊँची पर्वत चोटी माउंट एवरेस्ट (8848.86 मी) किस देश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भारत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नेपाल (Nepal - सागरमाथा)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भूटान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विश्व की सबसे ऊँची पर्वत चोटी माउंट एवरेस्ट (8848.86 मी) किस देश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भारत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नेपाल (Nepal - सागरमाथा)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भूटान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माउंट एवरेस्ट नेपाल और तिब्बत की सीमा पर स्थित है; नेपाल में इसे 'सागरमाथा' कहते हैं।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की सबसे ऊँची पर्वत चोटी K2 (गॉडविन ऑस्टिन) किस पर्वत श्रेणी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काराकोरम श्रेणी (Karakoram)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लद्दाख श्रेणी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जास्कर श्रेणी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की सबसे ऊँची पर्वत चोटी K2 (गॉडविन ऑस्टिन) किस पर्वत श्रेणी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काराकोरम श्रेणी (Karakoram)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लद्दाख श्रेणी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जास्कर श्रेणी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K2 (8611 मी) काराकोरम श्रेणी में स्थित भारत की सर्वोच्च चोटी है।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पंथनिरपेक्षता, समाजवाद और अखंडता शब्द किस संशोधन से जोड़े गए?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42वां संविधान संशोधन (1976)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73वां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पंथनिरपेक्षता, समाजवाद और अखंडता शब्द किस संशोधन से जोड़े गए?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42वां संविधान संशोधन (1976)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73वां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1976 के 42वें संविधान संशोधन (मिनी कॉन्स्टिट्यूशन) द्वारा प्रस्तावना में ये शब्द जोड़े गए।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के प्रथम राष्ट्रपति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डॉ. सर्वपल्ली राधाकृष्णन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राजेंद्र प्रसाद (Dr. Rajendra Prasad)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डॉ. जाकिर हुसैन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पंडित नेहरू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के प्रथम राष्ट्रपति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डॉ. सर्वपल्ली राधाकृष्णन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राजेंद्र प्रसाद (Dr. Rajendra Prasad)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डॉ. जाकिर हुसैन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पंडित नेहरू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बिहार के सिवान (जीरादेई) के डॉ. राजेंद्र प्रसाद 1950 से 1962 तक भारत के प्रथम राष्ट्रपति रहे।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के प्रथम प्रधानमंत्री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सरदार वल्लभभाई पटेल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पंडित जवाहरलाल नेहरू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लाल बहादुर शास्त्री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डॉ. आंबेडकर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के प्रथम प्रधानमंत्री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सरदार वल्लभभाई पटेल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पंडित जवाहरलाल नेहरू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लाल बहादुर शास्त्री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डॉ. आंबेडकर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पंडित जवाहरलाल नेहरू 1947 से 1964 तक भारत के प्रथम और सबसे लंबे समय तक प्रधानमंत्री रहे।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भारत के प्रथम उप-प्रधानमंत्री एवं गृह मंत्री कौन थे जिन्हें 'लौह पुरुष'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सुभाष चंद्र बोस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सरदार वल्लभभाई पटेल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मौलाना आजाद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सी. राजगोपालाचारी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भारत के प्रथम उप-प्रधानमंत्री एवं गृह मंत्री कौन थे जिन्हें 'लौह पुरुष'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सुभाष चंद्र बोस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सरदार वल्लभभाई पटेल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मौलाना आजाद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सी. राजगोपालाचारी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सरदार पटेल ने 562 से अधिक देशी रियासतों का भारत में एकीकरण किया।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के प्रथम कानून मंत्री (विधि मंत्री)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बी. आर. आंबेडकर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के. एम. मुंशी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जवाहरलाल नेहरू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के प्रथम कानून मंत्री (विधि मंत्री)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बी. आर. आंबेडकर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के. एम. मुंशी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जवाहरलाल नेहरू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बाबा साहेब डॉ. भीमराव आंबेडकर स्वतंत्र भारत के पहले कानून मंत्री बने।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स्वतंत्र भारत के प्रथम शिक्षा मंत्री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सर्वपल्ली राधाकृष्णन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मौलाना अबुल कलाम आजाद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डॉ. जाकिर हुसैन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गोविंद वल्लभ पंत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स्वतंत्र भारत के प्रथम शिक्षा मंत्री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सर्वपल्ली राधाकृष्णन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मौलाना अबुल कलाम आजाद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डॉ. जाकिर हुसैन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गोविंद वल्लभ पंत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मौलाना अबुल कलाम आजाद के जन्मदिवस (11 नवंबर) को राष्ट्रीय शिक्षा दिवस मनाते हैं।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राज्यसभा के सदस्यों का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 वर्ष (6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आजीवन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राज्यसभा के सदस्यों का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 वर्ष (6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आजीवन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राज्यसभा स्थायी सदन है जो कभी भंग नहीं होता; प्रत्येक 2 वर्ष में 1/3 सदस्य रिटायर होते हैं।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लोकसभा का सामान्य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 वर्ष (5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अनिश्चित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लोकसभा का सामान्य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 वर्ष (5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अनिश्चित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लोकसभा का कार्यकाल सामान्यतः 5 वर्ष का होता है (प्रधानमंत्री की सलाह पर पहले भंग हो सकती है)।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भारत में तीनों सेनाओं (जल, थल, नभ) का सर्वोच्च सेनापति (Supreme Commander)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रक्षा 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भारत का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चीफ ऑफ डिफेंस स्टाफ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भारत में तीनों सेनाओं (जल, थल, नभ) का सर्वोच्च सेनापति (Supreme Commander)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रक्षा 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भारत का राष्ट्रपति (President)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चीफ ऑफ डिफेंस स्टाफ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संविधान के अनुच्छेद 53(2) के अनुसार राष्ट्रपति तीनों सशस्त्र बलों के सर्वोच्च सेनापति हैं।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वित्तीय आपातकाल (Financial Emergency) का उल्लेख संविधान के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352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360 (Article 360)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वित्तीय आपातकाल (Financial Emergency) का उल्लेख संविधान के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352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360 (Article 360)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352 राष्ट्रीय आपात, 356 राष्ट्रपति शासन और 360 वित्तीय आपात से संबंधित है।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ग्राम पंचायत का प्रशासनिक प्रमुख एवं सचिव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मुखिया / प्रधान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पंचायत सचिव / ग्राम सेवक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वार्ड सदस्य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बीडीओ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ग्राम पंचायत का प्रशासनिक प्रमुख एवं सचिव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मुखिया / प्रधान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पंचायत सचिव / ग्राम सेवक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वार्ड सदस्य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बीडीओ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पंचायत सचिव सरकार द्वारा नियुक्त अधिकारी होता है जो रिकॉर्ड रखता है और बैठक बुलाता है।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एक मेज का अंकित मूल्य ₹1200 है और दुकानदार 15% की छूट देता है, तो विक्रय मूल्य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₹1020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₹1050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₹1080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एक मेज का अंकित मूल्य ₹1200 है और दुकानदार 15% की छूट देता है, तो विक्रय मूल्य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₹1020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₹1050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₹1080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छूट = 1200 का 15% = ₹180। विक्रय मूल्य = 1200 - 180 = ₹1020।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कोई धन साधारण ब्याज की दर से 5 वर्ष में दोगुना हो जाता है। ब्याज की वार्षिक दर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25%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कोई धन साधारण ब्याज की दर से 5 वर्ष में दोगुना हो जाता है। ब्याज की वार्षिक दर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ब्याज = P ➔ P = (P × R × 5)/100 ➔ R = 100 / 5 = 20%।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यदि 15 मजदूर किसी दीवार को 10 दिन में बना सकते हैं, तो 25 मजदूर उसे कितने दिन में बनाएंगे?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 दिन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यदि 15 मजदूर किसी दीवार को 10 दिन में बना सकते हैं, तो 25 मजदूर उसे कितने दिन में बनाएंगे?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 दिन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M₁ × D₁ = M₂ × D₂ ➔ 15 × 10 = 25 × D₂ ➔ D₂ = 150 / 25 = 6 दिन।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संख्या 0.05 को प्रतिशत में बदलने पर क्या मान प्राप्त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0.05%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संख्या 0.05 को प्रतिशत में बदलने पर क्या मान प्राप्त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0.05%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0.05 × 100% = 5%।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यदि 3 : x :: 12 : 20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यदि 3 : x :: 12 : 20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बाह्य पदों का गुणनफल = मध्य पदों का गुणनफल ➔ 12 × x = 3 × 20 = 60 ➔ x = 60 / 12 = 5।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2x/3 + 1 = 7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2x/3 + 1 = 7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2x/3 = 7 - 1 = 6 ➔ 2x = 18 ➔ x = 9।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(5/3)⁻⁴ × (5/3)⁻⁵ = (5/3)³ˣ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(5/3)⁻⁴ × (5/3)⁻⁵ = (5/3)³ˣ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घातांक जुड़ेंगे: -4 + (-5) = -9 ➔ 3x = -9 ➔ x = -3।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a² - b² का सही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(a - b)²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(a - b)(a +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a² - 2ab + b²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(a + b)²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a² - b² का सही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(a - b)²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(a - b)(a +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a² - 2ab + b²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(a + b)²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a² - b² = (a - b)(a + b)।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यदि x + y = 10 और x - y = 4 हो, तो x और y के मान क्रमशः क्या होंगे?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 और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 और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 और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 और 5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यदि x + y = 10 और x - y = 4 हो, तो x और y के मान क्रमशः क्या होंगे?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 और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 और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 और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 और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जोड़ने पर: 2x = 14 ➔ x = 7। y = 10 - 7 = 3।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व्यंजक x² + 7x + 12 का गुणनखंडन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+ 2)(x + 6)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+ 3)(x + 4)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+ 1)(x + 12)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(x - 3)(x - 4)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व्यंजक x² + 7x + 12 का गुणनखंडन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+ 2)(x + 6)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+ 3)(x + 4)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+ 1)(x + 12)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(x - 3)(x - 4)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 × 4 = 12 और 3 + 4 = 7 ➔ (x + 3)(x + 4)।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का आधार 12 सेमी तथा ऊंचाई 8 सेमी है।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96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48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24 सेमी²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का आधार 12 सेमी तथा ऊंचाई 8 सेमी है।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96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48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24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½ × आधार × ऊंचाई = ½ × 12 × 8 = 48 सेमी²।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समबाहु त्रिभुज (Equilateral Triangle) का प्रत्येक कोण कितने अंश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45°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120°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समबाहु त्रिभुज (Equilateral Triangle) का प्रत्येक कोण कितने अंश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45°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समबाहु त्रिभुज की तीनों भुजाएं व तीनों कोण बराबर (180°/3 = 60°) होते हैं।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समांतर चतुर्भुज का आधार 10 सेमी तथा ऊंचाई 7 सेमी है।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35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17 सेमी²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समांतर चतुर्भुज का आधार 10 सेमी तथा ऊंचाई 7 सेमी है।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35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17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समांतर चतुर्भुज का क्षेत्रफल = आधार × ऊंचाई = 10 × 7 = 70 सेमी²।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शंकु (Cone) की त्रिज्या 7 सेमी तथा तिर्यक ऊंचाई 10 सेमी है। इसका वक्र पृष्ठ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140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154 सेमी²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शंकु (Cone) की त्रिज्या 7 सेमी तथा तिर्यक ऊंचाई 10 सेमी है। इसका वक्र पृष्ठ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140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220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154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वक्र पृष्ठ = πrl = (22/7) × 7 × 10 = 220 सेमी²।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गोले (Sphere) की त्रिज्या 7 सेमी है। इसका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308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616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440 सेमी²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गोले (Sphere) की त्रिज्या 7 सेमी है। इसका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308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616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440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4πr² = 4 × (22/7) × 7 × 7 = 4 × 154 = 616 सेमी²।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कमरे की लंबाई 5 मी, चौड़ाई 4 मी और ऊंचाई 3 मी है। चारों दीवारों 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60 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54 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48 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40 मी²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कमरे की लंबाई 5 मी, चौड़ाई 4 मी और ऊंचाई 3 मी है। चारों दीवारों 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60 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54 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48 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40 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चारों दीवारों का क्षेत्रफल = 2(l + b) × h = 2(5 + 4) × 3 = 2 × 9 × 3 = 54 मी²।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1024 का वर्गमूल (Square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1024 का वर्गमूल (Square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32 × 32 = 1024, अतः √1024 = 32।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216 का घनमूल (Cube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9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216 का घनमूल (Cube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6 × 6 × 6 = 216, अतः ∛216 = 6।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संख्याओं 2, 4, 6, 8, 10 की माध्यिका (Median)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संख्याओं 2, 4, 6, 8, 10 की माध्यिका (Median)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पदों की संख्या विषम (n = 5), अतः मध्य पद तीसरा पद = 6।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किसी निश्चित घटना (Sure Event) की प्रायिकता का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अनंत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किसी निश्चित घटना (Sure Event) की प्रायिकता का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निश्चित घटना की प्रायिकता 1 तथा असंभव घटना की प्रायिकता 0 होती है।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#03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#03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कार्य = जूल | शक्ति = वाट | अपवर्तन = तारों का टिमटिमाना | लोलक = 2π√(L/g) | रक्त लाल = हीमोग्लोबिन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सल्तनत: तराइन 1 = 1191 | तराइन 2 = 1192 | गुलाम वंश = ऐबक (1206) | रजिया = 1236 | विजयनगर = 1336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परतें: क्रोड = निफे (Ni+Fe) | प्राथमिक शैल = आग्नेय | अवसादी = कोयला | अधिकेंद्र = भूकंप केंद्र सतह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42वां संशोधन (1976) = समाजवाद/पंथनिरपेक्ष | प्रथम राष्ट्रपति = डॉ. राजेंद्र प्रसाद | राज्यसभा = 6 वर्ष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शंकु वक्र पृष्ठ = πrl | गोला पृष्ठ = 4πr² | चारों दीवारें = 2(l+b)h | निश्चित प्रायिकता = 1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#03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03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