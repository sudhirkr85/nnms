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07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#07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#07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सड़क पर दौड़ती कार की गति किस प्रकार की गति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सरल रेखीय गति (Linear Motion)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आवर्ती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दोलन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घूर्णन गति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सड़क पर दौड़ती कार की गति किस प्रकार की गति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सरल रेखीय गति (Linear Motion)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आवर्ती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दोलन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घूर्णन गति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जब कोई वस्तु सीधी रेखा में गति करती है, उसे सरल रेखीय गति कहते हैं।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घड़ी की सुइयों की गति किस प्रकार की गति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सरल रेखीय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आवर्ती एवं वृत्ताकार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दोलन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अनियमित गति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घड़ी की सुइयों की गति किस प्रकार की गति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सरल रेखीय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आवर्ती एवं वृत्ताकार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दोलन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अनियमित गति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घड़ी की सुइयां एक निश्चित समय में अपनी गति को दोहराती हैं (आवर्ती गति)।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पेड़ से आम का नीचे जमीन पर गिरना किस बल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घर्षण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गुरुत्वाकर्षण बल (Gravitational Force)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पेशीय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चुंबकीय बल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पेड़ से आम का नीचे जमीन पर गिरना किस बल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घर्षण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गुरुत्वाकर्षण बल (Gravitational Force)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पेशीय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चुंबकीय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प्रत्येक वस्तु को अपने केंद्र की ओर गुरुत्वाकर्षण बल से खींचती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निम्नलिखित में से कौन-सा एक 'असंपर्क बल' (Non-contact Force)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घर्षण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पेशीय 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चुंबकीय बल (Magnetic Force)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तनाव बल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निम्नलिखित में से कौन-सा एक 'असंपर्क बल' (Non-contact Force)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घर्षण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पेशीय 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चुंबकीय बल (Magnetic Force)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तनाव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चुंबकीय बल बिना किसी भौतिक संपर्क के दूरी से कार्य करता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तापमान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सेल्सियस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केल्विन (Kelvin - 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फारेनहाइट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कैलोरी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तापमान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सेल्सियस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केल्विन (Kelvin - 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फारेनहाइट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कैलोरी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तापमान का SI मात्रक केल्विन (K) होता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सर्दियों में ऊनी कपड़े हमें गर्म क्यों रखते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वे ऊष्मा बनाते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ऊन ऊष्मा का कुचालक है और वायु फंसाए रखता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वे भारी होते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वे प्रकाश सोखते हैं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सर्दियों में ऊनी कपड़े हमें गर्म क्यों रखते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वे ऊष्मा बनाते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ऊन ऊष्मा का कुचालक है और वायु फंसाए रखता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वे भारी होते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वे प्रकाश सोखते हैं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ऊन के रेशों में फंसी हवा ऊष्मा की कुचालक होती है जो शरीर की ऊष्मा बाहर नहीं जाने देती।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मानव शरीर का तापमान मापने वाले डॉक्टरी थर्मामीटर का पैमाना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0°C से 100°C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35°C से 42°C (94°F से 108°F)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-10°C से 110°C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20°C से 50°C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मानव शरीर का तापमान मापने वाले डॉक्टरी थर्मामीटर का पैमाना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0°C से 100°C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35°C से 42°C (94°F से 108°F)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-10°C से 110°C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20°C से 50°C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क्लिनिकल थर्मामीटर का परास 35°C से 42°C तक ही होता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प्रकाश का चिकनी सतह से टकराकर वापस लौटना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परावर्तन (Reflection)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अवशोषण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प्रकाश का चिकनी सतह से टकराकर वापस लौटना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परावर्तन (Reflection)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अवशोषण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चमकदार सतह से प्रकाश का टकराकर लौटना परावर्तन कहलाता है (∠i = ∠r)।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उत्तल लेंस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अभिसारी (Converging)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अपसारी (Diverging)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समतल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पार्श्व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उत्तल लेंस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अभिसारी (Converging)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अपसारी (Diverging)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समतल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पार्श्व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लेंस समानांतर प्रकाश किरणों को फोकस पर एक बिंदु पर एकत्रित करता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अवतल लेंस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वास्तविक और बड़ा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आभासी, सीधा और छोटा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उल्टा और बड़ा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अवतल लेंस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वास्तविक और बड़ा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आभासी, सीधा और छोटा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उल्टा और बड़ा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लेंस सदैव आभासी, सीधा और छोटा प्रतिबिंब ही बनाता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ध्वनि संचरण में माध्यम के कणों का अधिकतम विस्थापन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तरंगदैर्घ्य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आवृत्ति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आयाम (Amplitude)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आवर्तकाल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ध्वनि संचरण में माध्यम के कणों का अधिकतम विस्थापन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तरंगदैर्घ्य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आवृत्ति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आयाम (Amplitude)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आवर्तकाल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कणों की माध्य स्थिति से अधिकतम दूरी को कंपन का आयाम कहते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ध्वनि का तीखापन या भारीपन (Pitch) किस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आयाम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आवृत्ति (Frequency)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चाल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तीव्रता पर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ध्वनि का तीखापन या भारीपन (Pitch) किस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आयाम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आवृत्ति (Frequency)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चाल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तीव्रता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उच्च आवृत्ति की ध्वनि तीखी (जैसे महिलाओं की आवाज) होती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पदार्थ की किस अवस्था में कणों के बीच आकर्षण बल सर्वाधिक प्रबल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ठोस अवस्था में (Solid)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द्रव अवस्था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गैस अवस्था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प्लाज्मा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पदार्थ की किस अवस्था में कणों के बीच आकर्षण बल सर्वाधिक प्रबल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ठोस अवस्था में (Solid)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द्रव अवस्था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गैस अवस्था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प्लाज्मा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ठोसों में अंतर-आणविक आकर्षण बल अधिकतम और रिक्त स्थान न्यूनतम होता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कपूर को गर्म करने पर बिना द्रव बने सीधे वाष्प बनना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वाष्पन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उर्ध्वपातन (Sublimation)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संघनन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पिघलना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कपूर को गर्म करने पर बिना द्रव बने सीधे वाष्प बनना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वाष्पन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उर्ध्वपातन (Sublimation)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संघनन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पिघलना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कपूर, नेफ्थलीन और अमोनियम क्लोराइड का सीधे गैस बनना उर्ध्वपातन कहलाता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जल का सामान्य क्वथनांक (Boiling Point)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50°C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100°C (373 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120°C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जल का सामान्य क्वथनांक (Boiling Point)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50°C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100°C (373 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120°C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सामान्य वायुमंडलीय दाब पर जल 100°C पर उबलने लगता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परमाणु के नाभिक (Nucleus) में कौन-से मूल कण उपस्थित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इलेक्ट्रॉन व प्रोटॉन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प्रोटॉन और न्यूट्रॉन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इलेक्ट्रॉन व न्यूट्रॉन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केवल इलेक्ट्रॉन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परमाणु के नाभिक (Nucleus) में कौन-से मूल कण उपस्थित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इलेक्ट्रॉन व प्रोटॉन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प्रोटॉन और न्यूट्रॉन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इलेक्ट्रॉन व न्यूट्रॉन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केवल इलेक्ट्रॉन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परमाणु के नाभिक में प्रोटॉन व न्यूट्रॉन होते हैं, जबकि इलेक्ट्रॉन बाहर कक्षा में घूमते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तत्वों के रासायनिक प्रतीकों की आधुनिक पद्धति किसने दी?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डाल्टन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जे. जे. बर्जिलियस (Berzelius)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मेंडेलीव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लैवोजिए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तत्वों के रासायनिक प्रतीकों की आधुनिक पद्धति किसने दी?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डाल्टन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जे. जे. बर्जिलियस (Berzelius)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मेंडेलीव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लैवोजिए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बर्जिलियस ने तत्वों के नामों के पहले या दो अक्षरों से प्रतीक बनाने की पद्धति दी।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चांदी (Silver) का रासायनिक प्रतीक लैटिन नाम 'अर्जेंटम'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Sn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Pb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चांदी (Silver) का रासायनिक प्रतीक लैटिन नाम 'अर्जेंटम'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Sn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Pb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चांदी का लैटिन नाम Argentum है, अतः इसका रासायनिक प्रतीक Ag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लोहा (Iron) का रासायनिक प्रतीक लैटिन नाम 'फेरम'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Pb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In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लोहा (Iron) का रासायनिक प्रतीक लैटिन नाम 'फेरम'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Pb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लोहे का लैटिन नाम Ferrum है, अतः प्रतीक Fe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साधारण नमक (Common Salt) का रासायनिक नाम व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सोडियम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सोडियम क्लोराइड (NaCl)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सोडियम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साधारण नमक (Common Salt) का रासायनिक नाम व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सोडियम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सोडियम क्लोराइड (NaCl)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सोडियम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साधारण नमक सोडियम क्लोराइड (NaCl) होता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टार्टरिक अम्ल प्राकृतिक रूप से किसमें प्रचुर मात्रा में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संतरा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इमली एवं कच्चे अंगूर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टमाटर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सेब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टार्टरिक अम्ल प्राकृतिक रूप से किसमें प्रचुर मात्रा में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संतरा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इमली एवं कच्चे अंगूर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टमाटर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इमली और कच्चे अंगूर में टार्टरिक अम्ल पाया जाता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टमाटर में कौन-सा अम्ल मुख्य रूप से उपस्थित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ऑक्जेलिक अम्ल (Oxalic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फॉर्मिक अम्ल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टमाटर में कौन-सा अम्ल मुख्य रूप से उपस्थित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ऑक्जेलिक अम्ल (Oxalic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फॉर्मिक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टमाटर में ऑक्जेलिक अम्ल प्रचुर मात्रा में पाया जाता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रबर को सल्फर के साथ गर्म कर कठोर बनाने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पाश्चुरीकरण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वल्कनीकरण (Vulcanization)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किण्वन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आसवन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रबर को सल्फर के साथ गर्म कर कठोर बनाने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पाश्चुरीकरण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वल्कनीकरण (Vulcanization)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किण्वन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आसवन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चार्ल्स गुडईयर द्वारा खोजी गई वल्कनीकरण विधि रबर को टिकाऊ बनाती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सजीवों की आनुवंशिक सामग्री DNA का पूर्ण रूप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डीऑक्सीराइबो न्यूक्लिक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राइबो न्यूक्लिक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डाइफॉस्फेट न्यूक्लिक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डीऑक्सी न्यूक्लिक एसिड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सजीवों की आनुवंशिक सामग्री DNA का पूर्ण रूप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डीऑक्सीराइबो न्यूक्लिक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राइबो न्यूक्लिक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डाइफॉस्फेट न्यूक्लिक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डीऑक्सी न्यूक्लिक एसिड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DNA का पूरा नाम Deoxyribonucleic Acid होता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पादप कोशिका की रसोईघर (Kitchen of Cell) किसे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हरितलवक (Chloroplast)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केंद्रक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पादप कोशिका की रसोईघर (Kitchen of Cell) किसे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हरितलवक (Chloroplast)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केंद्रक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हरितलवक में क्लोरोफिल की सहायता से भोजन (ग्लूकोज) बनता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जंतु कोशिका में कौन-सी संरचना अनुपस्थित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कोशिका झिल्ली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कोशिका भित्ति (Cell Wall)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केंद्रक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माइटोकॉन्ड्रिया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जंतु कोशिका में कौन-सी संरचना अनुपस्थित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कोशिका झिल्ली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कोशिका भित्ति (Cell Wall)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केंद्रक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माइटोकॉन्ड्रिया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कोशिका भित्ति केवल पौधों, कवकों व जीवाणुओं में होती है, जंतु में नहीं।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दूध के केसीन प्रोटीन को पचाने वाला एंजाइम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रेनिन (Rennin)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लाइपेज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इरेप्सिन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दूध के केसीन प्रोटीन को पचाने वाला एंजाइम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रेनिन (Rennin)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लाइपेज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इरेप्सिन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रेनिन एंजाइम बच्चों के आमाशय में दूध को थक्का जमाकर पचाता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मानव शरीर में यूरिया (Urea) का निर्माण किस अंग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वृक्क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यकृत (Liver)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हृदय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फेफड़े में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मानव शरीर में यूरिया (Urea) का निर्माण किस अंग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वृक्क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यकृत (Liver)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हृदय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फेफड़े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अमोनिया से यूरिया का निर्माण यकृत (Liver) में होता है, जिसे वृक्क छानता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अस्थियों और दांतों के निर्माण हेतु कौन-से खनिज अनिवार्य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लोहा और आयोडीन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कैल्शियम और फास्फोरस (Ca &amp; 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सोडियम व पोटेशियम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सल्फर व क्लोरीन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अस्थियों और दांतों के निर्माण हेतु कौन-से खनिज अनिवार्य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लोहा और आयोडीन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कैल्शियम और फास्फोरस (Ca &amp; 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सोडियम व पोटेशियम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सल्फर व क्लोरीन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कैल्शियम और फास्फोरस हड्डियों को कठोरता प्रदान करते हैं।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केंचुए का मुख्य श्वसन अंग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नम त्वचा (Moist Skin)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गलफड़े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श्वासनली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केंचुए का मुख्य श्वसन अंग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नम त्वचा (Moist Skin)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गलफड़े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श्वासनली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केंचुआ अपनी नम त्वचा द्वारा सीधे विसरण से सांस लेता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मछली का मुख्य श्वसन अंग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त्वचा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गलफड़े / क्लोम (Gills)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फेफड़े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नासाछिद्र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मछली का मुख्य श्वसन अंग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त्वचा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गलफड़े / क्लोम (Gills)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फेफड़े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नासाछिद्र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मछलियां गलफड़ों द्वारा जल में घुली ऑक्सीजन ग्रहण करती हैं।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तिलचट्टे (Cockroach) का श्वसन तंत्र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श्वासनली तंत्र (Trachea/Spiracles)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त्वचा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गलफड़े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तिलचट्टे (Cockroach) का श्वसन तंत्र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श्वासनली तंत्र (Trachea/Spiracles)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त्वचा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गलफड़े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तिलचट्टे में श्वास रंध्र और श्वासनली का जाल होता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सिट्रस कैंकर (नींबू की बीमारी) किस सूक्ष्मजीव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जीवाणु (Bacteria)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प्रोटोजोआ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सिट्रस कैंकर (नींबू की बीमारी) किस सूक्ष्मजीव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जीवाणु (Bacteria)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प्रोटोजोआ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सिट्रस कैंकर जैंथोमोनास सिट्राई नामक जीवाणु द्वारा वायु से फैलता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दूध के पाश्चुरीकरण में दूध को किस ताप पर 15-30 सेकंड गर्म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70°C (72°C)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120°C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दूध के पाश्चुरीकरण में दूध को किस ताप पर 15-30 सेकंड गर्म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70°C (72°C)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120°C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दूध को 70°C पर गर्म कर तुरंत ठंडा करने की खोज लुई पाश्चर ने की थी।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सुंदरवन राष्ट्रीय उद्यान (पश्चिम बंगाल) किसके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एशियाई शेर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रॉयल बंगाल टाइगर (Royal Bengal Tiger)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गैंडा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हाथी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सुंदरवन राष्ट्रीय उद्यान (पश्चिम बंगाल) किसके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एशियाई शेर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रॉयल बंगाल टाइगर (Royal Bengal Tiger)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गैंडा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हाथी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सुंदरवन मैंग्रोव वन बंगाल टाइगर का सबसे बड़ा प्राकृतिक आवास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पाटलिपुत्र नगर की स्थापना किस मगध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बिंबिसार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उदायिन (Udayin)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अजातशत्रु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महापद्मनंद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पाटलिपुत्र नगर की स्थापना किस मगध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बिंबिसार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उदायिन (Udayin)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अजातशत्रु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महापद्मनंद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हर्यक वंश के राजा उदायिन ने गंगा और सोन नदी के संगम पर पाटलिपुत्र बसाया।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प्राचीन नालंदा विश्वविद्यालय की स्थापना किस गुप्त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चंद्रगुप्त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कुमारगुप्त प्रथम (महेन्द्रादित्य)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समुद्रगुप्त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स्कंदगुप्त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प्राचीन नालंदा विश्वविद्यालय की स्थापना किस गुप्त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चंद्रगुप्त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कुमारगुप्त प्रथम (महेन्द्रादित्य)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समुद्रगुप्त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स्कंदगुप्त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पांचवीं शताब्दी में गुप्त सम्राट कुमारगुप्त प्रथम ने नालंदा विश्वविद्यालय की स्थापना की।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विक्रमशिला विश्वविद्यालय (भागलपुर, बिहार)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गोपाल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धर्मपाल (पाल वंश)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देवपाल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महिपाल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विक्रमशिला विश्वविद्यालय (भागलपुर, बिहार)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गोपाल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धर्मपाल (पाल वंश)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देवपाल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महिपाल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पाल वंश के प्रतापी राजा धर्मपाल ने आठवीं शताब्दी में विक्रमशिला विश्वविद्यालय बनवाया।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अकबर का प्रसिद्ध राजस्व व वित्त मंत्री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बीरबल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राजा टोडरमल (Todar Mal)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मानसिंह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तानसेन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अकबर का प्रसिद्ध राजस्व व वित्त मंत्री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बीरबल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राजा टोडरमल (Todar Mal)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मानसिंह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तानसेन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राजा टोडरमल ने दहसाला भू-राजस्व बंदोबस्त प्रणाली तैयार की थी।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अकबर के दरबार का प्रसिद्ध संगीत सम्राट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तानसेन (रामतनू पांडे)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बीरबल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अमीर खुसरो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बैजू बावरा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अकबर के दरबार का प्रसिद्ध संगीत सम्राट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तानसेन (रामतनू पांडे)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बीरबल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अमीर खुसरो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बैजू बावरा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तानसेन अकबर के नवरत्नों में से एक थे और दीपक/मेघ राग गाते थे।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आईन-ए-अकबरी और अकबरनामा ग्रंथों के लेखक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फैजी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अबुल फजल (Abul Fazl)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बदायूनी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गुलबदन बेगम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आईन-ए-अकबरी और अकबरनामा ग्रंथों के लेखक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फैजी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अबुल फजल (Abul Fazl)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बदायूनी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गुलबदन बेगम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अबुल फजल ने अकबर के शासनकाल का प्रामाणिक इतिहास तीन खंडों में लिखा।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हुमायूंनामा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नूरजहां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गुलबदन बेगम (Gulbadan Begum)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मुमताज महल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जहांआरा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हुमायूंनामा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नूरजहां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गुलबदन बेगम (Gulbadan Begum)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मुमताज महल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जहांआरा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बाबर की पुत्री और हुमायूं की बहन गुलबदन बेगम ने हुमायूंनामा लिखा।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भारत में तंबाकू की खेती और प्रिंटिंग प्रेस लाने का श्रेय किन्हें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पुर्तगाली (Portuguese)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अंग्रेज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फ्रांसीसी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भारत में तंबाकू की खेती और प्रिंटिंग प्रेस लाने का श्रेय किन्हें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पुर्तगाली (Portuguese)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अंग्रेज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फ्रांसीसी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पुर्तगालियों ने भारत में आलू, तंबाकू और 1556 में पहली प्रिंटिंग प्रेस गोवा में लाई।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वास्कोडिगामा भारत के कालीकट बंदरगाह पर किस वर्ष पहुंचा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1492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1498 ईस्वी (20 मई 1498)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1500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1502 ईस्वी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वास्कोडिगामा भारत के कालीकट बंदरगाह पर किस वर्ष पहुंचा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1492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1498 ईस्वी (20 मई 1498)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1500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1502 ईस्वी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20 मई 1498 को पुर्तगाली नाविक वास्कोडिगामा ने भारत के समुद्री मार्ग की खोज की।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कालीकट के किस हिंदू शासक (राजा) ने वास्कोडिगामा का स्वागत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कृष्णदेव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जमोरिन (Zamorin)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देवराय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राजेंद्र चोल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कालीकट के किस हिंदू शासक (राजा) ने वास्कोडिगामा का स्वागत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कृष्णदेव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जमोरिन (Zamorin)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देवराय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राजेंद्र चोल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कालीकट के तत्कालीन शासक जमोरिन ने पुर्तगाली यात्रियों का भव्य स्वागत किया।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पुर्तगालियों ने भारत में अपनी पहली व्यापारिक कोठी (फैक्ट्री) कहाँ स्थापित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सूरत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कोचीन / कोच्चि (1503 ईस्वी)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गोवा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कालीकट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पुर्तगालियों ने भारत में अपनी पहली व्यापारिक कोठी (फैक्ट्री) कहाँ स्थापित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सूरत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कोचीन / कोच्चि (1503 ईस्वी)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गोवा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कालीकट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1503 में पुर्तगालियों ने कोचीन (केरल) में अपनी पहली व्यापारिक दुर्ग बनाई।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गोवा को पुर्तगालियों के कब्जे से भारत सरकार ने किस वर्ष मुक्त कराया?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1961 ईस्वी (ऑपरेशन विजय)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1971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गोवा को पुर्तगालियों के कब्जे से भारत सरकार ने किस वर्ष मुक्त कराया?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1961 ईस्वी (ऑपरेशन विजय)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1971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 दिसंबर 1961 को भारतीय सेना ने 'ऑपरेशन विजय' चलाकर गोवा को स्वतंत्र कराया।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की सबसे बाहरी एवं सबसे पतली ठोस परत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मेंटल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भूपर्पटी / क्रस्ट (Crust)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क्रोड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स्थलखंड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की सबसे बाहरी एवं सबसे पतली ठोस परत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मेंटल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भूपर्पटी / क्रस्ट (Crust)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क्रोड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स्थलखंड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भूपर्पटी (Crust) पृथ्वी की सबसे ऊपरी परत है (महाद्वीपों पर लगभग 35 किमी मोटी)।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भूपर्पटी में सबसे प्रचुर मात्रा में पाया जाने वाला तत्व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ऑक्सीजन (लगभग 46.6%)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सिलिकॉन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एल्युमिनियम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भूपर्पटी में सबसे प्रचुर मात्रा में पाया जाने वाला तत्व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ऑक्सीजन (लगभग 46.6%)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सिलिकॉन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एल्युमिनियम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भूपर्पटी में सर्वाधिक मात्रा में ऑक्सीजन और दूसरे नंबर पर सिलिकॉन पाया जाता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भूपर्पटी में सबसे अधिक मात्रा में पाई जाने वाली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एल्युमिनियम (Al - लगभग 8.1%)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कैल्शियम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सोडियम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भूपर्पटी में सबसे अधिक मात्रा में पाई जाने वाली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एल्युमिनियम (Al - लगभग 8.1%)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कैल्शियम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सोडियम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धातुओं में एल्युमिनियम सबसे प्रचुर और लोहा दूसरे स्थान पर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संसार की सबसे गहरी झील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कैस्पियन 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बैकाल झील (Baikal Lake - रूस)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सुपीरियर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विक्टोरिया झील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संसार की सबसे गहरी झील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कैस्पियन 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बैकाल झील (Baikal Lake - रूस)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सुपीरियर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विक्टोरिया झील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रूस के साइबेरिया में स्थित बैकाल झील विश्व की सबसे गहरी (1642 मी) मीठे पानी की झील है।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विश्व की सबसे बड़ी मीठे पानी की झील (क्षेत्रफल में)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बैकाल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सुपीरियर झील (Lake Superior - USA/Canada)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मिशिगन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ह्यूरॉन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विश्व की सबसे बड़ी मीठे पानी की झील (क्षेत्रफल में)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बैकाल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सुपीरियर झील (Lake Superior - USA/Canada)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मिशिगन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ह्यूरॉन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उत्तरी अमेरिका की सुपीरियर झील विश्व की ताजे पानी की सबसे बड़ी झील है।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विश्व की सबसे बड़ी खारे पानी की अंतःस्थलीय झील (झील/सागर)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मृत 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कैस्पियन सागर (Caspian Sea)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वान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सांभर झील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विश्व की सबसे बड़ी खारे पानी की अंतःस्थलीय झील (झील/सागर)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मृत 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कैस्पियन सागर (Caspian Sea)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वान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सांभर झील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कैस्पियन सागर विश्व की सबसे विशाल अंतःस्थलीय खारी झील है।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भूकंपीय तरंगों को रिकॉर्ड करने वाले वैज्ञानिक यंत्र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सीस्मोग्राफ (Seismograph)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हाइग्रोमीटर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भूकंपीय तरंगों को रिकॉर्ड करने वाले वैज्ञानिक यंत्र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सीस्मोग्राफ (Seismograph)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हाइग्रोमीटर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सीस्मोग्राफ यंत्र भूकंपीय प्राथमिक (P) व द्वितीयक (S) तरंगों को अंकित करता है।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वायु की गति एवं दिशा मापने हेतु किन यंत्रों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थर्मामीटर व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एनीमोमीटर व वात दिग्दर्शी (Wind Vane)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स्पीडोमीटर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रेन गेज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वायु की गति एवं दिशा मापने हेतु किन यंत्रों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थर्मामीटर व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एनीमोमीटर व वात दिग्दर्शी (Wind Vane)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स्पीडोमीटर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रेन गेज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एनीमोमीटर वायु की गति तथा विंड वेन हवा की दिशा मापता है।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वर्षा की मात्रा मापने वाले यंत्र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हाइग्रोमीटर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रेन गेज / वर्षा मापी (Rain Gauge)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लैक्टोमीटर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वर्षा की मात्रा मापने वाले यंत्र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हाइग्रोमीटर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रेन गेज / वर्षा मापी (Rain Gauge)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लैक्टोमीटर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रेन गेज द्वारा किसी स्थान पर हुई वर्षा को मिमी या सेमी में मापा जाता है।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वायु की सापेक्ष आर्द्रता (नमी) मापने वाला यंत्र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हाइग्रोमीटर (Hygrometer)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हाइड्रोमीटर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मैनोमीटर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वायु की सापेक्ष आर्द्रता (नमी) मापने वाला यंत्र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हाइग्रोमीटर (Hygrometer)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हाइड्रोमीटर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मैनोमीटर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हाइग्रोमीटर वायुमंडल में उपस्थित जलवाष्प की प्रतिशतता मापता है।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दूध की शुद्धता एवं घनत्व मापने वाला यंत्र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हाइग्रोमीटर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लैक्टोमीटर (Lactometer)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थर्मामीटर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दूध की शुद्धता एवं घनत्व मापने वाला यंत्र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हाइग्रोमीटर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लैक्टोमीटर (Lactometer)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थर्मामीटर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लैक्टोमीटर दूध में वसा और पानी की मिलावट की जांच करता है।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समुद्र जल में औसत लवणता (Salinity)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 भाग प्रति हजार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35 भाग प्रति हजार (35‰)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50 भाग प्रति हजार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 भाग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समुद्र जल में औसत लवणता (Salinity)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 भाग प्रति हजार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35 भाग प्रति हजार (35‰)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50 भाग प्रति हजार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 भाग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समुद्री जल के 1000 ग्राम में औसतन 35 ग्राम लवण (मुख्यतः NaCl) घुला होता है।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 के उच्चतम न्यायालय में मुख्य न्यायाधीश सहित कुल कितने न्यायाधीश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34 न्यायाधीश (1 CJI + 33 अन्य)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 के उच्चतम न्यायालय में मुख्य न्यायाधीश सहित कुल कितने न्यायाधीश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34 न्यायाधीश (1 CJI + 33 अन्य)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सर्वोच्च न्यायालय में वर्तमान में 1 मुख्य न्यायाधीश और 33 अन्य न्यायाधीश (कुल 34) हैं।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के प्रथम मुख्य न्यायाधीश (CJI)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एम. पतंजलि शास्त्री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हीरालाल जे. कानिया (H.J. Kania)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फातिमा बीवी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डी. वाई. चंद्रचूड़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के प्रथम मुख्य न्यायाधीश (CJI)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एम. पतंजलि शास्त्री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हीरालाल जे. कानिया (H.J. Kania)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फातिमा बीवी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डी. वाई. चंद्रचूड़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1950 में न्यायमूर्ति हीरालाल जे. कानिया भारत के प्रथम मुख्य न्यायाधीश बने।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सर्वोच्च न्यायालय की प्रथम महिला न्यायाधीश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लीला सेठ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न्यायमूर्ति फातिमा बीवी (1989)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इंदु मल्होत्रा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रुमा पाल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सर्वोच्च न्यायालय की प्रथम महिला न्यायाधीश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लीला सेठ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न्यायमूर्ति फातिमा बीवी (1989)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इंदु मल्होत्रा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रुमा 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1989 में एम. फातिमा बीवी सुप्रीम कोर्ट की पहली महिला जज बनीं।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किसी उच्च न्यायालय (High Court) की प्रथम महिला मुख्य न्यायाधीश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फातिमा बीवी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न्यायमूर्ति लीला सेठ (हिमाचल प्रदेश HC)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अन्ना चांडी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सरोजिनी नायडू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किसी उच्च न्यायालय (High Court) की प्रथम महिला मुख्य न्यायाधीश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फातिमा बीवी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न्यायमूर्ति लीला सेठ (हिमाचल प्रदेश HC)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अन्ना चांडी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सरोजिनी नायडू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लीला सेठ किसी उच्च न्यायालय की मुख्य न्यायाधीश बनने वाली प्रथम भारतीय महिला थीं।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में उच्च न्यायालयों (High Courts) की कुल संख्या वर्तमान में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 उच्च न्यायालय (25 High Courts)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24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में उच्च न्यायालयों (High Courts) की कुल संख्या वर्तमान में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 उच्च न्यायालय (25 High Courts)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आंध्र प्रदेश (अमरावती) में 25वां उच्च न्यायालय बनने से कुल 25 HC हैं।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पटना उच्च न्यायालय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1916 ईस्वी (3 फरवरी 1916)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1936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पटना उच्च न्यायालय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1916 ईस्वी (3 फरवरी 1916)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 फरवरी 1916 को पटना उच्च न्यायालय की औपचारिक स्थापना हुई थी।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पटना विश्वविद्यालय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1917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1925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पटना विश्वविद्यालय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1917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अक्टूबर 1917 में बिहार के प्रथम विश्वविद्यालय 'पटना विश्वविद्यालय' की स्थापना हुई।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लोक अदालत की स्थापना सर्वप्रथम किस राज्य में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महाराष्ट्र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गुजरात (1982 में)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उत्तर प्रदेश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लोक अदालत की स्थापना सर्वप्रथम किस राज्य में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महाराष्ट्र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गुजरात (1982 में)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उत्तर प्रदेश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मुकदमों के त्वरित व निःशुल्क निपटारे हेतु पहली लोक अदालत गुजरात में लगी।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उपभोक्ता संरक्षण अधिनियम (COPRA) भारत में किस वर्ष लागू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1986 ईस्वी (24 दिसंबर)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2000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उपभोक्ता संरक्षण अधिनियम (COPRA) भारत में किस वर्ष लागू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1986 ईस्वी (24 दिसंबर)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24 दिसंबर 1986 को उपभोक्ता संरक्षण कानून बना (24 दिसंबर = राष्ट्रीय उपभोक्ता दिवस)।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राष्ट्रीय मानवाधिकार आयोग (NHRC)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1993 ईस्वी (12 अक्टूबर)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2000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राष्ट्रीय मानवाधिकार आयोग (NHRC)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1993 ईस्वी (12 अक्टूबर)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मानवाधिकार संरक्षण अधिनियम के तहत 12 अक्टूबर 1993 को NHRC गठित हुआ।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अंतरराष्ट्रीय मानवाधिकार दिवस (Human Rights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 दिसंबर (10th December)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24 अक्टूबर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 दिसंबर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अंतरराष्ट्रीय मानवाधिकार दिवस (Human Rights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10 दिसंबर (10th December)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24 अक्टूबर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 दिसंबर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 दिसंबर 1948 को मानवाधिकार घोषणापत्र पारित होने की याद में यह दिवस मनाते हैं।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5 पेनों का क्रय मूल्य 4 पेनों के विक्रय मूल्य के बराबर हो, तो लाभ प्रतिशत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15%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5 पेनों का क्रय मूल्य 4 पेनों के विक्रय मूल्य के बराबर हो, तो लाभ प्रतिशत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लाभ % = [(5 - 4) / 4] × 100 = (1/4) × 100 = 25%।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₹1200 का 2 वर्ष में 10% वार्षिक साधारण ब्याज की दर से मिश्रधन (Amount)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₹1400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₹1440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₹1500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₹1320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₹1200 का 2 वर्ष में 10% वार्षिक साधारण ब्याज की दर से मिश्रधन (Amount)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₹1400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₹1440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₹1500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₹1320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SI = (1200 × 10 × 2)/100 = ₹240। मिश्रधन A = 1200 + 240 = ₹1440।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एक विद्यालय में 600 छात्रों में 40% लड़कियां हैं। लड़कों की संख्या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400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एक विद्यालय में 600 छात्रों में 40% लड़कियां हैं। लड़कों की संख्या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लड़कों का % = 60%। संख्या = 600 का 60% = 360।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संख्याओं 18 और 30 का तृतीय अनुपाती (Third Proportional)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संख्याओं 18 और 30 का तृतीय अनुपाती (Third Proportional)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तृतीय अनुपाती = b² / a = (30 × 30) / 18 = 900 / 18 = 50।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एक कार 2 घंटे में 90 किमी चलती है। उसकी चाल मीटर/सेकंड (m/s) में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12.5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 m/s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एक कार 2 घंटे में 90 किमी चलती है। उसकी चाल मीटर/सेकंड (m/s) में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12.5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चाल = 90 / 2 = 45 km/h। 45 × (5/18) = 225/18 = 12.5 m/s।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5x/3 - 4 = 11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5x/3 - 4 = 11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5x/3 = 11 + 4 = 15 ➔ 5x = 45 ➔ x = 9।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(2/3)ˣ = 16/81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(2/3)ˣ = 16/81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16/81 = 2⁴ / 3⁴ = (2/3)⁴ ➔ x = 4।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- b)³ का सही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a³ - b³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a³ - 3a²b + 3ab² - b³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a³ + 3ab(a - 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(a - b)²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- b)³ का सही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a³ - b³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a³ - 3a²b + 3ab² - b³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a³ + 3ab(a - 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(a - b)²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(a - b)³ = a³ - 3a²b + 3ab² - b³।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- 16y²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(x - 4y)²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(x - 4y)(x + 4y)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(x + 4y)²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x(x - 16y)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- 16y²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(x - 4y)²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(x - 4y)(x + 4y)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(x + 4y)²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x(x - 16y)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x² - (4y)² = (x - 4y)(x + 4y)।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+ 1/x = 5 हो, तो x² + 1/x²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+ 1/x = 5 हो, तो x² + 1/x²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x² + 1/x² = 5² - 2 = 25 - 2 = 23।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समबाहु त्रिभुज की प्रत्येक भुजा 8 सेमी है। इसका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16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24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32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48 सेमी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समबाहु त्रिभुज की प्रत्येक भुजा 8 सेमी है। इसका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16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24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32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48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परिमाप = 3 × भुजा = 3 × 8 = 24 सेमी।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वृत्त की त्रिज्या 14 सेमी है। उसका क्षेत्रफल क्या होगा? (π = 22/7)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88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616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308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154 सेमी²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वृत्त की त्रिज्या 14 सेमी है। उसका क्षेत्रफल क्या होगा? (π = 22/7)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88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616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308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154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= πr² = (22/7) × 14 × 14 = 22 × 2 × 14 = 616 सेमी²।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बेलन की त्रिज्या 7 सेमी और ऊंचाई 20 सेमी है। इसका संपूर्ण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880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1188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924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1540 सेमी²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बेलन की त्रिज्या 7 सेमी और ऊंचाई 20 सेमी है। इसका संपूर्ण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880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1188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924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1540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कुल पृष्ठ = 2πr(r + h) = 2 × (22/7) × 7 × (7 + 20) = 44 × 27 = 1188 सेमी²।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शंकु की त्रिज्या 3 सेमी और ऊंचाई 4 सेमी है। उसकी तिर्यक ऊंचाई (l)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 सेमी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शंकु की त्रिज्या 3 सेमी और ऊंचाई 4 सेमी है। उसकी तिर्यक ऊंचाई (l)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l = √(r² + h²) = √(3² + 4²) = √(9 + 16) = √25 = 5 सेमी।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कमरे का फर्श 6 मी लंबा और 4 मी चौड़ा है। इस पर कालीन बिछाने का क्षेत्रफल: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 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24 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28 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 मी²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कमरे का फर्श 6 मी लंबा और 4 मी चौड़ा है। इस पर कालीन बिछाने का क्षेत्रफल: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 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24 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28 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 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= लंबाई × चौड़ाई = 6 × 4 = 24 मी²।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का आयतन 64 सेमी³ है। उसकी एक भुजा की लंबाई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16 सेमी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का आयतन 64 सेमी³ है। उसकी एक भुजा की लंबाई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16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भुजा a = ∛64 = 4 सेमी।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3136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62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3136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56 × 56 = 3136, अतः √3136 = 56।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3375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25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3375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15 × 15 × 15 = 3375, अतः ∛3375 = 15।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संख्याओं 5, 8, 12, 15, 20 की परास (Range)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15 (20 - 5)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संख्याओं 5, 8, 12, 15, 20 की परास (Range)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15 (20 - 5)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परास = अधिकतम मान - न्यूनतम मान = 20 - 5 = 15।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साधारण वर्ष (Non-leap year) में कुल कितने दिन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365 दिन (52 सप्ताह + 1 दिन)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364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साधारण वर्ष (Non-leap year) में कुल कितने दिन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365 दिन (52 सप्ताह + 1 दिन)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साधारण वर्ष में 365 दिन तथा लीप वर्ष में 366 दिन (फरवरी 29 दिन) होते हैं।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#07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#07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डॉक्टरी थर्मामीटर = 35-42°C | उर्ध्वपातन = कपूर | DNA = डीऑक्सीराइबो | यूरिया = यकृत निर्माण | सीस्मोग्राफ = भूकंप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इतिहास प्राचीन: पाटलिपुत्र = उदायिन | नालंदा = कुमारगुप्त | विक्रमशिला = धर्मपाल | वास्कोडिगामा = 1498 (कालीकट जमोरिन)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भूगोल मापक: भूपर्पटी = ऑक्सीजन (46.6%) | बैकाल = सबसे गहरी झील | सीस्मोग्राफ = भूकंप | लैक्टोमीटर = दूध | आर्द्रता = हाइग्रोमीटर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नागरिक शास्त्र: सुप्रीम कोर्ट जज = 34 | प्रथम CJI = हीरालाल कानिया | पहली महिला जज = फातिमा बीवी | पटना HC = 1916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शंकु तिर्यक ऊंचाई = √(r²+h²) (3,4,5) | घन भुजा = ∛64 = 4 | परास = Max - Min | √3136 = 56 | ∛3375 = 15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#07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07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