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03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शैक्षिक योग्यता परीक्षण (SAT) — अभ्यास सेट #03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(22), सामाजिक विज्ञान (20), गणित (8) • 50 अति-संभावित प्रश्न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विज्ञान (भौतिकी, रसायन, जीव विज्ञान — 22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सामाजिक विज्ञान (इतिहास, भूगोल, नागरिक शास्त्र — 20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गणित (अंकगणित, बीजगणित, ज्यामिति — 8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उत्तर प्रदेश विशेष (इतिहास, संस्कृति, नदियां व भूगोल)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विस्तृत व्याख्या व 2-स्लाइड इंटरैक्टिव पद्धति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SAT अभ्यास सेट #03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शैक्षिक योग्यता परीक्षण (SAT)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शैक्षिक योग्यता परीक्षण (SAT) में कुल 90 प्रश्न होते हैं (विज्ञान 35, सामाजिक विज्ञान 35, गणित 20)।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50-प्रश्नों के सेट में विषयवार विभाजन: विज्ञान = 22 प्रश्न | सामाजिक विज्ञान = 20 प्रश्न | गणित = 8 प्रश्न।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पाठ्यक्रम: UP SCERT बेसिक शिक्षा परिषद् कक्षा 7 व 8 के संपूर्ण पाठ्यक्रम पर पूर्णतः आधारित।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उत्तर प्रदेश विशेष: यूपी के ऐतिहासिक स्थल, 1857 क्रांति केंद्र, राष्ट्रीय उद्यान, नदियां व भूगोल के विशेष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पद्धति: छात्र पहले प्रश्न देखकर विचार करेंगे, फिर अगली स्लाइड पर संपूर्ण व्याख्या व सूत्र समझेंगे।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SAT में 90 में से 85+ अंक लाकर ₹48,000 की राष्ट्रीय छात्रवृत्ति पक्की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हीटर का तापन अवयव (Heating Element) किस मिश्रधातु का बना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heating element of an electric heater is made of which alloy?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पीतल / Brass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कांसा / Bronze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नाइक्रोम / Nichrome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स्टील / Steel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विद्युत हीटर का तापन अवयव (Heating Element) किस मिश्रधातु का बना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heating element of an electric heater is made of which alloy?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पीतल / Brass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कांसा / Bronze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नाइक्रोम / Nichrome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स्टील / Steel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नाइक्रोम (निकेल + क्रोमियम) का प्रतिरोध और गलनांक दोनों उच्च होते हैं, अतः हीटर में प्रयुक्त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प्रकाश वर्ष (Light Year) किसका मात्रक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Light year is a unit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समय /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खगोलीय दूरी /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प्रकाश तीव्रता / Light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चाल /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प्रकाश वर्ष (Light Year) किसका मात्रक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Light year is a unit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समय /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खगोलीय दूरी /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प्रकाश तीव्रता / Light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चाल /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प्रकाश द्वारा निर्वात में एक वर्ष में तय की गई दूरी को प्रकाश वर्ष कहते हैं (लगभग 9.46 × 10¹⁵ मीटर)।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सूर्य के प्रकाश में कितने रंग होते हैं जिन्हें प्रिज्म द्वारा अलग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How many colors are present in sunlight dispersed by a prism?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 (VIBGYOR)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सूर्य के प्रकाश में कितने रंग होते हैं जिन्हें प्रिज्म द्वारा अलग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How many colors are present in sunlight dispersed by a prism?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7 (VIBGYOR)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सूर्य का श्वेत प्रकाश 7 रंगों (बैंगनी, जामुनी, नीला, हरा, पीला, नारंगी, लाल - VIBGYOR) से मिलकर बना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किसी गतिमान वस्तु के वेग परिवर्तन की दर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rate of change of velocity of an object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चाल /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संवेग /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त्वरण / Acceleration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विस्थापन / Displacement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किसी गतिमान वस्तु के वेग परिवर्तन की दर को क्या कहते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rate of change of velocity of an object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चाल /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संवेग / Momentum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त्वरण / Acceleration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विस्थापन / Displacement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त्वरण = वेग परिवर्तन ÷ समय ($a = \Delta v / \Delta t$)। इसका SI मात्रक $m/s^2$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स्वतंत्रतापूर्वक लटकाने पर चुम्बक सदैव किस दिशा में ठहरता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A freely suspended magnet always rests in which direction?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पूर्व-पश्चिम / East-West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उत्तर-दक्षिण / North-South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उत्तर-पूर्व / North-East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स्वतंत्रतापूर्वक लटकाने पर चुम्बक सदैव किस दिशा में ठहरता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A freely suspended magnet always rests in which direction?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पूर्व-पश्चिम / East-West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उत्तर-दक्षिण / North-South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उत्तर-पूर्व / North-East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किसी भी दिशा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पृथ्वी के अपने चुम्बकीय क्षेत्र के कारण स्वतंत्र चुम्बक सदैव उत्तर-दक्षिण दिशा में ठहरता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आकाशीय बिजली (तड़ित) से भवनों की सुरक्षा के लिए कौन-सा उपकरण लगाया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device is installed on buildings to protect them from lightning strikes?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तड़ित चालक / Lightning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फ्यूज / Fuse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वोल्टमीटर / Voltmeter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थर्मामीटर / Thermometer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आकाशीय बिजली (तड़ित) से भवनों की सुरक्षा के लिए कौन-सा उपकरण लगाया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device is installed on buildings to protect them from lightning strikes?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तड़ित चालक / Lightning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फ्यूज / Fuse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वोल्टमीटर / Voltmeter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थर्मामीटर / Thermometer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बेंजामिन फ्रैंकलिन द्वारा आविष्कृत तांबे की नुकीली छड़ (तड़ित चालक) आवेश को सुरक्षित पृथ्वी में भेज देती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#7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खाने के सोडे (मीठा सोडा) का रासायनिक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What is the chemical name of Baking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सोडियम कार्बोनेट / Sodium Carbonate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सोडियम बाइकार्बोनेट / Sodium Bicarbonate (NaHCO₃)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#7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खाने के सोडे (मीठा सोडा) का रासायनिक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What is the chemical name of Baking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सोडियम कार्बोनेट / Sodium Carbonate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सोडियम बाइकार्बोनेट / Sodium Bicarbonate (NaHCO₃)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खाने के सोडे का रासायनिक नाम सोडियम हाइड्रोजन कार्बोनेट या सोडियम बाइकार्बोनेट ($NaHCO_3$)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#8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धोने के सोडे (वाशिंग सोडा)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chemical formula of Washing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NaHCO₃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Na₂CO₃·10H₂O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CaCO₃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#8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धोने के सोडे (वाशिंग सोडा)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chemical formula of Washing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NaHCO₃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Na₂CO₃·10H₂O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CaCO₃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धावन सोडा का रासायनिक नाम सोडियम कार्बोनेट डेकाहाइड्रेट ($Na_2CO_3\cdot 10H_2O$)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#9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सिरके (Vinegar) में कौन-सा अम्ल पाया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Which acid is present in Vinegar?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सिट्रिक अम्ल / Citric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एसिटिक अम्ल / Acetic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टार्टरिक अम्ल / Tartaric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ऑक्सैलिक अम्ल / Oxalic Acid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#9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सिरके (Vinegar) में कौन-सा अम्ल पाया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Which acid is present in Vinegar?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 / Citric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एसिटिक अम्ल / Acetic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टार्टरिक अम्ल / Tartaric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ऑक्सैलिक अम्ल / Oxalic Acid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सिरके में लगभग 4-8% एसिटिक अम्ल ($CH_3COOH$) उपस्थित होता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नींबू और संतरे में मुख्य रूप से कौन-सा अम्ल पाया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acid is predominantly found in lemons and oranges?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सिट्रिक अम्ल / Citric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लैक्टिक अम्ल / Lactic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फॉर्मिक अम्ल / Formic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नींबू और संतरे में मुख्य रूप से कौन-सा अम्ल पाया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acid is predominantly found in lemons and oranges?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सिट्रिक अम्ल / Citric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लैक्टिक अम्ल / Lactic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फॉर्मिक अम्ल / Formic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खट्टे फल जैसे नींबू, संतरा व मौसमी में सिट्रिक अम्ल (Citric Acid) प्रचुर मात्रा में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चींटी के डंक में कौन-सा अम्ल होता है जिसके कारण जलन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acid is present in an ant sting causing irritation?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एसिटिक अम्ल / Acetic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फॉर्मिक अम्ल (मेथेनोइक) / Formic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हाइड्रोक्लोरिक अम्ल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चींटी के डंक में कौन-सा अम्ल होता है जिसके कारण जलन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acid is present in an ant sting causing irritation?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 / Acetic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फॉर्मिक अम्ल (मेथेनोइक) / Formic Acid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हाइड्रोक्लोरिक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चींटी और मधुमक्खी के डंक में फॉर्मिक अम्ल (मेथेनोइक अम्ल, HCOOH) होता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सर्वोत्तम कोटि का कोयला कौन-सा माना जाता है जिसमें कार्बन की मात्रा 90% से अधिक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is the highest quality coal containing over 90% carbon?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पीट / Peat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लिग्नाइट / Lignite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बिटुमिनस / Bituminous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एंथ्रेसाइट / Anthracite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सर्वोत्तम कोटि का कोयला कौन-सा माना जाता है जिसमें कार्बन की मात्रा 90% से अधिक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is the highest quality coal containing over 90% carbon?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पीट / Peat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लिग्नाइट / Lignite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बिटुमिनस / Bituminous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एंथ्रेसाइट / Anthracite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एंथ्रेसाइट (Anthracite) सबसे उच्च कोटि का कठोर कोयला है जो बिना धुएं के जलता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वाहनों में ईंधन के रूप में प्रयुक्त सीएनजी (CNG) का मुख्य घटक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What is the main component of Compressed Natural Gas (CNG)?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मीथेन (CH₄) / Methane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ब्यूटेन / Butane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प्रोपेन / Propane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वाहनों में ईंधन के रूप में प्रयुक्त सीएनजी (CNG) का मुख्य घटक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What is the main component of Compressed Natural Gas (CNG)?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मीथेन (CH₄) / Methane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ब्यूटेन / Butane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प्रोपेन / Propane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हाइड्रोजन / H₂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संपीड़ित प्राकृतिक गैस (CNG) में लगभग 85-95% मीथेन ($CH_4$) गैस होती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चूने के पानी (Lime Water)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What is the chemical formula of Lime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Ca(OH)₂ / Calcium Hydroxide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CaCl₂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चूने के पानी (Lime Water)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What is the chemical formula of Lime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Ca(OH)₂ / Calcium Hydroxide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CaCl₂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बुझे हुए चूने के जलीय विलयन को चूने का पानी कहते हैं, जिसका सूत्र $Ca(OH)_2$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#15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प्लास्टिक जो गर्म करने पर आसानी से विकृत हो जाते हैं और मुड़ जाते हैं, क्या कहलाते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Plastics which easily deform on heating and can be remolded are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थर्मोप्लास्टिक / Thermoplastics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थर्मोसेटिंग / Thermosetting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बैकेलाइट / Bakelite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मेलामाइन / Melamine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#15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प्लास्टिक जो गर्म करने पर आसानी से विकृत हो जाते हैं और मुड़ जाते हैं, क्या कहलाते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Plastics which easily deform on heating and can be remolded are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थर्मोप्लास्टिक / Thermoplastics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थर्मोसेटिंग / Thermosetting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बैकेलाइट / Bakelite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मेलामाइन / Melamine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पॉलीथीन और पीवीसी जैसे प्लास्टिक थर्मोप्लास्टिक कहलाते हैं जिन्हें पुनः गर्म करके ढाला जा सकता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#16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वायुमंडल में सर्वाधिक मात्रा (लगभग 78%) में पाई जाने वाली गैस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gas is found in the highest abundance (about 78%) in the atmosphere?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ऑक्सीजन / Oxygen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नाइट्रोजन / Nitrogen (N₂)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कार्बन डाइऑक्साइड /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ऑर्गन / Argon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#16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वायुमंडल में सर्वाधिक मात्रा (लगभग 78%) में पाई जाने वाली गैस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gas is found in the highest abundance (about 78%) in the atmosphere?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ऑक्सीजन / Oxygen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नाइट्रोजन / Nitrogen (N₂)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 /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ऑर्गन / Argon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वायुमंडल में 78% नाइट्रोजन, 21% ऑक्सीजन, 0.93% ऑर्गन तथा 0.04% कार्बन डाइऑक्साइड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कोशिका की खोज 1665 ई. में कॉर्क के पतले टुकड़े में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Who discovered cells in a thin slice of cork in 1665?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रॉबर्ट हुक / Robert Hooke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रॉबर्ट ब्राउन / Robert Brown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ल्यूवेनहॉक / Leeuwenhoek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डार्विन / Darwin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कोशिका की खोज 1665 ई. में कॉर्क के पतले टुकड़े में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Who discovered cells in a thin slice of cork in 1665?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रॉबर्ट हुक / Robert Hooke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रॉबर्ट ब्राउन / Robert Brown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ल्यूवेनहॉक / Leeuwenhoek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डार्विन / Darwin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रॉबर्ट हुक ने 1665 में स्वनिर्मित सूक्ष्मदर्शी से कॉर्क में मधुमक्खी के छत्ते जैसी कोष्ठकनुमा रचनाएं देखीं जिन्हें 'सेल' कहा।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पादप कोशिका को जंतु कोशिका से अलग करने वाली बाहरी कठोर भित्ति किससे बनी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The rigid outer cell wall that distinguishes plant cells from animal cells is made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प्रोटीन / Protein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सेलुलोज / Cellulose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लिपिड / Lipid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काइटिन / Chitin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पादप कोशिका को जंतु कोशिका से अलग करने वाली बाहरी कठोर भित्ति किससे बनी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The rigid outer cell wall that distinguishes plant cells from animal cells is made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प्रोटीन / Protein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सेलुलोज / Cellulose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लिपिड / Lipid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काइटिन / Chitin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पादप कोशिका भित्ति मुख्य रूप से सेलुलोज की बनी होती है जो पादप को संरचनात्मक दृढ़ता प्रदान करती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मानव शरीर में रक्त का शुद्धिकरण (रक्त से यूरिया छानना) किस अंग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Filtration and purification of blood from urea in the human body is performed by: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हृदय / Heart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वृक्क (गुर्दा) / Kidney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फेफड़े / Lungs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यकृत / Liver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मानव शरीर में रक्त का शुद्धिकरण (रक्त से यूरिया छानना) किस अंग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Filtration and purification of blood from urea in the human body is performed by: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हृदय / Heart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वृक्क (गुर्दा) / Kidney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फेफड़े / Lungs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यकृत / Liver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वृक्क (Kidney) में स्थित नेफ्रॉन रक्त में से अपशिष्ट पदार्थों और यूरिया को छानकर मूत्र के रूप में बाहर निकालते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#20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विटामिन C की कमी से कौन-सा रोग होता है जिसमें मसूड़ों से खून आने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Which disease with bleeding gums is caused by deficiency of Vitamin 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स्कर्वी / Scurvy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बेरी-बेरी / Beri-Beri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रतौंधी / Night Blindness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घेंघा / Goitre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#20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विटामिन C की कमी से कौन-सा रोग होता है जिसमें मसूड़ों से खून आने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Which disease with bleeding gums is caused by deficiency of Vitamin 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स्कर्वी / Scurvy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बेरी-बेरी / Beri-Beri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रतौंधी / Night Blindness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घेंघा / Goitre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विटामिन C (एस्कॉर्बिक अम्ल) की कमी से स्कर्वी रोग होता है। आंवला और नींबू इसके उत्तम स्रोत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#21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घेंघा (गलगंड) रोग किस खनिज तत्व की कमी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Goitre is caused by the deficiency of which mineral in diet?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आयरन (लोहा) /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कैल्शियम / Calcium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आयोडीन / Iodine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फास्फोरस / Phosphorus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#21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घेंघा (गलगंड) रोग किस खनिज तत्व की कमी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Goitre is caused by the deficiency of which mineral in diet?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आयरन (लोहा) / 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कैल्शियम / Calcium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आयोडीन / Iodine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फास्फोरस / Phosphorus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आयोडीन की कमी से थायरॉयड ग्रंथि फूल जाती है जिसे घेंघा या गलगंड रोग कहते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#22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पेनिसिलिन नामक प्रथम एंटीबायोटिक (प्रतिजैविक) दवा की खोज किसने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Who discovered the first antibiotic medicine Penicillin in 1928?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अलेक्जेंडर फ्लेमिंग / Alexander Fleming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लुई पाश्चर / Louis Pasteur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एडवर्ड जेनर / Edward Jenner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रॉबर्ट कोच / Robert Koch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#22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पेनिसिलिन नामक प्रथम एंटीबायोटिक (प्रतिजैविक) दवा की खोज किसने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Who discovered the first antibiotic medicine Penicillin in 1928?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अलेक्जेंडर फ्लेमिंग / Alexander Fleming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लुई पाश्चर / Louis Pasteur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 / Edward Jenner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रॉबर्ट कोच / Robert Koch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1928 ई. में अलेक्जेंडर फ्लेमिंग ने पेनिसिलियम नोटेटम कवक से पेनिसिलिन की खोज की थी।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सिंधु घाटी सभ्यता का प्रमुख बंदरगाह नगर कौन-सा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Which was the major port city of the Indus Valley Civilization?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हड़प्पा / Harappa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मोहनजोदड़ो / Mohenjo-daro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लोथल (गुजरात) / Lothal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कालीबंगा / Kalibangan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सिंधु घाटी सभ्यता का प्रमुख बंदरगाह नगर कौन-सा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Which was the major port city of the Indus Valley Civilization?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हड़प्पा / Harappa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मोहनजोदड़ो / Mohenjo-daro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लोथल (गुजरात) / Lothal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कालीबंगा / Kalibangan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लोथल (गुजरात के भोगवा नदी तट पर) सिंधु घाटी सभ्यता का प्रमुख बंदरगाह व गोदीवाड़ा (Dockyard) था।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जैन धर्म के 24वें एवं अंतिम तीर्थंकर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was the 24th and last Tirthankara of Jainism?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ऋषभदेव / Rishabhanatha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पार्श्वनाथ / Parshvanatha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महावीर स्वामी / Mahavira Swami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गौतम बुद्ध / Gautama Buddha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जैन धर्म के 24वें एवं अंतिम तीर्थंकर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was the 24th and last Tirthankara of Jainism?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ऋषभदेव / Rishabhanatha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पार्श्वनाथ / Parshvanatha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महावीर स्वामी / Mahavira Swami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गौतम बुद्ध / Gautama Buddha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भगवान महावीर स्वामी जैन धर्म के 24वें तीर्थंकर थे। प्रथम तीर्थंकर ऋषभदेव थे।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मौर्य साम्राज्य के संस्थापक चंद्रगुप्त मौर्य के प्रधानमंत्री और अर्थशास्त्र के रचयिता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was the Prime Minister of Chandragupta Maurya and author of Arthashastra?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मेगस्थनीज / Megasthenes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चाणक्य (कौटिल्य) / Chanakya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बाणभट्ट / Banabhatta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कालिदास / Kalidasa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मौर्य साम्राज्य के संस्थापक चंद्रगुप्त मौर्य के प्रधानमंत्री और अर्थशास्त्र के रचयिता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Who was the Prime Minister of Chandragupta Maurya and author of Arthashastra?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मेगस्थनीज / Megasthenes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चाणक्य (कौटिल्य) / Chanakya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बाणभट्ट / Banabhatta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कालिदास / Kalidasa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चाणक्य (विष्णुगुप्त/कौटिल्य) ने राजनीति और प्रशासन पर विश्वप्रसिद्ध ग्रंथ 'अर्थशास्त्र' की रचना की।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कलिंग युद्ध (261 ई.पू.) के भीषण नरसंहार के बाद किस मौर्य सम्राट ने बौद्ध धर्म अपनाया?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Which Mauryan Emperor embraced Buddhism after the carnage of the Kalinga War?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बिन्दुसार / Bindusara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सम्राट अशोक / Emperor Ashoka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चंद्रगुप्त / Chandragupta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दशरथ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कलिंग युद्ध (261 ई.पू.) के भीषण नरसंहार के बाद किस मौर्य सम्राट ने बौद्ध धर्म अपनाया?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Which Mauryan Emperor embraced Buddhism after the carnage of the Kalinga War?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बिन्दुसार / Bindusara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सम्राट अशोक / Emperor Ashoka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चंद्रगुप्त / Chandragupta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दशरथ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कलिंग युद्ध के बाद सम्राट अशोक ने भेरीघोष त्यागकर धम्मघोष अपनाया और बौद्ध धर्म का प्रचार किया।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सारनाथ स्थित 'अशोक स्तंभ' के शीर्ष पर स्थित सिंहों को भारत का राष्ट्रीय प्रतीक कब अपनाया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When was the Lion Capital of Ashoka at Sarnath adopted as National Emblem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26 जनवरी 1950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 नवम्बर 1949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 अक्टूबर 1952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सारनाथ स्थित 'अशोक स्तंभ' के शीर्ष पर स्थित सिंहों को भारत का राष्ट्रीय प्रतीक कब अपनाया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When was the Lion Capital of Ashoka at Sarnath adopted as National Emblem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26 जनवरी 1950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 नवम्बर 1949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 अक्टूबर 1952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सारनाथ (वाराणसी, UP) के चार सिंहों वाले अशोक स्तंभ को 26 जनवरी 1950 को राष्ट्रीय प्रतीक के रूप में अपनाया गया।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मध्यकालीन भारत में दिल्ली में 'कुतुब मीनार' का निर्माण कार्य किसने पूरा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Who completed the construction of Qutub Minar in Delhi?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कुतुबुद्दीन ऐबक / Aibak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शमसुद्दीन इल्तुतमिश / Iltutmish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बलबन / Balban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#28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मध्यकालीन भारत में दिल्ली में 'कुतुब मीनार' का निर्माण कार्य किसने पूरा करवाया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Who completed the construction of Qutub Minar in Delhi?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 / Aibak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शमसुद्दीन इल्तुतमिश / Iltutmish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बलबन / Balban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कुतुब मीनार की नींव कुतुबुद्दीन ऐबक ने रखी थी, जबकि इसका निर्माण कार्य इल्तुतमिश ने पूरा करवाया।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बाजार नियंत्रण व्यवस्था (Market Control System) लागू करने वाला दिल्ली का सुल्तान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Which Sultan of Delhi introduced the Market Control and price regulation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अलाउद्दीन खिलजी / Alauddin Khalji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मुहम्मद बिन तुगलक / MBT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#29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बाजार नियंत्रण व्यवस्था (Market Control System) लागू करने वाला दिल्ली का सुल्तान कौन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Which Sultan of Delhi introduced the Market Control and price regulation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अलाउद्दीन खिलजी / Alauddin Khalji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मुहम्मद बिन तुगलक / MBT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अलाउद्दीन खिलजी ने विशाल सेना के भरण-पोषण हेतु वस्तुओं के मूल्य निश्चित किए और दीवान-ए-रियासत विभाग बनाया।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अकबर ने सभी धर्मों की अच्छाइयों को मिलाकर 1582 ई. में किस नए पंथ की स्थापना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Which new religious path did Akbar found in 1582 by combining virtues of all religions?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दीन-ए-इलाही / Din-i Ilahi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सुलह-ए-कुल / Sulh-i Kul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इबादतखाना / Ibadat Khana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मनसबदारी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#30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अकबर ने सभी धर्मों की अच्छाइयों को मिलाकर 1582 ई. में किस नए पंथ की स्थापना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Which new religious path did Akbar found in 1582 by combining virtues of all religions?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दीन-ए-इलाही / Din-i Ilahi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सुलह-ए-कुल / Sulh-i Kul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इबादतखाना / Ibadat Khana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मनसबदारी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अकबर ने 1582 में 'दीन-ए-इलाही' (तौहीद-ए-इलाही) की घोषणा की, जिसे स्वीकार करने वाला एकमात्र हिंदू बीरबल था।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प्लासी का ऐतिहासिक युद्ध (1757 ई.) अंग्रेजों (रॉबर्ट क्लाइव) और किसके बीच लड़ा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The Battle of Plassey (1757) was fought between Robert Clive 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सिराजुद्दौला (बंगाल के नवाब) / Siraj-ud-Daulah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मीर कासिम / Mir Qasim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शुजाउद्दौला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टीपू सुल्तान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#31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प्लासी का ऐतिहासिक युद्ध (1757 ई.) अंग्रेजों (रॉबर्ट क्लाइव) और किसके बीच लड़ा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The Battle of Plassey (1757) was fought between Robert Clive 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सिराजुद्दौला (बंगाल के नवाब) / Siraj-ud-Daulah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मीर कासिम / Mir Qasim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शुजाउद्दौला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टीपू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23 जून 1757 को प्लासी के युद्ध में क्लाइव ने मीर जाफर के विश्वासघात के कारण सिराजुद्दौला को पराजित किया।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'सत्यशोधक समाज' की स्थापना 1873 ई. में महाराष्ट्र में किसने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Who founded the 'Satyashodhak Samaj' in Maharashtra in 1873?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ज्योतिबा फुले / Jyotiba Phule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डॉ. आंबेडकर / Dr. Ambedkar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गोपाल गणेश आगरकर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#32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'सत्यशोधक समाज' की स्थापना 1873 ई. में महाराष्ट्र में किसने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Who founded the 'Satyashodhak Samaj' in Maharashtra in 1873?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ज्योतिबा फुले / Jyotiba Phule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डॉ. आंबेडकर / Dr. Ambedkar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गोपाल गणेश आगरकर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महात्मा ज्योतिबा फुले ने दलितों व महिलाओं के उद्धार और शिक्षा हेतु 'सत्यशोधक समाज' की स्थापना की।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भारत का सबसे ऊँचा बांध 'टिहरी बांध' किस नदी पर निर्मित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Which river is the highest dam of India, Tehri Dam, built upon?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भागीरथी नदी / Bhagirathi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 नदी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सतलुज नदी / Sutlej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महानदी / Mahanadi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भारत का सबसे ऊँचा बांध 'टिहरी बांध' किस नदी पर निर्मित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Which river is the highest dam of India, Tehri Dam, built upon?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भागीरथी नदी / Bhagirathi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गंगा नदी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सतलुज नदी / Sutlej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महानदी / Mahanadi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उत्तराखंड में भागीरथी और भिलंगना के संगम पर बना टिहरी बांध भारत का सबसे ऊँचा बांध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संसार की छत (Roof of the World)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Which plateau is known as the 'Roof of the World'?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दक्कन का पठार / Deccan Plateau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पामीर का पठार / Pamir Plateau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तिब्बत का पठार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छोटा नागपुर पठार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संसार की छत (Roof of the World)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Which plateau is known as the 'Roof of the World'?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दक्कन का पठार / Deccan Plateau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पामीर का पठार / Pamir Plateau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तिब्बत का पठार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छोटा नागपुर पठार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मध्य एशिया में स्थित अत्यधिक ऊँचाई वाले पामीर के पठार को 'विश्व की छत' कहा जाता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उत्तर प्रदेश के किस जिले को 'पीतल नगरी' (Brass City) के नाम से जाना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Which district of Uttar Pradesh is famously known as 'Brass City'?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मुरादाबाद / Moradabad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अलीगढ़ / Aligarh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कन्नौज / Kannauj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फिरोजाबाद / Firozabad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उत्तर प्रदेश के किस जिले को 'पीतल नगरी' (Brass City) के नाम से जाना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Which district of Uttar Pradesh is famously known as 'Brass City'?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मुरादाबाद / Moradabad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अलीगढ़ / Aligarh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कन्नौज / Kannauj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फिरोजाबाद / Firozabad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मुरादाबाद अपने पीतल के हस्तशिल्प उद्योग के लिए 'पीतल नगरी' के नाम से विश्व विख्यात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उत्तर प्रदेश का 'फिरोजाबाद' नगर किस उद्योग के लिए भारत भर में प्रसिद्ध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Firozabad in Uttar Pradesh is nationally famous for which industry?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कांच की चूड़ियां / Glass Bangles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ताले / 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इत्र / Perfume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चमड़ा उद्योग / Leather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उत्तर प्रदेश का 'फिरोजाबाद' नगर किस उद्योग के लिए भारत भर में प्रसिद्ध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Firozabad in Uttar Pradesh is nationally famous for which industry?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कांच की चूड़ियां / Glass Bangles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ताले / 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इत्र / Perfume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चमड़ा उद्योग / Leather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फिरोजाबाद को सुहाग नगरी कहते हैं और यह कांच की सुंदर चूड़ियों के लिए प्रसिद्ध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#37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उत्तर प्रदेश का 'कन्नौज' जिला किसके निर्माण के लिए सदियों से विख्यात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Kannauj district of Uttar Pradesh is historically famous for: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इत्र (Perfume) उद्योग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कालीन / Carpets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ताले / 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दियासलाई / Matches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#37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उत्तर प्रदेश का 'कन्नौज' जिला किसके निर्माण के लिए सदियों से विख्यात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Kannauj district of Uttar Pradesh is historically famous for: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इत्र (Perfume) उद्योग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कालीन / Carpets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ताले / 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दियासलाई / Matches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कन्नौज को 'इत्र की नगरी' (Perfume City of India) कहा जाता है जहाँ गुलाब जल व इत्र बनते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#38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 की सिलिकॉन वैली (Silicon Valley of India) किस शहर को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city is known as the 'Silicon Valley of India'?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हैदराबाद /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बेंगलुरु / Bengaluru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पुणे / Pune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नोएडा / Noida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#38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 की सिलिकॉन वैली (Silicon Valley of India) किस शहर को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Which city is known as the 'Silicon Valley of India'?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हैदराबाद /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बेंगलुरु / Bengaluru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पुणे / Pune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नोएडा / Noida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कर्नाटक की राजधानी बेंगलुरु को सूचना प्रौद्योगिकी (IT) उद्योग का केंद्र होने के कारण सिलिकॉन वैली कहते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#39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क्षेत्रफल की दृष्टि से भारत का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Which is the largest state of India in terms of geographical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मध्य प्रदेश / 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उत्तर प्रदेश /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राजस्थान / Rajasthan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महाराष्ट्र / Maharashtra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#39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क्षेत्रफल की दृष्टि से भारत का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Which is the largest state of India in terms of geographical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मध्य प्रदेश / 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उत्तर प्रदेश /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राजस्थान / Rajasthan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महाराष्ट्र / Maharashtra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क्षेत्रफल में प्रथम राजस्थान है। उत्तर प्रदेश जनसंख्या में प्रथम तथा क्षेत्रफल में चौथे स्थान पर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#40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जनसंख्या की दृष्टि से भारत का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Which is the most populous state of India as per census?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बिहार / Bihar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उत्तर प्रदेश / Uttar Pradesh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पश्चिम बंगाल / West Bengal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#40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जनसंख्या की दृष्टि से भारत का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Which is the most populous state of India as per census?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बिहार / Bihar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उत्तर प्रदेश / Uttar Pradesh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पश्चिम बंगाल / West Bengal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लगभग 20 करोड़ से अधिक आबादी के साथ भारत का सर्वाधिक जनसंख्या वाला राज्य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#41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उत्तर प्रदेश की प्रमुख व्यावसायिक नगदी फसल (Cash Crop)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is the major commercial cash crop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कपास / Cotton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गन्ना / Sugarcane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चाय / Tea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जूट / Jute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#41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उत्तर प्रदेश की प्रमुख व्यावसायिक नगदी फसल (Cash Crop)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is the major commercial cash crop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कपास / Cotton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गन्ना / Sugarcane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चाय / Tea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जूट / Jute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भारत में गन्ना और चीनी का सबसे बड़ा उत्पादक राज्य है। इसे 'भारत का चीनी का कटोरा' भी कहते हैं।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#42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काजीरंगा राष्ट्रीय उद्यान (असम) किस अद्वितीय वन्यजीव के संरक्षण के लिए विख्यात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Kaziranga National Park in Assam is famous for the conservation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एक सींग वाला गैंडा / One-horned Rhinoceros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एशियाई शेर / Asiatic Lion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सफेद बाघ / White Tiger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हाथी / Elephant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#42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काजीरंगा राष्ट्रीय उद्यान (असम) किस अद्वितीय वन्यजीव के संरक्षण के लिए विख्यात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Kaziranga National Park in Assam is famous for the conservation 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एक सींग वाला गैंडा / One-horned Rhinoceros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एशियाई शेर / Asiatic Lion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सफेद बाघ / White Tiger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हाथी / Elephant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काजीरंगा राष्ट्रीय उद्यान (असम) विश्व के दो-तिहाई एक सींग वाले गैंडों का प्राकृतिक आवास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समकोण त्रिभुज का आधार 6 सेमी तथा लम्ब 8 सेमी है। कर्ण की लम्बाई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Right-angled triangle has base 6cm and height 8cm. Find the hypotenuse: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 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 cm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समकोण त्रिभुज का आधार 6 सेमी तथा लम्ब 8 सेमी है। कर्ण की लम्बाई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Right-angled triangle has base 6cm and height 8cm. Find the hypotenuse: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10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12 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 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कर्ण = √(6² + 8²) = √(36 + 64) = √100 = 10 सेमी।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त्रिज्या r तथा ऊँचाई h वाले लम्बवृत्तीय बेलन के आयतन का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formula for the volume of a cylinder with radius r and height 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2πrh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πr²h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πrl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2πr(r+h)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त्रिज्या r तथा ऊँचाई h वाले लम्बवृत्तीय बेलन के आयतन का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formula for the volume of a cylinder with radius r and height 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2πrh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πr²h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πrl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2πr(r+h)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बेलन का आयतन = πr²h।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आँकड़ों 3, 5, 7, 5, 9, 5, 11, 7 का बहुलक (Mode)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mode of data 3, 5, 7, 5, 9, 5, 11, 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आँकड़ों 3, 5, 7, 5, 9, 5, 11, 7 का बहुलक (Mode)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mode of data 3, 5, 7, 5, 9, 5, 11, 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संख्या '5' सबसे अधिक 3 बार आई है, अतः बहुलक 5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पासे को फेंकने पर उस पर सम संख्या (Even Number) आने की प्रायिकता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probability of getting an even number in a throw of a dice?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2/3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पासे को फेंकने पर उस पर सम संख्या (Even Number) आने की प्रायिकता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probability of getting an even number in a throw of a dice?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2/3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 संख्याएं = {2, 4, 6} (3 संख्याएं)। प्रायिकता = 3/6 = 1/2।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परिमेय संख्या 4/7 का गुणात्मक प्रतिलोम (Multiplicative Inverse)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multiplicative inverse (reciprocal) of rational number 4/7?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-4/7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7/4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-7/4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परिमेय संख्या 4/7 का गुणात्मक प्रतिलोम (Multiplicative Inverse)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multiplicative inverse (reciprocal) of rational number 4/7?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-4/7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7/4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-7/4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गुणात्मक प्रतिलोम वह संख्या है जिससे गुणा करने पर गुणनफल 1 आए: (4/7) × (7/4) = 1।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संख्या 144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square root of 144?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संख्या 144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square root of 144?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12 × 12 = 144, अतः √144 = 12।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 216 का घनमूल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cube root of 216?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 216 का घनमूल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cube root of 216?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 × 6 × 6 = 216, अतः ∛216 = 6।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03]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व्यंजक (3² × 3³)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value of (3² × 3³)?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3⁵ (243)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3⁶ (729)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3¹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03]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व्यंजक (3² × 3³)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value of (3² × 3³)?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3⁵ (243)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3⁶ (729)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9⁵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3²⁺³ = 3⁵ = 243।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SAT अभ्यास सेट #03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