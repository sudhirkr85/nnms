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01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शैक्षिक योग्यता परीक्षण (SAT) — अभ्यास सेट #01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(22), सामाजिक विज्ञान (20), गणित (8) • 50 अति-संभावित प्रश्न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विज्ञान (भौतिकी, रसायन, जीव विज्ञान — 22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सामाजिक विज्ञान (इतिहास, भूगोल, नागरिक शास्त्र — 20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गणित (अंकगणित, बीजगणित, ज्यामिति — 8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उत्तर प्रदेश विशेष (इतिहास, संस्कृति, नदियां व भूगोल)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विस्तृत व्याख्या व 2-स्लाइड इंटरैक्टिव पद्धति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SAT अभ्यास सेट #01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शैक्षिक योग्यता परीक्षण (SAT)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शैक्षिक योग्यता परीक्षण (SAT) में कुल 90 प्रश्न होते हैं (विज्ञान 35, सामाजिक विज्ञान 35, गणित 20)।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50-प्रश्नों के सेट में विषयवार विभाजन: विज्ञान = 22 प्रश्न | सामाजिक विज्ञान = 20 प्रश्न | गणित = 8 प्रश्न।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पाठ्यक्रम: UP SCERT बेसिक शिक्षा परिषद् कक्षा 7 व 8 के संपूर्ण पाठ्यक्रम पर पूर्णतः आधारित।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उत्तर प्रदेश विशेष: यूपी के ऐतिहासिक स्थल, 1857 क्रांति केंद्र, राष्ट्रीय उद्यान, नदियां व भूगोल के विशेष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पद्धति: छात्र पहले प्रश्न देखकर विचार करेंगे, फिर अगली स्लाइड पर संपूर्ण व्याख्या व सूत्र समझेंगे।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SAT में 90 में से 85+ अंक लाकर ₹48,000 की राष्ट्रीय छात्रवृत्ति पक्की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चाल (Speed) का SI पद्धति में मूल मात्रक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What is the SI unit of Speed?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किमी/घंटा / km/h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मीटर/सेकंड / m/s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मीटर × सेकंड / m·s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सेंटीमीटर/मिनट / cm/min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चाल (Speed) का SI पद्धति में मूल मात्रक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What is the SI unit of Speed?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किमी/घंटा / km/h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मीटर/सेकंड / m/s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मीटर × सेकंड / m·s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सेंटीमीटर/मिनट / cm/min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चाल = दूरी ÷ समय। दूरी का SI मात्रक 'मीटर' और समय का 'सेकंड' है, अतः चाल का SI मात्रक m/s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वाहनों में पीछे का दृश्य (Rear View) देखने के लिए किस दर्पण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Which mirror is used as a rear-view mirror in vehicles?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समतल दर्पण / Plane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अवतल दर्पण / Concave Mirror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उत्तल दर्पण / Convex Mirror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परवलयाकार दर्पण / Parabolic Mirror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वाहनों में पीछे का दृश्य (Rear View) देखने के लिए किस दर्पण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Which mirror is used as a rear-view mirror in vehicles?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समतल दर्पण / Plane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अवतल दर्पण / Concave Mirror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उत्तल दर्पण / Convex Mirror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परवलयाकार दर्पण / Parabolic Mirror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उत्तल दर्पण (Convex Mirror) सदैव सीधा और छोटा प्रतिबिम्ब बनाता है और इसका दृष्टि-क्षेत्र बहुत विस्तृत होता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#3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दांतों के डॉक्टर (Dentist) मरीजों के दांतों का बड़ा प्रतिबिम्ब देखने के लिए किस दर्पण का उपयोग करते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Which mirror is used by dentists to see an enlarged image of teeth?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उत्तल दर्पण / Convex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अवतल दर्पण / Concave Mirror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समतल दर्पण / Plane Mirror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उत्तल लेंस / Convex Lens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#3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दांतों के डॉक्टर (Dentist) मरीजों के दांतों का बड़ा प्रतिबिम्ब देखने के लिए किस दर्पण का उपयोग करते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Which mirror is used by dentists to see an enlarged image of teeth?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 / Convex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/ Concave Mirror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 / Plane Mirror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उत्तल लेंस / Convex Lens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अवतल दर्पण (Concave Mirror) ध्रुव और फोकस के बीच रखी वस्तु का सीधा और आवर्धित (बड़ा) प्रतिबिम्ब बनाता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#4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मानव कान के लिए सामान्य श्रव्य ध्वनि (Audible Sound) की आवृत्ति सीमा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What is the audible frequency range of sound for human ears?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20 Hz से 20,000 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20 Hz से कम / Below 20 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20,000 Hz से अधिक / Above 20,000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 Hz से 10,000 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#4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मानव कान के लिए सामान्य श्रव्य ध्वनि (Audible Sound) की आवृत्ति सीमा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What is the audible frequency range of sound for human ears?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20 Hz से 20,000 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20 Hz से कम / Below 20 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20,000 Hz से अधिक / Above 20,000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 Hz से 10,000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मानव कान 20 Hz से 20,000 Hz तक की आवृत्ति सुन सकता है। 20 Hz से कम अपश्रव्य और 20,000 Hz से अधिक पराश्रव्य होती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ऊष्मा संचरण की किस विधि में किसी माध्यम (Medium) की आवश्यकता नहीं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In which mode of heat transfer is no medium required?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चालन / Conduction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संवहन / Convection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विकिरण / Radiation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वाष्पीकरण / Evaporation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ऊष्मा संचरण की किस विधि में किसी माध्यम (Medium) की आवश्यकता नहीं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In which mode of heat transfer is no medium required?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चालन / Conduction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संवहन / Convection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विकिरण / Radiation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वाष्पीकरण / Evaporation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विकिरण (Radiation) विद्युत चुम्बकीय तरंगों के रूप में गमन करती है और इसके लिए किसी भौतिक माध्यम की आवश्यकता नहीं होती।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वायुमंडलीय दाब (Atmospheric Pressure) मापने वाले यंत्र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What is the instrument used to measure atmospheric pressure called?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थर्मामीटर / Thermometer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बैरोमीटर / Barometer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मैनोमीटर / Manometer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अमीटर / Ammeter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वायुमंडलीय दाब (Atmospheric Pressure) मापने वाले यंत्र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What is the instrument used to measure atmospheric pressure called?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थर्मामीटर / Thermometer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बैरोमीटर / Barometer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मैनोमीटर / Manometer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अमीटर / Ammeter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बैरोमीटर (Barometer) का उपयोग वायुमंडलीय दाब मापने हेतु किया जाता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#7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धारा (Electric Current) मापने के लिए परिपथ में किस उपकरण को श्रेणीक्रम में जोड़ा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Which device is connected in series in a circuit to measure electric current?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वोल्टमीटर / Voltmeter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अमीटर / Ammeter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गैल्वेनोमीटर / Galvanometer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प्रतिरोधक / Resistor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#7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धारा (Electric Current) मापने के लिए परिपथ में किस उपकरण को श्रेणीक्रम में जोड़ा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Which device is connected in series in a circuit to measure electric current?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वोल्टमीटर / Voltmeter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अमीटर / Ammeter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गैल्वेनोमीटर / Galvanometer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प्रतिरोधक / Resistor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अमीटर (Ammeter) विद्युत धारा को एम्पीयर में मापता है और इसे परिपथ में सदैव श्रेणीक्रम (Series) में लगाया जाता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#8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प्रकाश का किसी चमकदार तल से टकराकर उसी माध्यम में वापस लौटने की घटना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The bouncing back of light into the same medium after hitting a surface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प्रकाश का अपवर्तन /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प्रकाश का परावर्तन / Reflection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प्रकाश का प्रकीर्णन / Scattering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वर्ण विक्षेपण / Dispersion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#8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प्रकाश का किसी चमकदार तल से टकराकर उसी माध्यम में वापस लौटने की घटना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The bouncing back of light into the same medium after hitting a surface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प्रकाश का अपवर्तन /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प्रकाश का परावर्तन / Reflection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प्रकाश का प्रकीर्णन / Scattering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वर्ण विक्षेपण / Dispersion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प्रकाश की किरण का किसी पॉलिशदार सतह से टकराकर लौटना 'प्रकाश का परावर्तन (Reflection)' कहलाता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#9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निर्वात (Vacuum) में प्रकाश की चाल कितनी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speed of light in vacuum?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 × 10⁸ m/s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 × 10⁵ m/s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332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 × 10⁶ m/s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#9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निर्वात (Vacuum) में प्रकाश की चाल कितनी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speed of light in vacuum?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3 × 10⁸ m/s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 × 10⁵ m/s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332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 × 10⁶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निर्वात में प्रकाश की चाल 3 × 10⁸ मीटर/सेकंड (3 लाख किमी प्रति सेकंड) होती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#10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स्वस्थ मानव शरीर का सामान्य तापमान सेल्सियस और फारेनहाइट पैमाने पर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What is the normal temperature of a healthy human body in Celsius and Fahrenheit?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37°C और 98.6°F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35°C और 96.8°F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38°C और 100°F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40°C और 104°F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#10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स्वस्थ मानव शरीर का सामान्य तापमान सेल्सियस और फारेनहाइट पैमाने पर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What is the normal temperature of a healthy human body in Celsius and Fahrenheit?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37°C और 98.6°F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35°C और 96.8°F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38°C और 100°F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40°C और 104°F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मानव शरीर का सामान्य तापमान 37°C अथवा 98.6°F (310 K) होता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#11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बल (Force) और क्षेत्रफल (Area) के अनुपात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The ratio of Force to Area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कार्य /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ऊर्जा /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दाब /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शक्ति / Power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#11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बल (Force) और क्षेत्रफल (Area) के अनुपात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The ratio of Force to Area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कार्य /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ऊर्जा /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दाब /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शक्ति / 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दाब = बल ÷ क्षेत्रफल (Pressure = Force / Area)। इसका मात्रक पास्कल ($N/m^2$)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#12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घर्षण बल (Friction Force) के संदर्भ में कौन-सा कथन सत्य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Which statement is true regarding friction force?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यह गति की दिशा में कार्य करता है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यह गति की विपरीत दिशा में कार्य करता है / Opposes 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यह गति को तेज करता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यह केवल द्रवों में लगता है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#12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घर्षण बल (Friction Force) के संदर्भ में कौन-सा कथन सत्य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Which statement is true regarding friction force?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यह गति की दिशा में कार्य करता है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यह गति की विपरीत दिशा में कार्य करता है / Opposes 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यह गति को तेज करता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यह केवल द्रवों में लगता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घर्षण बल दो संपर्क सतहों के बीच होने वाली आपेक्षिक गति का विरोध करता है और गति की विपरीत दिशा में कार्य करता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#13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विद्युत चुम्बक (Electromagnet) बनाने के लिए किस प्रकार के लोहे की क्रोड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Which type of iron core is used to make an electromagnet?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ढलवा लोहा / Cast Iron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नरम लोहा / Soft Iron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स्टील / Steel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पिटवा लोहा / Wrought Iron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#13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विद्युत चुम्बक (Electromagnet) बनाने के लिए किस प्रकार के लोहे की क्रोड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Which type of iron core is used to make an electromagnet?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ढलवा लोहा / Cast Iron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नरम लोहा / Soft Iron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स्टील / Steel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पिटवा लोहा / Wrought Iron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नरम लोहे (Soft Iron) की चुम्बकशीलता अधिक होती है जिससे यह धारा प्रवाहित होते ही शक्तिशाली चुम्बक बन जाता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#14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तारों का टिमटिमाना (Twinkling of Stars) प्रकाश की किस परिघटना का परिणाम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Twinkling of stars is a phenomenon caused by: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प्रकाश का परावर्तन /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वायुमंडलीय अपवर्तन / Atmospheric Refraction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प्रकाश का प्रकीर्णन / Scattering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पूर्ण आंतरिक परावर्तन / TIR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#14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तारों का टिमटिमाना (Twinkling of Stars) प्रकाश की किस परिघटना का परिणाम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Twinkling of stars is a phenomenon caused by: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प्रकाश का परावर्तन /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वायुमंडलीय अपवर्तन / Atmospheric Refraction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प्रकाश का प्रकीर्णन / Scattering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पूर्ण आंतरिक परावर्तन / TIR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वायुमंडल की बदलती परतों के अपवर्तनांक के कारण प्रकाश लगातार अपवर्तित होता है, जिससे तारे टिमटिमाते दिखाई देते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#15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अम्ल (Acids) नीले लिटमस पत्र को किस रंग में बदल देते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Acids turn blue litmus paper into which color?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हरा / 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लाल / 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पीला / Yellow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रंगहीन / Colorless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#15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अम्ल (Acids) नीले लिटमस पत्र को किस रंग में बदल देते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Acids turn blue litmus paper into which color?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हरा / 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लाल / 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पीला / Yellow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रंगहीन / Colorless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अम्ल नीले लिटमस को लाल कर देते हैं, जबकि क्षार लाल लिटमस को नीला कर देते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#16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शुद्ध जल का pH मान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What is the pH value of pure water?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7 (उदासीन / Neutral)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#16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शुद्ध जल का pH मान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What is the pH value of pure water?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7 (उदासीन / Neutral)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शुद्ध जल उदासीन (Neutral) होता है और इसका pH मान ठीक 7 होता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#17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कमरे के सामान्य तापमान पर द्रव अवस्था में पाई जाने वाली एकमात्र धातु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Which is the only metal found in liquid state at room temperature?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सोना / Gold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पारा (मरकरी - Hg) / Mercury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सोडियम / Sodium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लोहा / Iron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#17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कमरे के सामान्य तापमान पर द्रव अवस्था में पाई जाने वाली एकमात्र धातु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Which is the only metal found in liquid state at room temperature?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सोना / Gold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पारा (मरकरी - Hg) / Mercury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सोडियम / Sodium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लोहा / Iron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पारा (Mercury, Hg) एकमात्र धातु है जो कमरे के सामान्य तापमान (25°C) पर द्रव अवस्था में रहती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#18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लोहे पर जंग लगना (Rusting of Iron) किस प्रकार का परिवर्तन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Rusting of iron is which type of change?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भौतिक परिवर्तन / Physical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रासायनिक परिवर्तन / Chemical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उत्क्रमणीय / Reversible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सामयिक / Periodic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#18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लोहे पर जंग लगना (Rusting of Iron) किस प्रकार का परिवर्तन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Rusting of iron is which type of change?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भौतिक परिवर्तन / Physical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रासायनिक परिवर्तन / Chemical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उत्क्रमणीय / Reversible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सामयिक / Periodic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लोहा ऑक्सीजन व नमी से क्रिया कर नया पदार्थ आयरन ऑक्साइड बनाता है, अतः यह रासायनिक परिवर्तन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#19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अग्निशामक यंत्रों (Fire Extinguishers) में आग बुझाने के लिए मुख्य रूप से कौन-सी गैस प्रयुक्त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Which gas is mainly used in fire extinguishers to put out fire?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ऑक्सीजन / 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कार्बन डाइऑक्साइड / CO₂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नाइट्रोजन / N₂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हाइड्रोजन / H₂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#19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अग्निशामक यंत्रों (Fire Extinguishers) में आग बुझाने के लिए मुख्य रूप से कौन-सी गैस प्रयुक्त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Which gas is mainly used in fire extinguishers to put out fire?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ऑक्सीजन / 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कार्बन डाइऑक्साइड / CO₂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नाइट्रोजन / N₂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हाइड्रोजन / H₂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कार्बन डाइऑक्साइड (CO₂) ऑक्सीजन की आपूर्ति काटकर आग बुझा देती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#20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रसोई गैस सिलेंडरों (LPG) में मुख्य रूप से कौन-सी गैसें भरी होती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Which gases are primarily present in LPG cylinders?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मीथेन व एथेन / Methane &amp; 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ब्यूटेन व प्रोपेन / Butane &amp; Propane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कार्बन मोनोक्साइड / 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हाइड्रोजन / H₂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#20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रसोई गैस सिलेंडरों (LPG) में मुख्य रूप से कौन-सी गैसें भरी होती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Which gases are primarily present in LPG cylinders?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मीथेन व एथेन / Methane &amp; 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ब्यूटेन व प्रोपेन / Butane &amp; Propane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कार्बन मोनोक्साइड / 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हाइड्रोजन / H₂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LPG में मुख्य घटक ब्यूटेन (Butane) और प्रोपेन (Propane) गैस होती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#21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प्राकृतिक रेशम (Silk) किससे प्राप्त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Natural silk is obtained from: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भेड़ के बाल से / Sheep wool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रेशम कीट के कोकून से / Silkworm Cocoon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कपास के पौधे से / Cotton plant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पटसन से / Jute stem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#21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प्राकृतिक रेशम (Silk) किससे प्राप्त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Natural silk is obtained from: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भेड़ के बाल से / Sheep wool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रेशम कीट के कोकून से / Silkworm Cocoon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कपास के पौधे से / Cotton plant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पटसन से / Jute 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रेशम कीट (Bombyx mori) के कोकून (Cocoon) से प्राकृतिक रेशम के धागे प्राप्त किए जाते हैं।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#22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लोहे को जंग से बचाने के लिए उस पर जस्ते (Zinc) की परत चढ़ाने की क्रिया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The process of coating iron with a layer of zinc to prevent rusting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विद्युत अपघटन / Electrolysis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यशदलेपन / Galvanization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उदासीनीकरण / Neutralization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क्रिस्टलीकरण / Crystallization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#22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लोहे को जंग से बचाने के लिए उस पर जस्ते (Zinc) की परत चढ़ाने की क्रिया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The process of coating iron with a layer of zinc to prevent rusting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विद्युत अपघटन / Electrolysis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यशदलेपन / Galvanization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उदासीनीकरण / Neutralization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क्रिस्टलीकरण / Crystallization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लोहे पर जस्ते की परत चढ़ाना यशदलेपन या गैल्वेनीकरण (Galvanization) कहलाता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#23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1857 की ऐतिहासिक क्रांति की शुरुआत उत्तर प्रदेश के किस नगर से हुई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The historic Revolt of 1857 started from which city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झांसी / Jhansi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मेरठ (10 मई 1857) / Meerut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लखनऊ / Lucknow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कानपुर / Kanpur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#23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1857 की ऐतिहासिक क्रांति की शुरुआत उत्तर प्रदेश के किस नगर से हुई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The historic Revolt of 1857 started from which city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झांसी / Jhansi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मेरठ (10 मई 1857) / Meerut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लखनऊ / Lucknow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कानपुर / Kanpur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10 मई 1857 को उत्तर प्रदेश के मेरठ छावनी से प्रथम स्वतंत्रता संग्राम का औपचारिक बिगुल फूंका गया था।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#24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1857 के संग्राम में लखनऊ (अवध) से विद्रोह का नेतृत्व किसने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Who led the 1857 revolt from Lucknow (Awadh)?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रानी लक्ष्मीबाई / Rani Laxmibai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बेगम हज़रत महल / Begum Hazrat Mahal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नाना साहेब / Nana Saheb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कुँवर सिंह / Kunwar Singh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#24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1857 के संग्राम में लखनऊ (अवध) से विद्रोह का नेतृत्व किसने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Who led the 1857 revolt from Lucknow (Awadh)?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रानी लक्ष्मीबाई / Rani Laxmibai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बेगम हज़रत महल / Begum Hazrat Mahal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नाना साहेब / Nana Saheb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कुँवर सिंह / Kunwar Singh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लखनऊ में क्रांति का नेतृत्व बेगम हज़रत महल ने अपने अल्पवयस्क पुत्र बिरजिस कादिर के साथ किया था।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#25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दिल्ली सल्तनत में 'गुलाम वंश' (Slave Dynasty) का संस्थापक कौन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Who was the founder of the Slave Dynasty in Delhi Sultanate?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इल्तुतमिश / Iltutmish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कुतुबुद्दीन ऐबक (1206 ई.) / Qutb-ud-din Aibak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बलबन / Balban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अलाउद्दीन खिलजी / Alauddin Khalji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#25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दिल्ली सल्तनत में 'गुलाम वंश' (Slave Dynasty) का संस्थापक कौन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Who was the founder of the Slave Dynasty in Delhi Sultanate?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इल्तुतमिश / Iltutmish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कुतुबुद्दीन ऐबक (1206 ई.) / Qutb-ud-din Aibak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बलबन / Balban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 / Alauddin Khalji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1206 ई. में कुतुबुद्दीन ऐबक ने दिल्ली सल्तनत और गुलाम वंश की नींव रखी थी।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#26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दिल्ली सल्तनत की प्रथम एवं एकमात्र महिला शासिका कौन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Who was the first and only female ruler of Delhi Sultanate?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चांद बीबी / Chand Bibi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रज़िया सुल्तान (1236 ई.) / Razia Sultana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नूरजहाँ / Nur Jahan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मुमताज महल / Mumtaz Mahal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#26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दिल्ली सल्तनत की प्रथम एवं एकमात्र महिला शासिका कौन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Who was the first and only female ruler of Delhi Sultanate?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चांद बीबी / Chand Bibi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रज़िया सुल्तान (1236 ई.) / Razia Sultana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नूरजहाँ / Nur Jahan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मुमताज महल / Mumtaz Mahal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इल्तुतमिश की सुपुत्री रज़िया सुल्तान 1236 ई. में दिल्ली के तख्त पर बैठने वाली प्रथम महिला शासिका थीं।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#27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पानीपत का प्रथम युद्ध (1526 ई.) किसके बीच लड़ा गया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Between whom was the First Battle of Panipat (1526 AD) fought?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अकबर और हेमू / Akbar &amp; Hemu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बाबर और इब्राहिम लोदी / Babur &amp; Ibrahim Lodi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हुमायूँ और शेरशाह / Humayun &amp; Sher Shah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बाबर और राणा सांगा / Babur &amp; Rana Sanga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#27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पानीपत का प्रथम युद्ध (1526 ई.) किसके बीच लड़ा गया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Between whom was the First Battle of Panipat (1526 AD) fought?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अकबर और हेमू / Akbar &amp; Hemu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बाबर और इब्राहिम लोदी / Babur &amp; Ibrahim Lodi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हुमायूँ और शेरशाह / Humayun &amp; Sher Shah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बाबर और राणा सांगा / Babur &amp; Rana Sanga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21 अप्रैल 1526 को पानीपत के प्रथम युद्ध में बाबर ने इब्राहिम लोदी को हराकर मुगल साम्राज्य स्थापित किया।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#28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आगरा में यमुना नदी के तट पर विश्वप्रसिद्ध ताजमहल का निर्माण किस मुगल बादशाह ने करवाया?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Which Mughal Emperor built the world-famous Taj Mahal in Agra?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अकबर / Akbar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जहाँगीर / Jahangir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शाहजहाँ / Shah Jahan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औरंगजेब / Aurangzeb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#28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आगरा में यमुना नदी के तट पर विश्वप्रसिद्ध ताजमहल का निर्माण किस मुगल बादशाह ने करवाया?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Which Mughal Emperor built the world-famous Taj Mahal in Agra?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अकबर / Akbar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जहाँगीर / Jahangir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शाहजहाँ / Shah Jahan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औरंगजेब / Aurangzeb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शाहजहाँ ने अपनी बेगम मुमताज महल की स्मृति में सफेद संगमरमर से ताजमहल का निर्माण आगरा (UP) में करवाया था।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#29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फतेहपुर सीकरी में 'बुलंद दरवाजा' का निर्माण अकबर ने किस विजय के उपलक्ष्य में करवाया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To commemorate which victory did Akbar build the 'Buland Darwaza' at Fatehpur Sikri?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बंगाल विजय / Bengal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गुजरात विजय (1572-73) / Gujarat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मालवा विजय / Malwa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कश्मीर विजय / Kashmir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#29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फतेहपुर सीकरी में 'बुलंद दरवाजा' का निर्माण अकबर ने किस विजय के उपलक्ष्य में करवाया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To commemorate which victory did Akbar build the 'Buland Darwaza' at Fatehpur Sikri?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बंगाल विजय / Bengal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गुजरात विजय (1572-73) / Gujarat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मालवा विजय / Malwa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कश्मीर विजय / Kashmir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अकबर ने गुजरात पर विजय प्राप्त करने की स्मृति में फतेहपुर सीकरी में विशाल 'बुलंद दरवाजा' बनवाया था।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#30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'आर्य समाज' की स्थापना 1875 ई. में किसने की तथा 'वेदों की ओर लौटो' का नारा किसने दिया?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Who founded 'Arya Samaj' in 1875 and gave the slogan 'Back to the Vedas'?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राजा राममोहन राय / Raja Ram Mohan Roy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स्वामी दयानंद सरस्वती / Swami Dayanand Saraswati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स्वामी विवेकानंद / Swami Vivekananda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ईश्वरचंद्र विद्यासागर / Ishwar Chandra Vidyasagar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#30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'आर्य समाज' की स्थापना 1875 ई. में किसने की तथा 'वेदों की ओर लौटो' का नारा किसने दिया?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Who founded 'Arya Samaj' in 1875 and gave the slogan 'Back to the Vedas'?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 / Raja Ram Mohan Roy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स्वामी दयानंद सरस्वती / Swami Dayanand Saraswati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 / Swami Vivekananda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ईश्वरचंद्र विद्यासागर / Ishwar Chandra Vidyasagar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स्वामी दयानंद सरस्वती ने 1875 में आर्य समाज की स्थापना की और 'वेदों की ओर लौटो' का संदेश दिया।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#31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सती प्रथा का अंत कराने में किस भारतीय समाज सुधारक ने प्रमुख भूमिका निभाई?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Which Indian social reformer played a key role in abolishing the Sati system in 1829?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स्वामी विवेकानंद / Swami Vivekananda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राजा राममोहन राय (1829 ई.) / Raja Ram Mohan Roy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दयानंद सरस्वती / Dayanand Saraswati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गोखले / Gokhale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#31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सती प्रथा का अंत कराने में किस भारतीय समाज सुधारक ने प्रमुख भूमिका निभाई?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Which Indian social reformer played a key role in abolishing the Sati system in 1829?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स्वामी विवेकानंद / Swami Vivekananda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राजा राममोहन राय (1829 ई.) / Raja Ram Mohan Roy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दयानंद सरस्वती / Dayanand Saraswati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गोखले / Gokhale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राजा राममोहन राय के प्रयासों से लॉर्ड विलियम बेंटिक ने 1829 में सती प्रथा निषेध कानून पारित किया।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#32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भारतीय राष्ट्रीय कांग्रेस की स्थापना किस वर्ष और किसके द्वारा की गई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In which year and by whom was the Indian National Congress founded?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1885 ई. (ए.ओ. ह्यूम द्वारा) / 1885 by A.O. Hume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1905 ई. (कर्जन द्वारा)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1919 ई. (गांधीजी द्वारा)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1857 ई. (मंगल पांडे द्वारा)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#32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भारतीय राष्ट्रीय कांग्रेस की स्थापना किस वर्ष और किसके द्वारा की गई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In which year and by whom was the Indian National Congress founded?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1885 ई. (ए.ओ. ह्यूम द्वारा) / 1885 by A.O. Hume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1905 ई. (कर्जन द्वारा)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1919 ई. (गांधीजी द्वारा)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1857 ई. (मंगल पांडे द्वारा)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भारतीय राष्ट्रीय कांग्रेस (INC) की स्थापना 28 दिसंबर 1885 को बॉम्बे में ए.ओ. ह्यूम द्वारा की गई थी।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#33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जलियांवाला बाग नरसंहार किस तिथि और वर्ष को अमृतसर में घटित हुआ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On which date and year did the Jallianwala Bagh massacre take place in Amritsar?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13 अप्रैल 1919 / 13 April 1919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15 अगस्त 1920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26 जनवरी 1930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 मई 1857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#33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जलियांवाला बाग नरसंहार किस तिथि और वर्ष को अमृतसर में घटित हुआ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On which date and year did the Jallianwala Bagh massacre take place in Amritsar?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13 अप्रैल 1919 / 13 April 1919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15 अगस्त 1920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26 जनवरी 1930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13 अप्रैल 1919 को बैसाखी के दिन जनरल डायर ने अमृतसर के जलियांवाला बाग में अंधाधुंध गोलियां चलवाई थीं।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#34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उत्तर प्रदेश के गोरखपुर जिले में 'चौरी-चौरा कांड' कब हुआ जिससे असहयोग आंदोलन स्थगित हुआ?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When did the 'Chauri Chaura' incident take place in Gorakhpur (UP)?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फरवरी 1922 (4 Feb 1922)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अगस्त 1920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मार्च 1930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अगस्त 1942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#34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उत्तर प्रदेश के गोरखपुर जिले में 'चौरी-चौरा कांड' कब हुआ जिससे असहयोग आंदोलन स्थगित हुआ?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When did the 'Chauri Chaura' incident take place in Gorakhpur (UP)?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फरवरी 1922 (4 Feb 1922)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अगस्त 1920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मार्च 1930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अगस्त 1942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4 फरवरी 1922 को चौरी-चौरा में हिंसा के बाद गांधीजी ने 12 फरवरी 1922 को असहयोग आंदोलन वापस ले लिया।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#35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काकोरी ट्रेन एक्शन (काकोरी कांड) किस वर्ष लखनऊ के निकट घटित हुआ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In which year did the Kakori Train Action take place near Lucknow?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1920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9 अगस्त 1925 / 9 August 1925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1931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1942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#35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काकोरी ट्रेन एक्शन (काकोरी कांड) किस वर्ष लखनऊ के निकट घटित हुआ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In which year did the Kakori Train Action take place near Lucknow?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1920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9 अगस्त 1925 / 9 August 1925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1931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1942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9 अगस्त 1925 को रामप्रसाद बिस्मिल, अशफाक उल्ला खां, चंद्रशेखर आजाद आदि ने काकोरी में सरकारी खजाना लूटा था।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#36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गांधीजी ने 'करो या मरो' (Do or Die) का नारा किस ऐतिहासिक आंदोलन में दिया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In which movement did Mahatma Gandhi give the slogan 'Do or Die'?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असहयोग आंदोलन / Non-Cooperation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सविनय अवज्ञा / Civil Disobedience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भारत छोड़ो आंदोलन (1942) / Quit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चंपारण सत्याग्रह / Champaran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#36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गांधीजी ने 'करो या मरो' (Do or Die) का नारा किस ऐतिहासिक आंदोलन में दिया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In which movement did Mahatma Gandhi give the slogan 'Do or Die'?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असहयोग आंदोलन / Non-Cooperation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सविनय अवज्ञा / Civil Disobedience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भारत छोड़ो आंदोलन (1942) / Quit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चंपारण सत्याग्रह / Champaran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8 अगस्त 1942 को भारत छोड़ो आंदोलन के दौरान गांधीजी ने देश को 'करो या मरो' का नारा दिया था।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#37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गौतम बुद्ध ने अपना पहला उपदेश (धर्मचक्रप्रवर्तन) उत्तर प्रदेश के किस स्थान पर दिया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Where did Lord Buddha deliver his first sermon (Dharmachakrapravartan) in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कुशीनगर / Kushinagar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सारनाथ (वाराणसी) / Sarnath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श्रावस्ती / Shravasti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कौशाम्बी / Kaushambi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#37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गौतम बुद्ध ने अपना पहला उपदेश (धर्मचक्रप्रवर्तन) उत्तर प्रदेश के किस स्थान पर दिया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Where did Lord Buddha deliver his first sermon (Dharmachakrapravartan) in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कुशीनगर / Kushinagar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सारनाथ (वाराणसी) / Sarnath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श्रावस्ती / Shravasti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कौशाम्बी / Kaushambi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ज्ञान प्राप्ति के बाद भगवान बुद्ध ने पहला उपदेश सारनाथ (वाराणसी के निकट) में दिया था।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#38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उत्तर प्रदेश का एकमात्र 'राष्ट्रीय उद्यान' कौन-सा है और किस जिले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Which is the only National Park of Uttar Pradesh and in which district is it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जिम कॉर्बेट / Jim Corbett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दुधवा राष्ट्रीय उद्यान (लखीमपुर खीरी) / Dudhwa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काजीरंगा / Kaziranga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गिर राष्ट्रीय उद्यान / Gir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#38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उत्तर प्रदेश का एकमात्र 'राष्ट्रीय उद्यान' कौन-सा है और किस जिले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Which is the only National Park of Uttar Pradesh and in which district is it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जिम कॉर्बेट / Jim Corbett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दुधवा राष्ट्रीय उद्यान (लखीमपुर खीरी) / Dudhwa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काजीरंगा / Kaziranga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गिर राष्ट्रीय उद्यान / Gir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दुधवा राष्ट्रीय उद्यान उत्तर प्रदेश के लखीमपुर खीरी जिले में स्थित है (बाघ व बारहसिंगा हेतु प्रसिद्ध)।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#39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उत्तर प्रदेश का एकमात्र परमाणु ऊर्जा संयंत्र (Atomic Power Station)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Where is the only Nuclear Power Station of Uttar Pradesh situated?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ओबरा (सोनभद्र) / Obra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नरोरा (बुलंदशहर) / Narora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रिहंद / Rihand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अनपरा / Anpara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#39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उत्तर प्रदेश का एकमात्र परमाणु ऊर्जा संयंत्र (Atomic Power Station)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Where is the only Nuclear Power Station of Uttar Pradesh situated?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ओबरा (सोनभद्र) / Obra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नरोरा (बुलंदशहर) / Narora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रिहंद / Rihand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अनपरा / Anpara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के बुलंदशहर जिले के नरोरा में गंगा नदी के तट पर परमाणु ऊर्जा संयंत्र स्थापित है।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#40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मौसम संबंधी सभी घटनाएं (बादल, वर्षा, तूफान) वायुमंडल की किस परत में होती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All weather phenomena (clouds, rain, storms) occur in which layer of atmosphere?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समतापमंडल / Stratosphere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क्षोभमंडल / Troposphere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मध्यमंडल / Mesosphere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आयनमंडल / Ionosphere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#40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मौसम संबंधी सभी घटनाएं (बादल, वर्षा, तूफान) वायुमंडल की किस परत में होती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All weather phenomena (clouds, rain, storms) occur in which layer of atmosphere?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समतापमंडल / Stratosphere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क्षोभमंडल / Troposphere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मध्यमंडल / Mesosphere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आयनमंडल / Ionosphere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क्षोभमंडल (Troposphere) सबसे निचली परत है जहाँ मौसम संबंधी सभी परिवर्तन घटित होते हैं।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#41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हवाई जहाज उड़ाने हेतु कौन-सी परत आदर्श है जिसमें ओजोन गैस भी पाई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atmospheric layer is ideal for flying aircraft and contains ozone?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क्षोभमंडल / Troposphere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समतापमंडल / Stratosphere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बहिर्मंडल / Exosphere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तापमंडल / Thermosphere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#41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हवाई जहाज उड़ाने हेतु कौन-सी परत आदर्श है जिसमें ओजोन गैस भी पाई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atmospheric layer is ideal for flying aircraft and contains ozone?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क्षोभमंडल / Troposphere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समतापमंडल / Stratosphere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बहिर्मंडल / Exosphere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तापमंडल / Thermosphere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समतापमंडल (Stratosphere) शांत मौसम व ओजोन परत के कारण विमान उड़ाने हेतु आदर्श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#42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सौरमंडल का सबसे बड़ा ग्रह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Which is the largest planet in our Solar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शनि / Saturn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बृहस्पति / Jupiter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मंगल / Mars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पृथ्वी / Earth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#42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सौरमंडल का सबसे बड़ा ग्रह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Which is the largest planet in our Solar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शनि / Saturn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बृहस्पति / Jupiter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मंगल / Mars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पृथ्वी / Earth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बृहस्पति (Jupiter) सौरमंडल का सबसे विशालकाय ग्रह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परिमेय संख्या -3/5 का योज्य प्रतिलोम (Additive Inverse)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What is the additive inverse of rational number -3/5?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-5/3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-1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परिमेय संख्या -3/5 का योज्य प्रतिलोम (Additive Inverse)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What is the additive inverse of rational number -3/5?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-5/3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योज्य प्रतिलोम वह संख्या है जिसे जोड़ने पर योग शून्य हो: -3/5 + 3/5 = 0।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संख्या 1024 का वर्गमूल (Square Root)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square root of 1024?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संख्या 1024 का वर्गमूल (Square Root)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square root of 1024?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√1024 = 32 (क्योंकि 32 × 32 = 1024)।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संख्या 729 का घनमूल (Cube Root) ज्ञात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Find the cube root of 729: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संख्या 729 का घनमूल (Cube Root) ज्ञात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Find the cube root of 729: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∛729 = 9 (क्योंकि 9 × 9 × 9 = 729)।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व्यंजक (2³ × 2⁴) का मान घातांक रूप में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value of (2³ × 2⁴) in exponential form?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2¹²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2¹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व्यंजक (2³ × 2⁴) का मान घातांक रूप में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value of (2³ × 2⁴) in exponential form?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2¹²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4⁷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घातांक नियम: aᵐ × aⁿ = aᵐ⁺ⁿ। 2³⁺⁴ = 2⁷ = 128।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यदि 3x + 5 = 20 हो, तो x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If 3x + 5 = 20, then what is the value of x?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यदि 3x + 5 = 20 हो, तो x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If 3x + 5 = 20, then what is the value of x?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3x = 20 - 5 = 15 =&gt; x = 15 / 3 = 5।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एक परीक्षा में 500 में से 400 अंक प्राप्त करने पर प्राप्तांक प्रतिशत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Scoring 400 out of 500 marks in an exam represents what percentage?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75%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90%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एक परीक्षा में 500 में से 400 अंक प्राप्त करने पर प्राप्तांक प्रतिशत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Scoring 400 out of 500 marks in an exam represents what percentage?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75%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(400 ÷ 500) × 100 = 80%।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₹400 की वस्तु ₹500 में बेचने पर लाभ प्रतिशत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An item bought for ₹400 is sold for ₹500. What is the profit percentage?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15%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₹400 की वस्तु ₹500 में बेचने पर लाभ प्रतिशत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An item bought for ₹400 is sold for ₹500. What is the profit percentage?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लाभ = ₹100। लाभ % = (100 / 400) × 100 = 25%।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₹2000 का 5% वार्षिक दर से 3 वर्ष का साधारण ब्याज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simple interest on ₹2000 at 5% per annum for 3 years?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₹250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₹300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₹350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₹400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01]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₹2000 का 5% वार्षिक दर से 3 वर्ष का साधारण ब्याज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simple interest on ₹2000 at 5% per annum for 3 years?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₹250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₹300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₹350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₹400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SI = (P × R × T) / 100 = (2000 × 5 × 3) / 100 = ₹300।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SAT अभ्यास सेट #01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